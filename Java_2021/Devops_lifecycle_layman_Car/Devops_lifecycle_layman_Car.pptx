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14"/>
  </p:notesMasterIdLst>
  <p:sldIdLst>
    <p:sldId id="478" r:id="rId2"/>
    <p:sldId id="479" r:id="rId3"/>
    <p:sldId id="480" r:id="rId4"/>
    <p:sldId id="481" r:id="rId5"/>
    <p:sldId id="482" r:id="rId6"/>
    <p:sldId id="483" r:id="rId7"/>
    <p:sldId id="484" r:id="rId8"/>
    <p:sldId id="485" r:id="rId9"/>
    <p:sldId id="486" r:id="rId10"/>
    <p:sldId id="487" r:id="rId11"/>
    <p:sldId id="488" r:id="rId12"/>
    <p:sldId id="489" r:id="rId13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DA"/>
    <a:srgbClr val="004620"/>
    <a:srgbClr val="E0ABAA"/>
    <a:srgbClr val="AF423F"/>
    <a:srgbClr val="FFCE33"/>
    <a:srgbClr val="CC9B00"/>
    <a:srgbClr val="005C2A"/>
    <a:srgbClr val="2AE456"/>
    <a:srgbClr val="FF505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48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6/17/2024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48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530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813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810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70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33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151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021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83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427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23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63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533400"/>
            <a:ext cx="3575531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is DevOps Lifecycle?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0C5145-02C5-50A9-30A6-29AA67EDF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2" y="3276600"/>
            <a:ext cx="6086475" cy="316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214427E1-A554-EF99-7C5B-793EF1A0574E}"/>
              </a:ext>
            </a:extLst>
          </p:cNvPr>
          <p:cNvSpPr/>
          <p:nvPr/>
        </p:nvSpPr>
        <p:spPr>
          <a:xfrm>
            <a:off x="117613" y="1104452"/>
            <a:ext cx="11921987" cy="149639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Imagine you're part of a team working on a project to build and improve a </a:t>
            </a:r>
            <a:r>
              <a:rPr lang="en-US" sz="2400" dirty="0">
                <a:solidFill>
                  <a:srgbClr val="C00000"/>
                </a:solidFill>
              </a:rPr>
              <a:t>smartphone app</a:t>
            </a:r>
            <a:r>
              <a:rPr lang="en-US" sz="2400" dirty="0"/>
              <a:t>. The </a:t>
            </a:r>
            <a:r>
              <a:rPr lang="en-US" sz="2400" dirty="0">
                <a:solidFill>
                  <a:srgbClr val="C00000"/>
                </a:solidFill>
              </a:rPr>
              <a:t>DevOps lifecycle </a:t>
            </a:r>
            <a:r>
              <a:rPr lang="en-US" sz="2400" dirty="0"/>
              <a:t>is a method that helps teams like yours to efficiently and continuously deliver better versions of the app.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98E3CF-CD5E-8F3A-577A-C7952B8D0396}"/>
              </a:ext>
            </a:extLst>
          </p:cNvPr>
          <p:cNvSpPr/>
          <p:nvPr/>
        </p:nvSpPr>
        <p:spPr>
          <a:xfrm>
            <a:off x="2971800" y="57090"/>
            <a:ext cx="6248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From Planning to Monitoring</a:t>
            </a:r>
          </a:p>
        </p:txBody>
      </p:sp>
    </p:spTree>
    <p:extLst>
      <p:ext uri="{BB962C8B-B14F-4D97-AF65-F5344CB8AC3E}">
        <p14:creationId xmlns:p14="http://schemas.microsoft.com/office/powerpoint/2010/main" val="407040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A06761E3-DE49-857B-2516-572021DB1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2" y="3276600"/>
            <a:ext cx="6086475" cy="316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4746" y="696392"/>
            <a:ext cx="11758653" cy="2046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1. Planning:</a:t>
            </a:r>
          </a:p>
          <a:p>
            <a:endParaRPr lang="en-US" sz="2400" dirty="0"/>
          </a:p>
          <a:p>
            <a:r>
              <a:rPr lang="en-US" sz="2400" dirty="0"/>
              <a:t>	Think of this as the </a:t>
            </a:r>
            <a:r>
              <a:rPr lang="en-US" sz="2400" dirty="0">
                <a:solidFill>
                  <a:srgbClr val="C00000"/>
                </a:solidFill>
              </a:rPr>
              <a:t>brainstorming</a:t>
            </a:r>
            <a:r>
              <a:rPr lang="en-US" sz="2400" dirty="0"/>
              <a:t> phase. The team gets together to discuss </a:t>
            </a:r>
            <a:r>
              <a:rPr lang="en-US" sz="2400" dirty="0">
                <a:solidFill>
                  <a:srgbClr val="C00000"/>
                </a:solidFill>
              </a:rPr>
              <a:t>new features, improvements, and bug fixes </a:t>
            </a:r>
            <a:r>
              <a:rPr lang="en-US" sz="2400" dirty="0"/>
              <a:t>for the app. They make a </a:t>
            </a:r>
            <a:r>
              <a:rPr lang="en-US" sz="2400" dirty="0">
                <a:solidFill>
                  <a:srgbClr val="C00000"/>
                </a:solidFill>
              </a:rPr>
              <a:t>plan</a:t>
            </a:r>
            <a:r>
              <a:rPr lang="en-US" sz="2400" dirty="0"/>
              <a:t> for what needs to be done next.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943600" y="2743200"/>
            <a:ext cx="140473" cy="1524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E97D02A-0053-4B26-822A-C6A8BC4B5958}"/>
              </a:ext>
            </a:extLst>
          </p:cNvPr>
          <p:cNvSpPr/>
          <p:nvPr/>
        </p:nvSpPr>
        <p:spPr>
          <a:xfrm>
            <a:off x="2971800" y="57090"/>
            <a:ext cx="6248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From Planning to Monitoring</a:t>
            </a:r>
          </a:p>
        </p:txBody>
      </p:sp>
    </p:spTree>
    <p:extLst>
      <p:ext uri="{BB962C8B-B14F-4D97-AF65-F5344CB8AC3E}">
        <p14:creationId xmlns:p14="http://schemas.microsoft.com/office/powerpoint/2010/main" val="129027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DC712FB-3098-BCA1-D916-9DC085D09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2" y="3276600"/>
            <a:ext cx="6086475" cy="316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2. Development:</a:t>
            </a:r>
          </a:p>
          <a:p>
            <a:endParaRPr lang="en-US" sz="2400" dirty="0"/>
          </a:p>
          <a:p>
            <a:r>
              <a:rPr lang="en-US" sz="2400" dirty="0"/>
              <a:t>	This is where the </a:t>
            </a:r>
            <a:r>
              <a:rPr lang="en-US" sz="2400" dirty="0">
                <a:solidFill>
                  <a:srgbClr val="C00000"/>
                </a:solidFill>
              </a:rPr>
              <a:t>coding</a:t>
            </a:r>
            <a:r>
              <a:rPr lang="en-US" sz="2400" dirty="0"/>
              <a:t> happens. Developers write the </a:t>
            </a:r>
            <a:r>
              <a:rPr lang="en-US" sz="2400" dirty="0">
                <a:solidFill>
                  <a:srgbClr val="C00000"/>
                </a:solidFill>
              </a:rPr>
              <a:t>actual code </a:t>
            </a:r>
            <a:r>
              <a:rPr lang="en-US" sz="2400" dirty="0"/>
              <a:t>to create new features or fix issues in the app. It's like building new rooms in a house or fixing leaks.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181600" y="2743200"/>
            <a:ext cx="941918" cy="838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599948F-EE61-811E-6429-028E18E97830}"/>
              </a:ext>
            </a:extLst>
          </p:cNvPr>
          <p:cNvSpPr/>
          <p:nvPr/>
        </p:nvSpPr>
        <p:spPr>
          <a:xfrm>
            <a:off x="2971800" y="57090"/>
            <a:ext cx="6248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From Planning to Monitoring</a:t>
            </a:r>
          </a:p>
        </p:txBody>
      </p:sp>
    </p:spTree>
    <p:extLst>
      <p:ext uri="{BB962C8B-B14F-4D97-AF65-F5344CB8AC3E}">
        <p14:creationId xmlns:p14="http://schemas.microsoft.com/office/powerpoint/2010/main" val="392591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A106BEB3-7D43-9582-F9BD-19AAFD498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2" y="3276600"/>
            <a:ext cx="6086475" cy="316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3. Building:</a:t>
            </a:r>
          </a:p>
          <a:p>
            <a:endParaRPr lang="en-US" sz="2400" dirty="0"/>
          </a:p>
          <a:p>
            <a:r>
              <a:rPr lang="en-US" sz="2400" dirty="0"/>
              <a:t>	Once the </a:t>
            </a:r>
            <a:r>
              <a:rPr lang="en-US" sz="2400" dirty="0">
                <a:solidFill>
                  <a:srgbClr val="C00000"/>
                </a:solidFill>
              </a:rPr>
              <a:t>code</a:t>
            </a:r>
            <a:r>
              <a:rPr lang="en-US" sz="2400" dirty="0"/>
              <a:t> is written, it needs to be put together into a </a:t>
            </a:r>
            <a:r>
              <a:rPr lang="en-US" sz="2400" dirty="0">
                <a:solidFill>
                  <a:srgbClr val="C00000"/>
                </a:solidFill>
              </a:rPr>
              <a:t>working version of the app</a:t>
            </a:r>
            <a:r>
              <a:rPr lang="en-US" sz="2400" dirty="0"/>
              <a:t>. This is like </a:t>
            </a:r>
            <a:r>
              <a:rPr lang="en-US" sz="2400" dirty="0">
                <a:solidFill>
                  <a:srgbClr val="C00000"/>
                </a:solidFill>
              </a:rPr>
              <a:t>assembling all the parts of a car </a:t>
            </a:r>
            <a:r>
              <a:rPr lang="en-US" sz="2400" dirty="0"/>
              <a:t>to make sure it runs smoothly.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2057400" y="2743200"/>
            <a:ext cx="1068850" cy="200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DFF8251-A18A-BDCB-AFE5-0B7A187862C7}"/>
              </a:ext>
            </a:extLst>
          </p:cNvPr>
          <p:cNvSpPr/>
          <p:nvPr/>
        </p:nvSpPr>
        <p:spPr>
          <a:xfrm>
            <a:off x="2971800" y="57090"/>
            <a:ext cx="6248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From Planning to Monitoring</a:t>
            </a:r>
          </a:p>
        </p:txBody>
      </p:sp>
    </p:spTree>
    <p:extLst>
      <p:ext uri="{BB962C8B-B14F-4D97-AF65-F5344CB8AC3E}">
        <p14:creationId xmlns:p14="http://schemas.microsoft.com/office/powerpoint/2010/main" val="229100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C25AF88E-379C-A3B0-693A-DA3F09AAC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2" y="3276600"/>
            <a:ext cx="6086475" cy="316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4. Testing:</a:t>
            </a:r>
          </a:p>
          <a:p>
            <a:endParaRPr lang="en-US" sz="2400" dirty="0"/>
          </a:p>
          <a:p>
            <a:r>
              <a:rPr lang="en-US" sz="2400" dirty="0"/>
              <a:t>	Now, the </a:t>
            </a:r>
            <a:r>
              <a:rPr lang="en-US" sz="2400" dirty="0">
                <a:solidFill>
                  <a:srgbClr val="C00000"/>
                </a:solidFill>
              </a:rPr>
              <a:t>app</a:t>
            </a:r>
            <a:r>
              <a:rPr lang="en-US" sz="2400" dirty="0"/>
              <a:t> needs to be </a:t>
            </a:r>
            <a:r>
              <a:rPr lang="en-US" sz="2400" dirty="0">
                <a:solidFill>
                  <a:srgbClr val="C00000"/>
                </a:solidFill>
              </a:rPr>
              <a:t>checked</a:t>
            </a:r>
            <a:r>
              <a:rPr lang="en-US" sz="2400" dirty="0"/>
              <a:t> to make sure everything works as expected. </a:t>
            </a:r>
            <a:r>
              <a:rPr lang="en-US" sz="2400" dirty="0">
                <a:solidFill>
                  <a:srgbClr val="C00000"/>
                </a:solidFill>
              </a:rPr>
              <a:t>Automated tests </a:t>
            </a:r>
            <a:r>
              <a:rPr lang="en-US" sz="2400" dirty="0"/>
              <a:t>are run to find and fix any problems. It's like </a:t>
            </a:r>
            <a:r>
              <a:rPr lang="en-US" sz="2400" dirty="0">
                <a:solidFill>
                  <a:srgbClr val="C00000"/>
                </a:solidFill>
              </a:rPr>
              <a:t>taking the car for a test drive </a:t>
            </a:r>
            <a:r>
              <a:rPr lang="en-US" sz="2400" dirty="0"/>
              <a:t>to ensure it functions correctly.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2057400" y="2743200"/>
            <a:ext cx="2743200" cy="2971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4460A2E-53AC-F37A-000C-9CF5A8072642}"/>
              </a:ext>
            </a:extLst>
          </p:cNvPr>
          <p:cNvSpPr/>
          <p:nvPr/>
        </p:nvSpPr>
        <p:spPr>
          <a:xfrm>
            <a:off x="2971800" y="57090"/>
            <a:ext cx="6248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From Planning to Monitoring</a:t>
            </a:r>
          </a:p>
        </p:txBody>
      </p:sp>
    </p:spTree>
    <p:extLst>
      <p:ext uri="{BB962C8B-B14F-4D97-AF65-F5344CB8AC3E}">
        <p14:creationId xmlns:p14="http://schemas.microsoft.com/office/powerpoint/2010/main" val="111748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1A8CFD75-0F57-E87E-B377-24814CE5F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2" y="3276600"/>
            <a:ext cx="6086475" cy="316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5. Releasing: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	When the </a:t>
            </a:r>
            <a:r>
              <a:rPr lang="en-US" sz="2400" dirty="0">
                <a:solidFill>
                  <a:srgbClr val="C00000"/>
                </a:solidFill>
              </a:rPr>
              <a:t>app</a:t>
            </a:r>
            <a:r>
              <a:rPr lang="en-US" sz="2400" dirty="0">
                <a:solidFill>
                  <a:schemeClr val="tx1"/>
                </a:solidFill>
              </a:rPr>
              <a:t> is </a:t>
            </a:r>
            <a:r>
              <a:rPr lang="en-US" sz="2400" dirty="0">
                <a:solidFill>
                  <a:srgbClr val="C00000"/>
                </a:solidFill>
              </a:rPr>
              <a:t>tested and ready</a:t>
            </a:r>
            <a:r>
              <a:rPr lang="en-US" sz="2400" dirty="0">
                <a:solidFill>
                  <a:schemeClr val="tx1"/>
                </a:solidFill>
              </a:rPr>
              <a:t>, it's </a:t>
            </a:r>
            <a:r>
              <a:rPr lang="en-US" sz="2400" dirty="0">
                <a:solidFill>
                  <a:srgbClr val="C00000"/>
                </a:solidFill>
              </a:rPr>
              <a:t>packaged and prepared</a:t>
            </a:r>
            <a:r>
              <a:rPr lang="en-US" sz="2400" dirty="0">
                <a:solidFill>
                  <a:schemeClr val="tx1"/>
                </a:solidFill>
              </a:rPr>
              <a:t> for </a:t>
            </a:r>
            <a:r>
              <a:rPr lang="en-US" sz="2400" dirty="0">
                <a:solidFill>
                  <a:srgbClr val="C00000"/>
                </a:solidFill>
              </a:rPr>
              <a:t>release</a:t>
            </a:r>
            <a:r>
              <a:rPr lang="en-US" sz="2400" dirty="0">
                <a:solidFill>
                  <a:schemeClr val="tx1"/>
                </a:solidFill>
              </a:rPr>
              <a:t>. This step is like wrapping a gift and getting it ready to be given to someone.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5105400" y="2743200"/>
            <a:ext cx="1219200" cy="1447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FE27067-6503-564B-3748-D817306B86EE}"/>
              </a:ext>
            </a:extLst>
          </p:cNvPr>
          <p:cNvSpPr/>
          <p:nvPr/>
        </p:nvSpPr>
        <p:spPr>
          <a:xfrm>
            <a:off x="2971800" y="57090"/>
            <a:ext cx="6248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From Planning to Monitoring</a:t>
            </a:r>
          </a:p>
        </p:txBody>
      </p:sp>
    </p:spTree>
    <p:extLst>
      <p:ext uri="{BB962C8B-B14F-4D97-AF65-F5344CB8AC3E}">
        <p14:creationId xmlns:p14="http://schemas.microsoft.com/office/powerpoint/2010/main" val="213973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02D9715C-D0C3-D72F-E9B5-393C1EDF4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2" y="3276600"/>
            <a:ext cx="6086475" cy="316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6. Deploying: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	The new version of the app is then </a:t>
            </a:r>
            <a:r>
              <a:rPr lang="en-US" sz="2400" dirty="0">
                <a:solidFill>
                  <a:srgbClr val="C00000"/>
                </a:solidFill>
              </a:rPr>
              <a:t>deployed to the servers </a:t>
            </a:r>
            <a:r>
              <a:rPr lang="en-US" sz="2400" dirty="0">
                <a:solidFill>
                  <a:schemeClr val="tx1"/>
                </a:solidFill>
              </a:rPr>
              <a:t>where users can access it. It's like </a:t>
            </a:r>
            <a:r>
              <a:rPr lang="en-US" sz="2400" dirty="0">
                <a:solidFill>
                  <a:srgbClr val="C00000"/>
                </a:solidFill>
              </a:rPr>
              <a:t>putting the car on the market </a:t>
            </a:r>
            <a:r>
              <a:rPr lang="en-US" sz="2400" dirty="0">
                <a:solidFill>
                  <a:schemeClr val="tx1"/>
                </a:solidFill>
              </a:rPr>
              <a:t>so people can start driving it.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6934200" y="2743200"/>
            <a:ext cx="762000" cy="838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281D19F-EB1D-00B3-50C5-B8FC58AFE9F8}"/>
              </a:ext>
            </a:extLst>
          </p:cNvPr>
          <p:cNvSpPr/>
          <p:nvPr/>
        </p:nvSpPr>
        <p:spPr>
          <a:xfrm>
            <a:off x="2971800" y="57090"/>
            <a:ext cx="6248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From Planning to Monitoring</a:t>
            </a:r>
          </a:p>
        </p:txBody>
      </p:sp>
    </p:spTree>
    <p:extLst>
      <p:ext uri="{BB962C8B-B14F-4D97-AF65-F5344CB8AC3E}">
        <p14:creationId xmlns:p14="http://schemas.microsoft.com/office/powerpoint/2010/main" val="333311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2AF79348-AFAC-B096-88F7-08678E3D0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2" y="3276600"/>
            <a:ext cx="6086475" cy="316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7. Operating: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	Once the </a:t>
            </a:r>
            <a:r>
              <a:rPr lang="en-US" sz="2400" dirty="0">
                <a:solidFill>
                  <a:srgbClr val="C00000"/>
                </a:solidFill>
              </a:rPr>
              <a:t>app is live</a:t>
            </a:r>
            <a:r>
              <a:rPr lang="en-US" sz="2400" dirty="0">
                <a:solidFill>
                  <a:schemeClr val="tx1"/>
                </a:solidFill>
              </a:rPr>
              <a:t>, it needs to be </a:t>
            </a:r>
            <a:r>
              <a:rPr lang="en-US" sz="2400" dirty="0">
                <a:solidFill>
                  <a:srgbClr val="C00000"/>
                </a:solidFill>
              </a:rPr>
              <a:t>monitored</a:t>
            </a:r>
            <a:r>
              <a:rPr lang="en-US" sz="2400" dirty="0">
                <a:solidFill>
                  <a:schemeClr val="tx1"/>
                </a:solidFill>
              </a:rPr>
              <a:t> to make sure it runs smoothly and efficiently. This is like having a team of mechanics always </a:t>
            </a:r>
            <a:r>
              <a:rPr lang="en-US" sz="2400" dirty="0">
                <a:solidFill>
                  <a:srgbClr val="C00000"/>
                </a:solidFill>
              </a:rPr>
              <a:t>checking the car </a:t>
            </a:r>
            <a:r>
              <a:rPr lang="en-US" sz="2400" dirty="0">
                <a:solidFill>
                  <a:schemeClr val="tx1"/>
                </a:solidFill>
              </a:rPr>
              <a:t>to ensure it works well.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9067800" y="2727960"/>
            <a:ext cx="1219200" cy="192024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13E0B4A-517A-A77E-8D40-347733E0BC9C}"/>
              </a:ext>
            </a:extLst>
          </p:cNvPr>
          <p:cNvSpPr/>
          <p:nvPr/>
        </p:nvSpPr>
        <p:spPr>
          <a:xfrm>
            <a:off x="2971800" y="57090"/>
            <a:ext cx="6248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From Planning to Monitoring</a:t>
            </a:r>
          </a:p>
        </p:txBody>
      </p:sp>
    </p:spTree>
    <p:extLst>
      <p:ext uri="{BB962C8B-B14F-4D97-AF65-F5344CB8AC3E}">
        <p14:creationId xmlns:p14="http://schemas.microsoft.com/office/powerpoint/2010/main" val="77968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77969964-2D5F-B849-8025-04AC75BCF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2" y="3276600"/>
            <a:ext cx="6086475" cy="316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8. Monitoring: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dirty="0">
                <a:solidFill>
                  <a:srgbClr val="C00000"/>
                </a:solidFill>
              </a:rPr>
              <a:t>Continuous monitoring</a:t>
            </a:r>
            <a:r>
              <a:rPr lang="en-US" sz="2400" dirty="0">
                <a:solidFill>
                  <a:schemeClr val="tx1"/>
                </a:solidFill>
              </a:rPr>
              <a:t> is crucial to track the app's performance and user feedback. It's similar to </a:t>
            </a:r>
            <a:r>
              <a:rPr lang="en-US" sz="2400" dirty="0">
                <a:solidFill>
                  <a:srgbClr val="C00000"/>
                </a:solidFill>
              </a:rPr>
              <a:t>using sensors in the car </a:t>
            </a:r>
            <a:r>
              <a:rPr lang="en-US" sz="2400" dirty="0">
                <a:solidFill>
                  <a:schemeClr val="tx1"/>
                </a:solidFill>
              </a:rPr>
              <a:t>to keep an eye on its health and performance.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7467600" y="2743200"/>
            <a:ext cx="1671637" cy="297180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7A0F51E-704B-5283-28E0-3474B3B209E0}"/>
              </a:ext>
            </a:extLst>
          </p:cNvPr>
          <p:cNvSpPr/>
          <p:nvPr/>
        </p:nvSpPr>
        <p:spPr>
          <a:xfrm>
            <a:off x="2971800" y="57090"/>
            <a:ext cx="6248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From Planning to Monitoring</a:t>
            </a:r>
          </a:p>
        </p:txBody>
      </p:sp>
    </p:spTree>
    <p:extLst>
      <p:ext uri="{BB962C8B-B14F-4D97-AF65-F5344CB8AC3E}">
        <p14:creationId xmlns:p14="http://schemas.microsoft.com/office/powerpoint/2010/main" val="412321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Feedback: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dirty="0">
                <a:solidFill>
                  <a:srgbClr val="C00000"/>
                </a:solidFill>
              </a:rPr>
              <a:t>User feedback and performance data are collected </a:t>
            </a:r>
            <a:r>
              <a:rPr lang="en-US" sz="2400" dirty="0">
                <a:solidFill>
                  <a:schemeClr val="tx1"/>
                </a:solidFill>
              </a:rPr>
              <a:t>to understand what works well and what needs improvement. This feedback is then used to plan the next set of features or fixes, and the cycle begins again.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ABE2830-4BB7-9306-6406-E189F90C0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2" y="3276600"/>
            <a:ext cx="6086475" cy="316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7E6F64-98BF-1D0A-DD27-54E452529F59}"/>
              </a:ext>
            </a:extLst>
          </p:cNvPr>
          <p:cNvSpPr/>
          <p:nvPr/>
        </p:nvSpPr>
        <p:spPr>
          <a:xfrm>
            <a:off x="2971800" y="57090"/>
            <a:ext cx="6248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From Planning to Monitoring</a:t>
            </a:r>
          </a:p>
        </p:txBody>
      </p:sp>
    </p:spTree>
    <p:extLst>
      <p:ext uri="{BB962C8B-B14F-4D97-AF65-F5344CB8AC3E}">
        <p14:creationId xmlns:p14="http://schemas.microsoft.com/office/powerpoint/2010/main" val="405347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74794" y="1420809"/>
            <a:ext cx="11642411" cy="44852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Why DevOps Matters: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C00000"/>
                </a:solidFill>
              </a:rPr>
              <a:t>Speed: </a:t>
            </a:r>
            <a:r>
              <a:rPr lang="en-US" sz="2400" dirty="0">
                <a:solidFill>
                  <a:schemeClr val="tx1"/>
                </a:solidFill>
              </a:rPr>
              <a:t>DevOps helps teams to deliver updates and new features quickly, so users always have the best version of the app.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C00000"/>
                </a:solidFill>
              </a:rPr>
              <a:t>Quality: </a:t>
            </a:r>
            <a:r>
              <a:rPr lang="en-US" sz="2400" dirty="0">
                <a:solidFill>
                  <a:schemeClr val="tx1"/>
                </a:solidFill>
              </a:rPr>
              <a:t>Continuous testing and monitoring ensure that the app is reliable and high-quality.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C00000"/>
                </a:solidFill>
              </a:rPr>
              <a:t>Collaboration: </a:t>
            </a:r>
            <a:r>
              <a:rPr lang="en-US" sz="2400" dirty="0">
                <a:solidFill>
                  <a:schemeClr val="tx1"/>
                </a:solidFill>
              </a:rPr>
              <a:t>DevOps fosters better teamwork between developers (who build the app) and operations (who manage the app).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3F9EB-ABDB-9B3C-B26E-C741E46D65C9}"/>
              </a:ext>
            </a:extLst>
          </p:cNvPr>
          <p:cNvSpPr/>
          <p:nvPr/>
        </p:nvSpPr>
        <p:spPr>
          <a:xfrm>
            <a:off x="2971800" y="57090"/>
            <a:ext cx="6248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From Planning to Monitoring</a:t>
            </a:r>
          </a:p>
        </p:txBody>
      </p:sp>
    </p:spTree>
    <p:extLst>
      <p:ext uri="{BB962C8B-B14F-4D97-AF65-F5344CB8AC3E}">
        <p14:creationId xmlns:p14="http://schemas.microsoft.com/office/powerpoint/2010/main" val="27137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410635" y="596998"/>
            <a:ext cx="1433213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Summary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66F4D6B-F392-F45A-BCEE-A29DAB69B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2" y="3276600"/>
            <a:ext cx="6086475" cy="316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D67B525-1F2E-4546-BFA9-6FE9E1A8F69E}"/>
              </a:ext>
            </a:extLst>
          </p:cNvPr>
          <p:cNvSpPr/>
          <p:nvPr/>
        </p:nvSpPr>
        <p:spPr>
          <a:xfrm>
            <a:off x="2971800" y="57090"/>
            <a:ext cx="6248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Explained: From Planning to Monitoring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82EEF9AB-94EF-CFE1-DF93-6CDA892B7EEE}"/>
              </a:ext>
            </a:extLst>
          </p:cNvPr>
          <p:cNvSpPr/>
          <p:nvPr/>
        </p:nvSpPr>
        <p:spPr>
          <a:xfrm>
            <a:off x="117613" y="1104452"/>
            <a:ext cx="11921987" cy="179114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	In essence, the </a:t>
            </a:r>
            <a:r>
              <a:rPr lang="en-US" sz="2400" dirty="0">
                <a:solidFill>
                  <a:srgbClr val="C00000"/>
                </a:solidFill>
              </a:rPr>
              <a:t>DevOps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lifecycle</a:t>
            </a:r>
            <a:r>
              <a:rPr lang="en-US" sz="2400" dirty="0"/>
              <a:t> is about </a:t>
            </a:r>
            <a:r>
              <a:rPr lang="en-US" sz="2400" dirty="0">
                <a:solidFill>
                  <a:srgbClr val="C00000"/>
                </a:solidFill>
              </a:rPr>
              <a:t>creating a smooth, ongoing process </a:t>
            </a:r>
            <a:r>
              <a:rPr lang="en-US" sz="2400" dirty="0"/>
              <a:t>where your app is constantly being improved and updated efficiently. It's like having a </a:t>
            </a:r>
            <a:r>
              <a:rPr lang="en-US" sz="2400" dirty="0">
                <a:solidFill>
                  <a:srgbClr val="C00000"/>
                </a:solidFill>
              </a:rPr>
              <a:t>well-oiled machine</a:t>
            </a:r>
            <a:r>
              <a:rPr lang="en-US" sz="2400" dirty="0"/>
              <a:t> that keeps getting better with each cycle, ensuring users always have the best experience.</a:t>
            </a:r>
          </a:p>
        </p:txBody>
      </p:sp>
    </p:spTree>
    <p:extLst>
      <p:ext uri="{BB962C8B-B14F-4D97-AF65-F5344CB8AC3E}">
        <p14:creationId xmlns:p14="http://schemas.microsoft.com/office/powerpoint/2010/main" val="80649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93347</TotalTime>
  <Words>636</Words>
  <Application>Microsoft Office PowerPoint</Application>
  <PresentationFormat>Widescreen</PresentationFormat>
  <Paragraphs>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10154</cp:revision>
  <dcterms:created xsi:type="dcterms:W3CDTF">2006-08-16T00:00:00Z</dcterms:created>
  <dcterms:modified xsi:type="dcterms:W3CDTF">2024-06-17T09:07:06Z</dcterms:modified>
</cp:coreProperties>
</file>