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1"/>
  </p:notesMasterIdLst>
  <p:sldIdLst>
    <p:sldId id="478" r:id="rId2"/>
    <p:sldId id="479" r:id="rId3"/>
    <p:sldId id="480" r:id="rId4"/>
    <p:sldId id="481" r:id="rId5"/>
    <p:sldId id="482" r:id="rId6"/>
    <p:sldId id="483" r:id="rId7"/>
    <p:sldId id="484" r:id="rId8"/>
    <p:sldId id="486" r:id="rId9"/>
    <p:sldId id="485" r:id="rId10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  <a:srgbClr val="FF5050"/>
    <a:srgbClr val="33CCFF"/>
    <a:srgbClr val="151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7" autoAdjust="0"/>
    <p:restoredTop sz="94291" autoAdjust="0"/>
  </p:normalViewPr>
  <p:slideViewPr>
    <p:cSldViewPr>
      <p:cViewPr varScale="1">
        <p:scale>
          <a:sx n="72" d="100"/>
          <a:sy n="72" d="100"/>
        </p:scale>
        <p:origin x="1214" y="62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6/13/2024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48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585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848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897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712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453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169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91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219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095500" y="36207"/>
            <a:ext cx="76961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DevOps: The Key to Happy Customers and Successful Software Releases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1051274"/>
            <a:ext cx="11832164" cy="14469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DevOps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is a combination of two words: </a:t>
            </a: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Development (Dev)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 and </a:t>
            </a: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Operations (Ops)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.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It’s a way of working that brings together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software developers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and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IT operations teams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to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collaborate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and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improve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the process of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software development, deployment, and maintenance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.</a:t>
            </a:r>
            <a:endParaRPr lang="en-US" sz="48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533400"/>
            <a:ext cx="2398798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is DevOps?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BB3EFA-BA14-B5C2-0547-BD935CB14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298" y="2867734"/>
            <a:ext cx="6882204" cy="357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40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3337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095500" y="36207"/>
            <a:ext cx="76961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DevOps: The Key to Happy Customers and Successful Software Releases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2297465"/>
            <a:ext cx="11832164" cy="265553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Development (Dev)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This is the part where software is created. Developers write code, add new features, and fix bugs.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Operations (Ops)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This is the part where the software is deployed, managed, and maintained. Operations teams ensure the software runs smoothly on servers and is available to users.</a:t>
            </a: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667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1779591"/>
            <a:ext cx="3250377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Breaking Down DevOps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322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3337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095500" y="36207"/>
            <a:ext cx="76961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DevOps: The Key to Happy Customers and Successful Software Releases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2297465"/>
            <a:ext cx="11832164" cy="303653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endParaRPr lang="en-US" sz="20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/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Traditionally, development and operations teams worked separately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. Developers would write the code and then pass it to the operations team to deploy and maintain it. This often led to problems like: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Miscommunication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Different teams might not understand each other’s work and needs.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Delays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Waiting for one team to finish their part before the other can start leads to slow progress.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Errors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Lack of coordination can result in mistakes and software that doesn’t work well.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667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1779591"/>
            <a:ext cx="1843133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Problem</a:t>
            </a:r>
          </a:p>
        </p:txBody>
      </p:sp>
    </p:spTree>
    <p:extLst>
      <p:ext uri="{BB962C8B-B14F-4D97-AF65-F5344CB8AC3E}">
        <p14:creationId xmlns:p14="http://schemas.microsoft.com/office/powerpoint/2010/main" val="168669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31585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095500" y="36207"/>
            <a:ext cx="76961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DevOps: The Key to Happy Customers and Successful Software Releases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2118075"/>
            <a:ext cx="11832164" cy="283492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DevOps bridges the gap between development and operations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by promoting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collaboration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,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communication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, and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integration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between the two. This helps in: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Faster Delivery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Software updates and new features can be delivered to users more quickly.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Improved Quality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Regular testing and monitoring help catch and fix issues early.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Increased Reliability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Continuous monitoring and rapid response to issues ensure stable and reliable software.</a:t>
            </a: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4876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1600200"/>
            <a:ext cx="1929695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The Solution:</a:t>
            </a:r>
          </a:p>
        </p:txBody>
      </p:sp>
    </p:spTree>
    <p:extLst>
      <p:ext uri="{BB962C8B-B14F-4D97-AF65-F5344CB8AC3E}">
        <p14:creationId xmlns:p14="http://schemas.microsoft.com/office/powerpoint/2010/main" val="36077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3337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095500" y="36207"/>
            <a:ext cx="76961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DevOps: The Key to Happy Customers and Successful Software Releases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1219200"/>
            <a:ext cx="11832164" cy="54864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Font typeface="+mj-lt"/>
              <a:buAutoNum type="arabicPeriod"/>
            </a:pPr>
            <a:r>
              <a:rPr lang="en-US" sz="21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Collaboration</a:t>
            </a:r>
            <a:r>
              <a:rPr lang="en-US" sz="21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: 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Developers and operations teams work closely together throughout the entire software lifecycle, from planning and development to testing, deployment, and maintenance.</a:t>
            </a:r>
            <a:b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1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1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Automation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Many repetitive and manual tasks are automated. This includes:</a:t>
            </a: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21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Code Integration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Automatically merging code changes from different developers.</a:t>
            </a: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21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Testing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Running automated tests to check for errors and bugs.</a:t>
            </a: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21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Deployment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Automatically deploying the software to different environments.</a:t>
            </a:r>
            <a:b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100" b="0" i="0" dirty="0">
              <a:solidFill>
                <a:srgbClr val="FF0000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1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Continuous Integration and Continuous Deployment (CI/CD)</a:t>
            </a:r>
            <a:r>
              <a:rPr lang="en-US" sz="21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:</a:t>
            </a: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21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Continuous Integration (CI)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Developers frequently integrate their code changes into a shared repository. Automated tests are run to catch errors early.</a:t>
            </a:r>
          </a:p>
          <a:p>
            <a:pPr marL="742950" lvl="1" indent="-285750" algn="l">
              <a:buFont typeface="Wingdings" panose="05000000000000000000" pitchFamily="2" charset="2"/>
              <a:buChar char="ü"/>
            </a:pPr>
            <a:r>
              <a:rPr lang="en-US" sz="21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Continuous Deployment (CD)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Code changes are automatically deployed to production, ensuring that new features and fixes are released quickly and reliably.</a:t>
            </a:r>
            <a:b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1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1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Monitoring and Feedback</a:t>
            </a:r>
            <a:r>
              <a:rPr lang="en-US" sz="21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: </a:t>
            </a:r>
            <a:r>
              <a:rPr lang="en-US" sz="21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Constantly monitoring the software in production to quickly identify and fix any issues. Feedback from users and monitoring tools helps improve the software continuously.</a:t>
            </a: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667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679456"/>
            <a:ext cx="3318409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Concepts in DevOps</a:t>
            </a:r>
          </a:p>
        </p:txBody>
      </p:sp>
    </p:spTree>
    <p:extLst>
      <p:ext uri="{BB962C8B-B14F-4D97-AF65-F5344CB8AC3E}">
        <p14:creationId xmlns:p14="http://schemas.microsoft.com/office/powerpoint/2010/main" val="233325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409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095500" y="36207"/>
            <a:ext cx="76961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DevOps: The Key to Happy Customers and Successful Software Releases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1981200"/>
            <a:ext cx="11832164" cy="35814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Version Control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Git, GitHub, GitLab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CI/CD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Jenkins, Travis CI, </a:t>
            </a:r>
            <a:r>
              <a:rPr lang="en-US" sz="2000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CircleCI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Configuration Management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Ansible, Chef, Puppet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Containerization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Docker, Kubernetes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Monitoring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Prometheus, Grafana, Nagios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Collaboration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Slack, Microsoft Teams</a:t>
            </a: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1441456"/>
            <a:ext cx="4463273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Tools Commonly Used in DevOps</a:t>
            </a:r>
          </a:p>
        </p:txBody>
      </p:sp>
    </p:spTree>
    <p:extLst>
      <p:ext uri="{BB962C8B-B14F-4D97-AF65-F5344CB8AC3E}">
        <p14:creationId xmlns:p14="http://schemas.microsoft.com/office/powerpoint/2010/main" val="4104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395393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095500" y="36207"/>
            <a:ext cx="76961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DevOps: The Key to Happy Customers and Successful Software Releases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1835144"/>
            <a:ext cx="11832164" cy="34226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Faster Delivery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New features and bug fixes reach users more quickly.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Improved Quality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Continuous testing and monitoring ensure that issues are identified and resolved early.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Greater Reliability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Automated processes reduce the chances of human error.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algn="l">
              <a:buFont typeface="+mj-lt"/>
              <a:buAutoNum type="arabicPeriod"/>
            </a:pPr>
            <a:r>
              <a:rPr lang="en-US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Better Collaboration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: Developers and operations teams work together, leading to a more cohesive and efficient workflow.</a:t>
            </a: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8294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1295400"/>
            <a:ext cx="2675156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Benefits of DevOps</a:t>
            </a:r>
          </a:p>
        </p:txBody>
      </p:sp>
    </p:spTree>
    <p:extLst>
      <p:ext uri="{BB962C8B-B14F-4D97-AF65-F5344CB8AC3E}">
        <p14:creationId xmlns:p14="http://schemas.microsoft.com/office/powerpoint/2010/main" val="109698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395393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095500" y="36207"/>
            <a:ext cx="76961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DevOps: The Key to Happy Customers and Successful Software Releases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17613" y="1835144"/>
            <a:ext cx="11832164" cy="40322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Think of a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mobile app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that gets frequent updates with new features and bug fixes. With DevOps: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Developers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continuously add and test new features.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Automated tests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ensure the new code doesn’t break existing functionality.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The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operations team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uses automated deployment tools to release updates quickly.</a:t>
            </a:r>
            <a:b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Monitoring tools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check the app’s performance, and any issues are quickly addressed.</a:t>
            </a: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8294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1295400"/>
            <a:ext cx="2825389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Real-World Example</a:t>
            </a:r>
          </a:p>
        </p:txBody>
      </p:sp>
    </p:spTree>
    <p:extLst>
      <p:ext uri="{BB962C8B-B14F-4D97-AF65-F5344CB8AC3E}">
        <p14:creationId xmlns:p14="http://schemas.microsoft.com/office/powerpoint/2010/main" val="265617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395393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46C491-DBC3-A60F-6EAA-0F9285847D45}"/>
              </a:ext>
            </a:extLst>
          </p:cNvPr>
          <p:cNvSpPr/>
          <p:nvPr/>
        </p:nvSpPr>
        <p:spPr>
          <a:xfrm>
            <a:off x="2095500" y="36207"/>
            <a:ext cx="7696199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DevOps: The Key to Happy Customers and Successful Software Releases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D8170-25C1-4027-0914-6C0B5D61C4CC}"/>
              </a:ext>
            </a:extLst>
          </p:cNvPr>
          <p:cNvSpPr/>
          <p:nvPr/>
        </p:nvSpPr>
        <p:spPr>
          <a:xfrm>
            <a:off x="131236" y="2743200"/>
            <a:ext cx="11832164" cy="21336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DevOps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is a modern approach to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software development and operations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that emphasizes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collaboration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,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automation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, and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continuous improvement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. It helps teams deliver high-quality software more quickly and reliably, ensuring a better experience for users.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ui-sans-serif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By adopting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DevOps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ui-sans-serif"/>
              </a:rPr>
              <a:t>practices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ui-sans-serif"/>
              </a:rPr>
              <a:t>, organizations can respond faster to market changes, improve their software quality, and create a more efficient and enjoyable work environment for their teams.</a:t>
            </a:r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57223" y="419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31236" y="2203456"/>
            <a:ext cx="1606530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44108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93292</TotalTime>
  <Words>820</Words>
  <Application>Microsoft Office PowerPoint</Application>
  <PresentationFormat>Widescreen</PresentationFormat>
  <Paragraphs>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ui-sans-serif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10080</cp:revision>
  <dcterms:created xsi:type="dcterms:W3CDTF">2006-08-16T00:00:00Z</dcterms:created>
  <dcterms:modified xsi:type="dcterms:W3CDTF">2024-06-13T08:44:09Z</dcterms:modified>
</cp:coreProperties>
</file>