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7"/>
  </p:notesMasterIdLst>
  <p:sldIdLst>
    <p:sldId id="478" r:id="rId2"/>
    <p:sldId id="479" r:id="rId3"/>
    <p:sldId id="480" r:id="rId4"/>
    <p:sldId id="481" r:id="rId5"/>
    <p:sldId id="482" r:id="rId6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  <a:srgbClr val="FF5050"/>
    <a:srgbClr val="33CCFF"/>
    <a:srgbClr val="151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48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6/12/2024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48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19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268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053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40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425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871395" y="52705"/>
            <a:ext cx="63246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Development &amp; Operations United: Understanding DevOps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1002065"/>
            <a:ext cx="11832164" cy="265553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Imagine you have a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restaurant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Chefs in the Kitchen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These are the people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who create and cook the dishes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. In the world of software, these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chefs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are like the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developers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who write and create the code for software applications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Waiters and Waitresses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These are the people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who take the food from the kitchen and serve it to the customers,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making sure everything runs smoothly. In software, this role is similar to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operations teams who manage and deploy the software, ensuring it runs properly on servers and is accessible to users.</a:t>
            </a: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484191"/>
            <a:ext cx="2398798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is DevOps?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77DE0B-BE30-78B4-4386-AD3027741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697" y="3886200"/>
            <a:ext cx="5506606" cy="2669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07040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425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871395" y="52705"/>
            <a:ext cx="63246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Development &amp; Operations United: Understanding DevOps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1002065"/>
            <a:ext cx="11832164" cy="296033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In many traditional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restaurants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, there can be problems if the kitchen (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chefs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) and the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serving staff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(waiters/waitresses)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don’t communicate well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. For example: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The chefs might cook something the waiters aren’t prepared to serve.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The waiters might not know when the food will be ready.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/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In software, if developers and operations don’t communicate well,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it can lead to: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Software that doesn’t work well on the servers.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Delays in deploying new features or fixing problems.</a:t>
            </a: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484191"/>
            <a:ext cx="4167616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Problem Without DevOps: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7C851D-8A85-A0CC-3AB3-893B03C73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697" y="4112018"/>
            <a:ext cx="5506606" cy="26690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11372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22197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871395" y="52705"/>
            <a:ext cx="63246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Development &amp; Operations United: Understanding DevOps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1143000"/>
            <a:ext cx="11832164" cy="558975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DevOps is like having a team where chefs and waiters work closely together from the beginning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. They: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Collaborate and Communicate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Chefs know what the waiters need, and waiters understand what the chefs are doing.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Share Responsibilities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Everyone works together to ensure that the food is prepared and served efficiently and effectively.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/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In software, DevOps means: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Developers and Operations Work Together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They collaborate throughout the entire process of creating, testing, and deploying software.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Automation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Using tools to automate repetitive tasks like testing and deployment, ensuring that everything works smoothly and quickly.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Continuous Improvement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Regularly updating the software with new features and improvements without disrupting the service.</a:t>
            </a: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45599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533400"/>
            <a:ext cx="2809936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How DevOps Helps?</a:t>
            </a:r>
          </a:p>
        </p:txBody>
      </p:sp>
    </p:spTree>
    <p:extLst>
      <p:ext uri="{BB962C8B-B14F-4D97-AF65-F5344CB8AC3E}">
        <p14:creationId xmlns:p14="http://schemas.microsoft.com/office/powerpoint/2010/main" val="16742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425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871395" y="52705"/>
            <a:ext cx="63246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Development &amp; Operations United: Understanding DevOps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2297465"/>
            <a:ext cx="11832164" cy="273173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Faster Delivery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New features and fixes can be delivered to users more quickly.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Better Quality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Fewer errors and better performance because of continuous testing and monitoring.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More Reliable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Systems are more stable and issues are resolved faster.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Happier Teams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Developers and operations teams work better together, reducing stress and misunderstandings.</a:t>
            </a: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1779591"/>
            <a:ext cx="2675156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Benefits of DevOps</a:t>
            </a:r>
          </a:p>
        </p:txBody>
      </p:sp>
    </p:spTree>
    <p:extLst>
      <p:ext uri="{BB962C8B-B14F-4D97-AF65-F5344CB8AC3E}">
        <p14:creationId xmlns:p14="http://schemas.microsoft.com/office/powerpoint/2010/main" val="231333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40729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871395" y="52705"/>
            <a:ext cx="63246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Development &amp; Operations United: Understanding DevOps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3032474"/>
            <a:ext cx="11832164" cy="120773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So, in simple terms,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DevOps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is a way of making sure that the people who create software and the people who run it work together seamlessly, like a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well-coordinated restaurant team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, to serve the best possible "dish" (software) to the customers.</a:t>
            </a:r>
            <a:endParaRPr lang="en-US" sz="32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0779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2514600"/>
            <a:ext cx="1519775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266758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93226</TotalTime>
  <Words>494</Words>
  <Application>Microsoft Office PowerPoint</Application>
  <PresentationFormat>Widescreen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ui-sans-serif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10051</cp:revision>
  <dcterms:created xsi:type="dcterms:W3CDTF">2006-08-16T00:00:00Z</dcterms:created>
  <dcterms:modified xsi:type="dcterms:W3CDTF">2024-06-12T08:20:58Z</dcterms:modified>
</cp:coreProperties>
</file>