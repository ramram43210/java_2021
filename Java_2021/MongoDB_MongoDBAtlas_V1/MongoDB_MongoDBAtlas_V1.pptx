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6"/>
  </p:notesMasterIdLst>
  <p:sldIdLst>
    <p:sldId id="484" r:id="rId2"/>
    <p:sldId id="486" r:id="rId3"/>
    <p:sldId id="487" r:id="rId4"/>
    <p:sldId id="488" r:id="rId5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65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9A85-288B-E361-50DA-2EA40DC9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F2D5E-8975-CB6A-429F-3AF7703AF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95D44-D359-F6C5-FAC6-9B388D3A7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457C5-2DE4-6EDB-B36C-FDBD8DD2D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084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E81A-C16A-D03F-EF5E-71E781AF5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28AD6-D9AC-BE01-3CFF-99040F63E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F33B2-6D1D-203B-E19C-5D367DDE5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C7557-9B4D-FE50-3A20-8F5C6BBD5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432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8C389-8DB6-8694-84E3-5CB63F979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18A49-DB25-76DC-3659-B1BADDA00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83BBE-A2F3-CA74-8E55-59F7DEB9C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61945-F0B5-2AB8-3846-6394194188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80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/>
          <p:cNvSpPr/>
          <p:nvPr/>
        </p:nvSpPr>
        <p:spPr>
          <a:xfrm>
            <a:off x="2362200" y="29263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difference between MongoDB and Atlas MongoDB?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3846DA-4E16-B6C3-2822-A38993B0BFC3}"/>
              </a:ext>
            </a:extLst>
          </p:cNvPr>
          <p:cNvSpPr/>
          <p:nvPr/>
        </p:nvSpPr>
        <p:spPr>
          <a:xfrm>
            <a:off x="141818" y="2247900"/>
            <a:ext cx="11908364" cy="27051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MongoDB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refers 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open-source NoSQL database system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developed by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MongoDB Inc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It is a highly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scalable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flexible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and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document-oriented database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that stores data in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JSON-like documents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with dynamic schemas, making it well-suited for a wide range of use cases, including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real-time analytics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content management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Söhne"/>
              </a:rPr>
              <a:t>mobile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applications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and more.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On the other hand, "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Atlas MongoDB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" typically refers to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MongoDB Atlas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which is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cloud-based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fully managed database service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provided by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MongoDB Inc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It is built on top of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MongoDB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offering the same powerful features and capabilities but with the added benefits of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cloud deployment and management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563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DDF5-F5A3-03CA-18B0-593663DC6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AFC02F38-0EE0-4CC7-3476-50038E1B88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05592798-2FE3-B3A0-8CD3-51AF4E4440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36671A-DA24-215C-6A44-E8586D451AC4}"/>
              </a:ext>
            </a:extLst>
          </p:cNvPr>
          <p:cNvSpPr/>
          <p:nvPr/>
        </p:nvSpPr>
        <p:spPr>
          <a:xfrm>
            <a:off x="182335" y="1286827"/>
            <a:ext cx="11908364" cy="50377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Söhne"/>
              </a:rPr>
              <a:t>Deployment Model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: MongoDB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can be deployed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on-premises or in the cloud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giving users full control over their infrastructure.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MongoDB Atlas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on the other hand, is a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cloud-based service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and is deployed and managed entirely by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MongoDB Inc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4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Söhne"/>
              </a:rPr>
              <a:t>Management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: MongoDB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requires users to handle tasks such as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provisioning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configuration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monitoring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backups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and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updates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themselves.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MongoDB Atlas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on the other hand, is a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fully managed service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meaning that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MongoDB Inc.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handles all aspects of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database administration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allowing users to focus on building and maintaining their applications.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4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Söhne"/>
              </a:rPr>
              <a:t>Scalability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: MongoDB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can be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scaled horizontally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by adding more nodes to a cluster, but users are responsible for managing the scaling process themselves.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MongoDB Atlas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offers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automated scaling capabilities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allowing users to easily scale their database clusters up or down in response to changing workload demands.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1AA83-7258-4E64-F06A-B58C165A00F0}"/>
              </a:ext>
            </a:extLst>
          </p:cNvPr>
          <p:cNvSpPr txBox="1"/>
          <p:nvPr/>
        </p:nvSpPr>
        <p:spPr>
          <a:xfrm>
            <a:off x="182335" y="717155"/>
            <a:ext cx="7166035" cy="46166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bg1"/>
                </a:solidFill>
                <a:effectLst/>
                <a:latin typeface="Google Sans"/>
              </a:rPr>
              <a:t>key differences between MongoDB and MongoDB Atlas: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F8E0F8-6541-0EE9-D076-20B34F94D2F3}"/>
              </a:ext>
            </a:extLst>
          </p:cNvPr>
          <p:cNvSpPr/>
          <p:nvPr/>
        </p:nvSpPr>
        <p:spPr>
          <a:xfrm>
            <a:off x="2362200" y="29263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difference between MongoDB and Atlas MongoDB?</a:t>
            </a:r>
          </a:p>
        </p:txBody>
      </p:sp>
    </p:spTree>
    <p:extLst>
      <p:ext uri="{BB962C8B-B14F-4D97-AF65-F5344CB8AC3E}">
        <p14:creationId xmlns:p14="http://schemas.microsoft.com/office/powerpoint/2010/main" val="245043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5F59-17F5-FFF8-934F-D9B5A87D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7A9C089F-A453-0702-1126-3833BBFFEA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1E3C290A-478C-E283-3ECC-E7ACB70DFF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184C98-C6AC-F2D5-A1EF-D3A214AC6FC8}"/>
              </a:ext>
            </a:extLst>
          </p:cNvPr>
          <p:cNvSpPr/>
          <p:nvPr/>
        </p:nvSpPr>
        <p:spPr>
          <a:xfrm>
            <a:off x="131236" y="2125027"/>
            <a:ext cx="11908364" cy="37423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l">
              <a:buFont typeface="+mj-lt"/>
              <a:buAutoNum type="arabicPeriod" startAt="4"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Söhne"/>
              </a:rPr>
              <a:t>High Availability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: MongoDB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users must configure and manage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replication and failover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to achieve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high availability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MongoDB Atlas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provides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built-in features for high availability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including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automated failover and replication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across multiple nodes, to ensure continuous uptime and data durability.</a:t>
            </a:r>
          </a:p>
          <a:p>
            <a:pPr marL="457200" indent="-457200" algn="l">
              <a:buFont typeface="+mj-lt"/>
              <a:buAutoNum type="arabicPeriod" startAt="4"/>
            </a:pPr>
            <a:endParaRPr lang="en-US" sz="24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457200" indent="-457200" algn="l">
              <a:buFont typeface="+mj-lt"/>
              <a:buAutoNum type="arabicPeriod" startAt="4"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Söhne"/>
              </a:rPr>
              <a:t>Security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: Both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MongoDB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and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MongoDB Atlas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offer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robust security features, including network isolation, encryption at rest and in transit, role-based access control (RBAC), auditing, and integration with identity providers for authentication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. However, 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MongoDB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Atlas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simplifies security configuration by providing default settings and options for compliance with industry standards.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8D6B3-8EBA-1ED8-BB85-BDA896768D71}"/>
              </a:ext>
            </a:extLst>
          </p:cNvPr>
          <p:cNvSpPr txBox="1"/>
          <p:nvPr/>
        </p:nvSpPr>
        <p:spPr>
          <a:xfrm>
            <a:off x="101301" y="1555260"/>
            <a:ext cx="7166035" cy="46166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bg1"/>
                </a:solidFill>
                <a:effectLst/>
                <a:latin typeface="Google Sans"/>
              </a:rPr>
              <a:t>key differences between MongoDB and MongoDB Atlas: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C89D88-98D4-F988-264C-87BD63D278E9}"/>
              </a:ext>
            </a:extLst>
          </p:cNvPr>
          <p:cNvSpPr/>
          <p:nvPr/>
        </p:nvSpPr>
        <p:spPr>
          <a:xfrm>
            <a:off x="2362200" y="29263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difference between MongoDB and Atlas MongoDB?</a:t>
            </a:r>
          </a:p>
        </p:txBody>
      </p:sp>
    </p:spTree>
    <p:extLst>
      <p:ext uri="{BB962C8B-B14F-4D97-AF65-F5344CB8AC3E}">
        <p14:creationId xmlns:p14="http://schemas.microsoft.com/office/powerpoint/2010/main" val="12019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2DE39-648E-C724-8CCD-45277FBA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5D04E320-D318-EB96-C393-36813DEA93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6CF9AB89-262B-FCFB-A34C-8788014837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D0DB97-D586-01E2-0472-106482E3EB3A}"/>
              </a:ext>
            </a:extLst>
          </p:cNvPr>
          <p:cNvSpPr/>
          <p:nvPr/>
        </p:nvSpPr>
        <p:spPr>
          <a:xfrm>
            <a:off x="2362200" y="29263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difference between MongoDB and Atlas MongoDB?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EAE87D-E094-6510-4A35-754FE360A2DB}"/>
              </a:ext>
            </a:extLst>
          </p:cNvPr>
          <p:cNvSpPr/>
          <p:nvPr/>
        </p:nvSpPr>
        <p:spPr>
          <a:xfrm>
            <a:off x="141818" y="2514600"/>
            <a:ext cx="11908364" cy="1485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In summary,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MongoDB is the open-source database system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while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MongoDB Atlas is a </a:t>
            </a:r>
          </a:p>
          <a:p>
            <a:pPr algn="l"/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cloud-based, fully managed service built on top of MongoDB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offering simplified deployment, management, scalability, and high availability in a cloud-native environment.</a:t>
            </a:r>
            <a:endParaRPr lang="en-US" sz="36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09390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91612</TotalTime>
  <Words>472</Words>
  <Application>Microsoft Office PowerPoint</Application>
  <PresentationFormat>Widescreen</PresentationFormat>
  <Paragraphs>21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Google Sans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10005</cp:revision>
  <dcterms:created xsi:type="dcterms:W3CDTF">2006-08-16T00:00:00Z</dcterms:created>
  <dcterms:modified xsi:type="dcterms:W3CDTF">2024-05-24T07:56:51Z</dcterms:modified>
</cp:coreProperties>
</file>