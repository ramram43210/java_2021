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72" r:id="rId1"/>
  </p:sldMasterIdLst>
  <p:notesMasterIdLst>
    <p:notesMasterId r:id="rId9"/>
  </p:notesMasterIdLst>
  <p:sldIdLst>
    <p:sldId id="471" r:id="rId2"/>
    <p:sldId id="475" r:id="rId3"/>
    <p:sldId id="476" r:id="rId4"/>
    <p:sldId id="477" r:id="rId5"/>
    <p:sldId id="478" r:id="rId6"/>
    <p:sldId id="479" r:id="rId7"/>
    <p:sldId id="481" r:id="rId8"/>
  </p:sldIdLst>
  <p:sldSz cx="12192000" cy="6858000"/>
  <p:notesSz cx="6858000" cy="9144000"/>
  <p:defaultTextStyle>
    <a:defPPr>
      <a:defRPr lang="en-US"/>
    </a:defPPr>
    <a:lvl1pPr marL="0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1pPr>
    <a:lvl2pPr marL="623438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2pPr>
    <a:lvl3pPr marL="1246876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3pPr>
    <a:lvl4pPr marL="1870314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4pPr>
    <a:lvl5pPr marL="2493752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5pPr>
    <a:lvl6pPr marL="3117190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6pPr>
    <a:lvl7pPr marL="3740628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7pPr>
    <a:lvl8pPr marL="4364065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8pPr>
    <a:lvl9pPr marL="4987503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E4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537" autoAdjust="0"/>
    <p:restoredTop sz="94291" autoAdjust="0"/>
  </p:normalViewPr>
  <p:slideViewPr>
    <p:cSldViewPr>
      <p:cViewPr varScale="1">
        <p:scale>
          <a:sx n="67" d="100"/>
          <a:sy n="67" d="100"/>
        </p:scale>
        <p:origin x="1406" y="86"/>
      </p:cViewPr>
      <p:guideLst>
        <p:guide orient="horz" pos="2161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2838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274EC6-3890-417B-9308-14EFBD00FA63}" type="datetimeFigureOut">
              <a:rPr lang="en-US" smtClean="0"/>
              <a:t>6/6/2024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83C400-BD9D-4609-A213-F91E975003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1783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1pPr>
    <a:lvl2pPr marL="623438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2pPr>
    <a:lvl3pPr marL="1246876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3pPr>
    <a:lvl4pPr marL="1870314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4pPr>
    <a:lvl5pPr marL="2493752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5pPr>
    <a:lvl6pPr marL="3117190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6pPr>
    <a:lvl7pPr marL="3740628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7pPr>
    <a:lvl8pPr marL="4364065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8pPr>
    <a:lvl9pPr marL="4987503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40209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60633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6605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23791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2474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05386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07559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5386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918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6" y="440691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6" y="2906724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2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65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4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1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1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49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7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5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9492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3164"/>
            <a:ext cx="5384800" cy="3319462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2" y="1173164"/>
            <a:ext cx="5384800" cy="3319462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105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3" y="1535120"/>
            <a:ext cx="5386919" cy="63976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2" indent="0">
              <a:buNone/>
              <a:defRPr sz="2667" b="1"/>
            </a:lvl2pPr>
            <a:lvl3pPr marL="1219165" indent="0">
              <a:buNone/>
              <a:defRPr sz="2400" b="1"/>
            </a:lvl3pPr>
            <a:lvl4pPr marL="1828747" indent="0">
              <a:buNone/>
              <a:defRPr sz="2133" b="1"/>
            </a:lvl4pPr>
            <a:lvl5pPr marL="2438331" indent="0">
              <a:buNone/>
              <a:defRPr sz="2133" b="1"/>
            </a:lvl5pPr>
            <a:lvl6pPr marL="3047912" indent="0">
              <a:buNone/>
              <a:defRPr sz="2133" b="1"/>
            </a:lvl6pPr>
            <a:lvl7pPr marL="3657494" indent="0">
              <a:buNone/>
              <a:defRPr sz="2133" b="1"/>
            </a:lvl7pPr>
            <a:lvl8pPr marL="4267075" indent="0">
              <a:buNone/>
              <a:defRPr sz="2133" b="1"/>
            </a:lvl8pPr>
            <a:lvl9pPr marL="4876659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3" y="2174882"/>
            <a:ext cx="5386919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7" y="1535120"/>
            <a:ext cx="5389035" cy="63976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2" indent="0">
              <a:buNone/>
              <a:defRPr sz="2667" b="1"/>
            </a:lvl2pPr>
            <a:lvl3pPr marL="1219165" indent="0">
              <a:buNone/>
              <a:defRPr sz="2400" b="1"/>
            </a:lvl3pPr>
            <a:lvl4pPr marL="1828747" indent="0">
              <a:buNone/>
              <a:defRPr sz="2133" b="1"/>
            </a:lvl4pPr>
            <a:lvl5pPr marL="2438331" indent="0">
              <a:buNone/>
              <a:defRPr sz="2133" b="1"/>
            </a:lvl5pPr>
            <a:lvl6pPr marL="3047912" indent="0">
              <a:buNone/>
              <a:defRPr sz="2133" b="1"/>
            </a:lvl6pPr>
            <a:lvl7pPr marL="3657494" indent="0">
              <a:buNone/>
              <a:defRPr sz="2133" b="1"/>
            </a:lvl7pPr>
            <a:lvl8pPr marL="4267075" indent="0">
              <a:buNone/>
              <a:defRPr sz="2133" b="1"/>
            </a:lvl8pPr>
            <a:lvl9pPr marL="4876659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7" y="2174882"/>
            <a:ext cx="5389035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5226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635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2554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10" y="273050"/>
            <a:ext cx="4011086" cy="1162050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6" y="273061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5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10" y="1435111"/>
            <a:ext cx="4011086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2" indent="0">
              <a:buNone/>
              <a:defRPr sz="1600"/>
            </a:lvl2pPr>
            <a:lvl3pPr marL="1219165" indent="0">
              <a:buNone/>
              <a:defRPr sz="1335"/>
            </a:lvl3pPr>
            <a:lvl4pPr marL="1828747" indent="0">
              <a:buNone/>
              <a:defRPr sz="1200"/>
            </a:lvl4pPr>
            <a:lvl5pPr marL="2438331" indent="0">
              <a:buNone/>
              <a:defRPr sz="1200"/>
            </a:lvl5pPr>
            <a:lvl6pPr marL="3047912" indent="0">
              <a:buNone/>
              <a:defRPr sz="1200"/>
            </a:lvl6pPr>
            <a:lvl7pPr marL="3657494" indent="0">
              <a:buNone/>
              <a:defRPr sz="1200"/>
            </a:lvl7pPr>
            <a:lvl8pPr marL="4267075" indent="0">
              <a:buNone/>
              <a:defRPr sz="1200"/>
            </a:lvl8pPr>
            <a:lvl9pPr marL="4876659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5159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2" indent="0">
              <a:buNone/>
              <a:defRPr sz="3735"/>
            </a:lvl2pPr>
            <a:lvl3pPr marL="1219165" indent="0">
              <a:buNone/>
              <a:defRPr sz="3200"/>
            </a:lvl3pPr>
            <a:lvl4pPr marL="1828747" indent="0">
              <a:buNone/>
              <a:defRPr sz="2667"/>
            </a:lvl4pPr>
            <a:lvl5pPr marL="2438331" indent="0">
              <a:buNone/>
              <a:defRPr sz="2667"/>
            </a:lvl5pPr>
            <a:lvl6pPr marL="3047912" indent="0">
              <a:buNone/>
              <a:defRPr sz="2667"/>
            </a:lvl6pPr>
            <a:lvl7pPr marL="3657494" indent="0">
              <a:buNone/>
              <a:defRPr sz="2667"/>
            </a:lvl7pPr>
            <a:lvl8pPr marL="4267075" indent="0">
              <a:buNone/>
              <a:defRPr sz="2667"/>
            </a:lvl8pPr>
            <a:lvl9pPr marL="4876659" indent="0">
              <a:buNone/>
              <a:defRPr sz="2667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867"/>
            </a:lvl1pPr>
            <a:lvl2pPr marL="609582" indent="0">
              <a:buNone/>
              <a:defRPr sz="1600"/>
            </a:lvl2pPr>
            <a:lvl3pPr marL="1219165" indent="0">
              <a:buNone/>
              <a:defRPr sz="1335"/>
            </a:lvl3pPr>
            <a:lvl4pPr marL="1828747" indent="0">
              <a:buNone/>
              <a:defRPr sz="1200"/>
            </a:lvl4pPr>
            <a:lvl5pPr marL="2438331" indent="0">
              <a:buNone/>
              <a:defRPr sz="1200"/>
            </a:lvl5pPr>
            <a:lvl6pPr marL="3047912" indent="0">
              <a:buNone/>
              <a:defRPr sz="1200"/>
            </a:lvl6pPr>
            <a:lvl7pPr marL="3657494" indent="0">
              <a:buNone/>
              <a:defRPr sz="1200"/>
            </a:lvl7pPr>
            <a:lvl8pPr marL="4267075" indent="0">
              <a:buNone/>
              <a:defRPr sz="1200"/>
            </a:lvl8pPr>
            <a:lvl9pPr marL="4876659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650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1224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01614"/>
            <a:ext cx="2743200" cy="42910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2" y="201614"/>
            <a:ext cx="8026400" cy="42910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495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2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4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4994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xStyles>
    <p:titleStyle>
      <a:lvl1pPr algn="ctr" defTabSz="1219165" rtl="0" eaLnBrk="1" latinLnBrk="0" hangingPunct="1">
        <a:spcBef>
          <a:spcPct val="0"/>
        </a:spcBef>
        <a:buNone/>
        <a:defRPr sz="58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8" indent="-457188" algn="l" defTabSz="1219165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2" indent="-380990" algn="l" defTabSz="1219165" rtl="0" eaLnBrk="1" latinLnBrk="0" hangingPunct="1">
        <a:spcBef>
          <a:spcPct val="20000"/>
        </a:spcBef>
        <a:buFont typeface="Arial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3955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39" indent="-304792" algn="l" defTabSz="1219165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21" indent="-304792" algn="l" defTabSz="1219165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04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86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67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51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2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65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47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1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12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94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75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59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14" name="Rectangle 13"/>
          <p:cNvSpPr/>
          <p:nvPr/>
        </p:nvSpPr>
        <p:spPr>
          <a:xfrm>
            <a:off x="3352800" y="72818"/>
            <a:ext cx="55626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Connecting Your Spring Boot App to MongoDB Atlas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768114-42CE-D268-85F5-82A353525A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3727"/>
            <a:ext cx="12192000" cy="25093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9D84368-6D9E-8142-EDA9-ECF6EE8E5D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9482" y="2435018"/>
            <a:ext cx="1403497" cy="68580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</p:pic>
      <p:pic>
        <p:nvPicPr>
          <p:cNvPr id="4" name="Picture 4" descr="Connect Terraform and MongoDB Atlas | StrongDM">
            <a:extLst>
              <a:ext uri="{FF2B5EF4-FFF2-40B4-BE49-F238E27FC236}">
                <a16:creationId xmlns:a16="http://schemas.microsoft.com/office/drawing/2014/main" id="{1BD8D673-D828-A174-B312-AF51C70E3B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4402" y="3425618"/>
            <a:ext cx="1687598" cy="1031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404090CD-F20C-2E32-AB51-497E469B606E}"/>
              </a:ext>
            </a:extLst>
          </p:cNvPr>
          <p:cNvSpPr/>
          <p:nvPr/>
        </p:nvSpPr>
        <p:spPr>
          <a:xfrm>
            <a:off x="6629400" y="5025817"/>
            <a:ext cx="5181600" cy="1298783"/>
          </a:xfrm>
          <a:prstGeom prst="wedgeRoundRectCallout">
            <a:avLst>
              <a:gd name="adj1" fmla="val 33635"/>
              <a:gd name="adj2" fmla="val -103104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>
                <a:solidFill>
                  <a:schemeClr val="tx1"/>
                </a:solidFill>
              </a:rPr>
              <a:t>MongoDB Atlas is a cloud-based database service provided by MongoDB, Inc. It offers a fully managed, scalable, and secure version of the MongoDB database</a:t>
            </a:r>
          </a:p>
        </p:txBody>
      </p:sp>
    </p:spTree>
    <p:extLst>
      <p:ext uri="{BB962C8B-B14F-4D97-AF65-F5344CB8AC3E}">
        <p14:creationId xmlns:p14="http://schemas.microsoft.com/office/powerpoint/2010/main" val="3165863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24D723-3219-D362-FE80-0D982DFFFB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342" y="3028162"/>
            <a:ext cx="10013315" cy="247283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A170636-3EC5-96F0-4B49-E478FAD6EE5B}"/>
              </a:ext>
            </a:extLst>
          </p:cNvPr>
          <p:cNvSpPr txBox="1"/>
          <p:nvPr/>
        </p:nvSpPr>
        <p:spPr>
          <a:xfrm>
            <a:off x="207436" y="696390"/>
            <a:ext cx="11679764" cy="122533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b="1" dirty="0"/>
              <a:t>Step 1: Add Dependencies</a:t>
            </a:r>
            <a:br>
              <a:rPr lang="en-US" b="1" dirty="0"/>
            </a:br>
            <a:endParaRPr lang="en-US" b="1" dirty="0"/>
          </a:p>
          <a:p>
            <a:r>
              <a:rPr lang="en-US" dirty="0"/>
              <a:t>	Include the necessary dependencies in your Spring Boot project's pom.xml file: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2D03C97-DD66-C171-159F-67D819BAE28F}"/>
              </a:ext>
            </a:extLst>
          </p:cNvPr>
          <p:cNvSpPr/>
          <p:nvPr/>
        </p:nvSpPr>
        <p:spPr>
          <a:xfrm>
            <a:off x="3352800" y="72818"/>
            <a:ext cx="55626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Connecting Your Spring Boot App to MongoDB Atlas</a:t>
            </a:r>
          </a:p>
        </p:txBody>
      </p:sp>
    </p:spTree>
    <p:extLst>
      <p:ext uri="{BB962C8B-B14F-4D97-AF65-F5344CB8AC3E}">
        <p14:creationId xmlns:p14="http://schemas.microsoft.com/office/powerpoint/2010/main" val="3284336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170636-3EC5-96F0-4B49-E478FAD6EE5B}"/>
              </a:ext>
            </a:extLst>
          </p:cNvPr>
          <p:cNvSpPr txBox="1"/>
          <p:nvPr/>
        </p:nvSpPr>
        <p:spPr>
          <a:xfrm>
            <a:off x="207436" y="899589"/>
            <a:ext cx="11727890" cy="235833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b="1" dirty="0"/>
              <a:t>Step 2: Configure MongoDB Connection</a:t>
            </a:r>
            <a:br>
              <a:rPr lang="en-US" b="1" dirty="0"/>
            </a:br>
            <a:endParaRPr lang="en-US" b="1" dirty="0"/>
          </a:p>
          <a:p>
            <a:r>
              <a:rPr lang="en-US" dirty="0"/>
              <a:t>In your Spring Boot project's </a:t>
            </a:r>
            <a:r>
              <a:rPr lang="en-US" dirty="0" err="1"/>
              <a:t>application.properties</a:t>
            </a:r>
            <a:r>
              <a:rPr lang="en-US" dirty="0"/>
              <a:t> file, specify the MongoDB connection details:</a:t>
            </a:r>
          </a:p>
          <a:p>
            <a:endParaRPr lang="en-US" dirty="0"/>
          </a:p>
          <a:p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You can adjust the URI and database name according to your MongoDB setup.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B9FEC4-4097-2339-27EF-950308FC12AA}"/>
              </a:ext>
            </a:extLst>
          </p:cNvPr>
          <p:cNvSpPr/>
          <p:nvPr/>
        </p:nvSpPr>
        <p:spPr>
          <a:xfrm>
            <a:off x="3352800" y="72818"/>
            <a:ext cx="55626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Connecting Your Spring Boot App to MongoDB Atlas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7E08100-851E-C484-2E39-04B9377C5D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470" y="4495800"/>
            <a:ext cx="11875059" cy="101625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1793987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170636-3EC5-96F0-4B49-E478FAD6EE5B}"/>
              </a:ext>
            </a:extLst>
          </p:cNvPr>
          <p:cNvSpPr txBox="1"/>
          <p:nvPr/>
        </p:nvSpPr>
        <p:spPr>
          <a:xfrm>
            <a:off x="207436" y="899589"/>
            <a:ext cx="11727890" cy="193899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2000" b="1" dirty="0"/>
              <a:t>Step 3: Create a MongoDB Entity</a:t>
            </a:r>
            <a:br>
              <a:rPr lang="en-US" sz="2000" b="1" dirty="0"/>
            </a:br>
            <a:endParaRPr lang="en-US" sz="2000" b="1" dirty="0"/>
          </a:p>
          <a:p>
            <a:r>
              <a:rPr lang="en-US" sz="2000" dirty="0"/>
              <a:t>Define a MongoDB entity class that represents a document in your MongoDB collection. Annotate the class with </a:t>
            </a:r>
            <a:r>
              <a:rPr lang="en-US" sz="2000" dirty="0">
                <a:solidFill>
                  <a:srgbClr val="FF0000"/>
                </a:solidFill>
              </a:rPr>
              <a:t>@Document </a:t>
            </a:r>
            <a:r>
              <a:rPr lang="en-US" sz="2000" dirty="0"/>
              <a:t>and define the fields and their mappings. </a:t>
            </a:r>
            <a:r>
              <a:rPr lang="en-US" sz="2000" b="0" i="0" dirty="0">
                <a:solidFill>
                  <a:srgbClr val="273239"/>
                </a:solidFill>
                <a:effectLst/>
              </a:rPr>
              <a:t>please keep in mind that your class will be your Collection name (Table name) and the variable will be column name when it will create in your database. For</a:t>
            </a:r>
            <a:r>
              <a:rPr lang="en-US" sz="2000" dirty="0"/>
              <a:t> example: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EAA95D2-9B59-1BCC-F813-C78730F5A2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0" y="3286657"/>
            <a:ext cx="6386113" cy="318543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CE39C63-C22B-6090-AA13-EBB5BDD1353B}"/>
              </a:ext>
            </a:extLst>
          </p:cNvPr>
          <p:cNvSpPr/>
          <p:nvPr/>
        </p:nvSpPr>
        <p:spPr>
          <a:xfrm>
            <a:off x="3352800" y="72818"/>
            <a:ext cx="55626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Connecting Your Spring Boot App to MongoDB Atlas</a:t>
            </a:r>
          </a:p>
        </p:txBody>
      </p:sp>
    </p:spTree>
    <p:extLst>
      <p:ext uri="{BB962C8B-B14F-4D97-AF65-F5344CB8AC3E}">
        <p14:creationId xmlns:p14="http://schemas.microsoft.com/office/powerpoint/2010/main" val="3710225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170636-3EC5-96F0-4B49-E478FAD6EE5B}"/>
              </a:ext>
            </a:extLst>
          </p:cNvPr>
          <p:cNvSpPr txBox="1"/>
          <p:nvPr/>
        </p:nvSpPr>
        <p:spPr>
          <a:xfrm>
            <a:off x="232055" y="569868"/>
            <a:ext cx="11727890" cy="230832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800" b="1" dirty="0"/>
              <a:t>Step 4: Define MongoDB Repository</a:t>
            </a:r>
            <a:br>
              <a:rPr lang="en-US" sz="1800" b="1" dirty="0"/>
            </a:br>
            <a:endParaRPr lang="en-US" sz="1800" b="1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800" dirty="0"/>
              <a:t>Create a MongoDB repository interface by extending the </a:t>
            </a:r>
            <a:r>
              <a:rPr lang="en-US" sz="1800" dirty="0" err="1"/>
              <a:t>MongoRepository</a:t>
            </a:r>
            <a:r>
              <a:rPr lang="en-US" sz="1800" dirty="0"/>
              <a:t> Interface provided by Spring Data MongoDB.</a:t>
            </a:r>
            <a:r>
              <a:rPr lang="en-US" sz="1800" b="0" i="0" dirty="0">
                <a:solidFill>
                  <a:srgbClr val="273239"/>
                </a:solidFill>
                <a:effectLst/>
                <a:latin typeface="Nunito" pitchFamily="2" charset="0"/>
              </a:rPr>
              <a:t> </a:t>
            </a:r>
            <a:r>
              <a:rPr lang="en-US" sz="1800" dirty="0">
                <a:solidFill>
                  <a:srgbClr val="273239"/>
                </a:solidFill>
                <a:latin typeface="Nunito" pitchFamily="2" charset="0"/>
              </a:rPr>
              <a:t>W</a:t>
            </a:r>
            <a:r>
              <a:rPr lang="en-US" sz="1800" b="0" i="0" dirty="0">
                <a:solidFill>
                  <a:srgbClr val="273239"/>
                </a:solidFill>
                <a:effectLst/>
                <a:latin typeface="Nunito" pitchFamily="2" charset="0"/>
              </a:rPr>
              <a:t>ith the help of this interface we will perform </a:t>
            </a:r>
            <a:r>
              <a:rPr lang="en-US" sz="1800" b="1" i="0" dirty="0">
                <a:solidFill>
                  <a:srgbClr val="273239"/>
                </a:solidFill>
                <a:effectLst/>
                <a:latin typeface="Nunito" pitchFamily="2" charset="0"/>
              </a:rPr>
              <a:t>CRUD (Create, Read, Update, Delete) operation</a:t>
            </a:r>
            <a:r>
              <a:rPr lang="en-US" sz="1800" b="0" i="0" dirty="0">
                <a:solidFill>
                  <a:srgbClr val="273239"/>
                </a:solidFill>
                <a:effectLst/>
                <a:latin typeface="Nunito" pitchFamily="2" charset="0"/>
              </a:rPr>
              <a:t> in our database.</a:t>
            </a:r>
            <a:r>
              <a:rPr lang="en-US" sz="1800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sz="18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800" dirty="0" err="1"/>
              <a:t>MongoRepository</a:t>
            </a:r>
            <a:r>
              <a:rPr lang="en-US" sz="1800" dirty="0"/>
              <a:t>&lt;</a:t>
            </a:r>
            <a:r>
              <a:rPr lang="en-US" sz="1800" dirty="0" err="1"/>
              <a:t>User,String</a:t>
            </a:r>
            <a:r>
              <a:rPr lang="en-US" sz="1800" dirty="0"/>
              <a:t>&gt; here “User” is my class name and “String” is my </a:t>
            </a:r>
            <a:r>
              <a:rPr lang="en-US" sz="1800" dirty="0" err="1"/>
              <a:t>userId</a:t>
            </a:r>
            <a:r>
              <a:rPr lang="en-US" sz="1800" dirty="0"/>
              <a:t> data type that we already defined in the User class and annotated with “@Id”.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B21732-BC33-1D0C-96E2-6922BE5D83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335" y="3681867"/>
            <a:ext cx="10242168" cy="259102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C129533-4B33-771D-7FBC-553ED39EE446}"/>
              </a:ext>
            </a:extLst>
          </p:cNvPr>
          <p:cNvSpPr/>
          <p:nvPr/>
        </p:nvSpPr>
        <p:spPr>
          <a:xfrm>
            <a:off x="3352800" y="72818"/>
            <a:ext cx="55626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Connecting Your Spring Boot App to MongoDB Atlas</a:t>
            </a:r>
          </a:p>
        </p:txBody>
      </p:sp>
    </p:spTree>
    <p:extLst>
      <p:ext uri="{BB962C8B-B14F-4D97-AF65-F5344CB8AC3E}">
        <p14:creationId xmlns:p14="http://schemas.microsoft.com/office/powerpoint/2010/main" val="382989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170636-3EC5-96F0-4B49-E478FAD6EE5B}"/>
              </a:ext>
            </a:extLst>
          </p:cNvPr>
          <p:cNvSpPr txBox="1"/>
          <p:nvPr/>
        </p:nvSpPr>
        <p:spPr>
          <a:xfrm>
            <a:off x="232055" y="593585"/>
            <a:ext cx="11727890" cy="160300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b="1" dirty="0"/>
              <a:t>Step 5: Use MongoDB Repository</a:t>
            </a:r>
            <a:br>
              <a:rPr lang="en-US" b="1" dirty="0"/>
            </a:br>
            <a:endParaRPr lang="en-US" b="1" dirty="0"/>
          </a:p>
          <a:p>
            <a:r>
              <a:rPr lang="en-US" dirty="0"/>
              <a:t>Inject the MongoDB repository into your Spring Boot service class and use it to perform database operations. For example: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70FA41-9BDE-1E0F-9472-715AA23A12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400" y="2353026"/>
            <a:ext cx="5462484" cy="426146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A7BFD18-AE89-7652-035A-AD4BB8FA3ADD}"/>
              </a:ext>
            </a:extLst>
          </p:cNvPr>
          <p:cNvSpPr/>
          <p:nvPr/>
        </p:nvSpPr>
        <p:spPr>
          <a:xfrm>
            <a:off x="3352800" y="72818"/>
            <a:ext cx="55626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Connecting Your Spring Boot App to MongoDB Atlas</a:t>
            </a:r>
          </a:p>
        </p:txBody>
      </p:sp>
    </p:spTree>
    <p:extLst>
      <p:ext uri="{BB962C8B-B14F-4D97-AF65-F5344CB8AC3E}">
        <p14:creationId xmlns:p14="http://schemas.microsoft.com/office/powerpoint/2010/main" val="2312688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170636-3EC5-96F0-4B49-E478FAD6EE5B}"/>
              </a:ext>
            </a:extLst>
          </p:cNvPr>
          <p:cNvSpPr txBox="1"/>
          <p:nvPr/>
        </p:nvSpPr>
        <p:spPr>
          <a:xfrm>
            <a:off x="232055" y="593585"/>
            <a:ext cx="11727890" cy="160300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b="1" dirty="0"/>
              <a:t>Step 6: Define Controller class which uses Service Class</a:t>
            </a:r>
            <a:br>
              <a:rPr lang="en-US" b="1" dirty="0"/>
            </a:br>
            <a:endParaRPr lang="en-US" b="1" dirty="0"/>
          </a:p>
          <a:p>
            <a:r>
              <a:rPr lang="en-US" dirty="0"/>
              <a:t>We will create the controller class from there we will perform CRUD operation in our database. We annotate the controller class with </a:t>
            </a:r>
            <a:r>
              <a:rPr lang="en-US" dirty="0">
                <a:solidFill>
                  <a:srgbClr val="FF0000"/>
                </a:solidFill>
              </a:rPr>
              <a:t>@RestController</a:t>
            </a:r>
            <a:r>
              <a:rPr lang="en-US" dirty="0"/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70F211-EED0-3D74-5064-F5E762A72B2B}"/>
              </a:ext>
            </a:extLst>
          </p:cNvPr>
          <p:cNvSpPr txBox="1"/>
          <p:nvPr/>
        </p:nvSpPr>
        <p:spPr>
          <a:xfrm>
            <a:off x="6950798" y="4061248"/>
            <a:ext cx="5029200" cy="1200329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n-US" sz="1800" b="0" i="0" dirty="0">
                <a:solidFill>
                  <a:srgbClr val="374151"/>
                </a:solidFill>
                <a:effectLst/>
                <a:latin typeface="Söhne"/>
              </a:rPr>
              <a:t>That's it! Now you have connected MongoDB with Spring Boot. You can use the MongoDB repository to perform CRUD operations on your MongoDB database.</a:t>
            </a:r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97E3DC-6C28-BCFE-5899-D8C2F9AA4D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6700" y="2332973"/>
            <a:ext cx="4789300" cy="430072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832DF4C-DDA6-9F80-A6A6-FEC13C764724}"/>
              </a:ext>
            </a:extLst>
          </p:cNvPr>
          <p:cNvSpPr/>
          <p:nvPr/>
        </p:nvSpPr>
        <p:spPr>
          <a:xfrm>
            <a:off x="3352800" y="72818"/>
            <a:ext cx="55626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Connecting Your Spring Boot App to MongoDB Atlas</a:t>
            </a:r>
          </a:p>
        </p:txBody>
      </p:sp>
    </p:spTree>
    <p:extLst>
      <p:ext uri="{BB962C8B-B14F-4D97-AF65-F5344CB8AC3E}">
        <p14:creationId xmlns:p14="http://schemas.microsoft.com/office/powerpoint/2010/main" val="1607642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90845</TotalTime>
  <Words>395</Words>
  <Application>Microsoft Office PowerPoint</Application>
  <PresentationFormat>Widescreen</PresentationFormat>
  <Paragraphs>32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Nunito</vt:lpstr>
      <vt:lpstr>Söhne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Ramesh</dc:creator>
  <cp:lastModifiedBy>Ramesh N</cp:lastModifiedBy>
  <cp:revision>9782</cp:revision>
  <dcterms:created xsi:type="dcterms:W3CDTF">2006-08-16T00:00:00Z</dcterms:created>
  <dcterms:modified xsi:type="dcterms:W3CDTF">2024-06-06T12:15:08Z</dcterms:modified>
</cp:coreProperties>
</file>