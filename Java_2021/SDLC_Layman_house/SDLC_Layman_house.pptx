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11"/>
  </p:notesMasterIdLst>
  <p:sldIdLst>
    <p:sldId id="472" r:id="rId2"/>
    <p:sldId id="473" r:id="rId3"/>
    <p:sldId id="476" r:id="rId4"/>
    <p:sldId id="477" r:id="rId5"/>
    <p:sldId id="478" r:id="rId6"/>
    <p:sldId id="479" r:id="rId7"/>
    <p:sldId id="480" r:id="rId8"/>
    <p:sldId id="481" r:id="rId9"/>
    <p:sldId id="482" r:id="rId10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esh N" initials="RN" lastIdx="1" clrIdx="0">
    <p:extLst>
      <p:ext uri="{19B8F6BF-5375-455C-9EA6-DF929625EA0E}">
        <p15:presenceInfo xmlns:p15="http://schemas.microsoft.com/office/powerpoint/2012/main" userId="10c340b3cc87b9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1" autoAdjust="0"/>
    <p:restoredTop sz="94291" autoAdjust="0"/>
  </p:normalViewPr>
  <p:slideViewPr>
    <p:cSldViewPr>
      <p:cViewPr varScale="1">
        <p:scale>
          <a:sx n="71" d="100"/>
          <a:sy n="71" d="100"/>
        </p:scale>
        <p:origin x="1099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31D4C6-3E54-4897-B3F8-BA21ABAC7F3E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C931C053-4AF5-444D-AFDD-8736582C6437}">
      <dgm:prSet phldrT="[Text]"/>
      <dgm:spPr/>
      <dgm:t>
        <a:bodyPr/>
        <a:lstStyle/>
        <a:p>
          <a:r>
            <a:rPr lang="en-US" b="1" i="0" dirty="0"/>
            <a:t>Planning</a:t>
          </a:r>
          <a:endParaRPr lang="en-US" dirty="0"/>
        </a:p>
      </dgm:t>
    </dgm:pt>
    <dgm:pt modelId="{934FAA71-8DC6-4EB2-8902-8F39FD0617CA}" type="parTrans" cxnId="{7DD3C4D5-DC83-45C3-A4C2-8DA31D20E316}">
      <dgm:prSet/>
      <dgm:spPr/>
      <dgm:t>
        <a:bodyPr/>
        <a:lstStyle/>
        <a:p>
          <a:endParaRPr lang="en-US"/>
        </a:p>
      </dgm:t>
    </dgm:pt>
    <dgm:pt modelId="{C5854B62-0269-4733-9E52-FE9BA4BDA23E}" type="sibTrans" cxnId="{7DD3C4D5-DC83-45C3-A4C2-8DA31D20E316}">
      <dgm:prSet/>
      <dgm:spPr/>
      <dgm:t>
        <a:bodyPr/>
        <a:lstStyle/>
        <a:p>
          <a:endParaRPr lang="en-US"/>
        </a:p>
      </dgm:t>
    </dgm:pt>
    <dgm:pt modelId="{99E535DC-FA4A-4FB6-BF66-0849E8DFE9EE}">
      <dgm:prSet phldrT="[Text]"/>
      <dgm:spPr/>
      <dgm:t>
        <a:bodyPr/>
        <a:lstStyle/>
        <a:p>
          <a:r>
            <a:rPr lang="en-US" b="1" i="0" dirty="0"/>
            <a:t>Design</a:t>
          </a:r>
          <a:endParaRPr lang="en-US" dirty="0"/>
        </a:p>
      </dgm:t>
    </dgm:pt>
    <dgm:pt modelId="{CC6BA52F-3BD2-499D-8D7E-3D73547DF61A}" type="parTrans" cxnId="{4A816498-A4EA-45F3-A836-CAC73F3742EB}">
      <dgm:prSet/>
      <dgm:spPr/>
      <dgm:t>
        <a:bodyPr/>
        <a:lstStyle/>
        <a:p>
          <a:endParaRPr lang="en-US"/>
        </a:p>
      </dgm:t>
    </dgm:pt>
    <dgm:pt modelId="{4D88C141-F91A-4014-8627-C1AD64F8778F}" type="sibTrans" cxnId="{4A816498-A4EA-45F3-A836-CAC73F3742EB}">
      <dgm:prSet/>
      <dgm:spPr/>
      <dgm:t>
        <a:bodyPr/>
        <a:lstStyle/>
        <a:p>
          <a:endParaRPr lang="en-US"/>
        </a:p>
      </dgm:t>
    </dgm:pt>
    <dgm:pt modelId="{45BDF2C4-1E59-4DF6-B532-2A107BFAFEAD}">
      <dgm:prSet phldrT="[Text]"/>
      <dgm:spPr/>
      <dgm:t>
        <a:bodyPr/>
        <a:lstStyle/>
        <a:p>
          <a:r>
            <a:rPr lang="en-US" b="1" i="0" dirty="0"/>
            <a:t>Development</a:t>
          </a:r>
          <a:endParaRPr lang="en-US" dirty="0"/>
        </a:p>
      </dgm:t>
    </dgm:pt>
    <dgm:pt modelId="{40F13002-115E-4D61-BEB4-EAAA2621F64C}" type="parTrans" cxnId="{B5395D6B-0040-45FE-830B-FE0B03526775}">
      <dgm:prSet/>
      <dgm:spPr/>
      <dgm:t>
        <a:bodyPr/>
        <a:lstStyle/>
        <a:p>
          <a:endParaRPr lang="en-US"/>
        </a:p>
      </dgm:t>
    </dgm:pt>
    <dgm:pt modelId="{1C1DAA91-70C4-4525-814B-70C6DC6D94DF}" type="sibTrans" cxnId="{B5395D6B-0040-45FE-830B-FE0B03526775}">
      <dgm:prSet/>
      <dgm:spPr/>
      <dgm:t>
        <a:bodyPr/>
        <a:lstStyle/>
        <a:p>
          <a:endParaRPr lang="en-US"/>
        </a:p>
      </dgm:t>
    </dgm:pt>
    <dgm:pt modelId="{F8B41342-A13E-4475-A688-96F2E363BC7F}">
      <dgm:prSet phldrT="[Text]"/>
      <dgm:spPr/>
      <dgm:t>
        <a:bodyPr/>
        <a:lstStyle/>
        <a:p>
          <a:r>
            <a:rPr lang="en-US" b="1" i="0" dirty="0"/>
            <a:t>Testing</a:t>
          </a:r>
          <a:endParaRPr lang="en-US" dirty="0"/>
        </a:p>
      </dgm:t>
    </dgm:pt>
    <dgm:pt modelId="{37B29171-E488-40E6-B95E-0A8D0411DD2D}" type="parTrans" cxnId="{75FD757C-027B-4495-A3CB-2C1EE7D900B1}">
      <dgm:prSet/>
      <dgm:spPr/>
      <dgm:t>
        <a:bodyPr/>
        <a:lstStyle/>
        <a:p>
          <a:endParaRPr lang="en-US"/>
        </a:p>
      </dgm:t>
    </dgm:pt>
    <dgm:pt modelId="{B1F8E482-110F-4106-8C82-30C8F4C11A0F}" type="sibTrans" cxnId="{75FD757C-027B-4495-A3CB-2C1EE7D900B1}">
      <dgm:prSet/>
      <dgm:spPr/>
      <dgm:t>
        <a:bodyPr/>
        <a:lstStyle/>
        <a:p>
          <a:endParaRPr lang="en-US"/>
        </a:p>
      </dgm:t>
    </dgm:pt>
    <dgm:pt modelId="{05068920-CF88-48AE-9D95-5C6BE4933B2B}">
      <dgm:prSet phldrT="[Text]"/>
      <dgm:spPr/>
      <dgm:t>
        <a:bodyPr/>
        <a:lstStyle/>
        <a:p>
          <a:r>
            <a:rPr lang="en-US" b="1" i="0" dirty="0"/>
            <a:t>Deployment</a:t>
          </a:r>
          <a:endParaRPr lang="en-US" dirty="0"/>
        </a:p>
      </dgm:t>
    </dgm:pt>
    <dgm:pt modelId="{9A8DEC1F-3D50-4040-98AB-F3C9FBE2D2AA}" type="parTrans" cxnId="{E4CDCA90-6BAA-414A-99C7-15E13CC29A02}">
      <dgm:prSet/>
      <dgm:spPr/>
      <dgm:t>
        <a:bodyPr/>
        <a:lstStyle/>
        <a:p>
          <a:endParaRPr lang="en-US"/>
        </a:p>
      </dgm:t>
    </dgm:pt>
    <dgm:pt modelId="{2D8FCA16-B25A-41FD-ACA3-E579B5F2AAFD}" type="sibTrans" cxnId="{E4CDCA90-6BAA-414A-99C7-15E13CC29A02}">
      <dgm:prSet/>
      <dgm:spPr/>
      <dgm:t>
        <a:bodyPr/>
        <a:lstStyle/>
        <a:p>
          <a:endParaRPr lang="en-US"/>
        </a:p>
      </dgm:t>
    </dgm:pt>
    <dgm:pt modelId="{1FF82381-7599-47B4-81CA-5DF8CEC90977}">
      <dgm:prSet phldrT="[Text]"/>
      <dgm:spPr/>
      <dgm:t>
        <a:bodyPr/>
        <a:lstStyle/>
        <a:p>
          <a:r>
            <a:rPr lang="en-US" b="1" i="0" dirty="0"/>
            <a:t>Maintenance</a:t>
          </a:r>
          <a:endParaRPr lang="en-US" dirty="0"/>
        </a:p>
      </dgm:t>
    </dgm:pt>
    <dgm:pt modelId="{80A2759D-6FD5-44A3-ABE0-641F748D5CEA}" type="parTrans" cxnId="{2B18BED8-F52F-4CBB-A2D2-5FA40BBD4FD3}">
      <dgm:prSet/>
      <dgm:spPr/>
      <dgm:t>
        <a:bodyPr/>
        <a:lstStyle/>
        <a:p>
          <a:endParaRPr lang="en-US"/>
        </a:p>
      </dgm:t>
    </dgm:pt>
    <dgm:pt modelId="{3D5DA0FC-4DC0-43DD-A61C-DF021A0D6D99}" type="sibTrans" cxnId="{2B18BED8-F52F-4CBB-A2D2-5FA40BBD4FD3}">
      <dgm:prSet/>
      <dgm:spPr/>
      <dgm:t>
        <a:bodyPr/>
        <a:lstStyle/>
        <a:p>
          <a:endParaRPr lang="en-US"/>
        </a:p>
      </dgm:t>
    </dgm:pt>
    <dgm:pt modelId="{40430256-7510-467A-981C-9A8AFE3280CC}" type="pres">
      <dgm:prSet presAssocID="{D731D4C6-3E54-4897-B3F8-BA21ABAC7F3E}" presName="CompostProcess" presStyleCnt="0">
        <dgm:presLayoutVars>
          <dgm:dir/>
          <dgm:resizeHandles val="exact"/>
        </dgm:presLayoutVars>
      </dgm:prSet>
      <dgm:spPr/>
    </dgm:pt>
    <dgm:pt modelId="{D358F31D-E645-4994-AD07-3574D888BAAC}" type="pres">
      <dgm:prSet presAssocID="{D731D4C6-3E54-4897-B3F8-BA21ABAC7F3E}" presName="arrow" presStyleLbl="bgShp" presStyleIdx="0" presStyleCnt="1"/>
      <dgm:spPr>
        <a:solidFill>
          <a:schemeClr val="accent5"/>
        </a:solidFill>
      </dgm:spPr>
    </dgm:pt>
    <dgm:pt modelId="{313B2982-D5C1-4B1D-8F63-5BC01FFA5D35}" type="pres">
      <dgm:prSet presAssocID="{D731D4C6-3E54-4897-B3F8-BA21ABAC7F3E}" presName="linearProcess" presStyleCnt="0"/>
      <dgm:spPr/>
    </dgm:pt>
    <dgm:pt modelId="{65818B31-CB1F-46F5-A2A5-35E333BE9CC8}" type="pres">
      <dgm:prSet presAssocID="{C931C053-4AF5-444D-AFDD-8736582C6437}" presName="textNode" presStyleLbl="node1" presStyleIdx="0" presStyleCnt="6">
        <dgm:presLayoutVars>
          <dgm:bulletEnabled val="1"/>
        </dgm:presLayoutVars>
      </dgm:prSet>
      <dgm:spPr/>
    </dgm:pt>
    <dgm:pt modelId="{BF383597-0E92-4996-A869-F17F4E0DF243}" type="pres">
      <dgm:prSet presAssocID="{C5854B62-0269-4733-9E52-FE9BA4BDA23E}" presName="sibTrans" presStyleCnt="0"/>
      <dgm:spPr/>
    </dgm:pt>
    <dgm:pt modelId="{DF374868-A6BC-4D4F-BEF6-2D0BC6AAFC2A}" type="pres">
      <dgm:prSet presAssocID="{99E535DC-FA4A-4FB6-BF66-0849E8DFE9EE}" presName="textNode" presStyleLbl="node1" presStyleIdx="1" presStyleCnt="6">
        <dgm:presLayoutVars>
          <dgm:bulletEnabled val="1"/>
        </dgm:presLayoutVars>
      </dgm:prSet>
      <dgm:spPr/>
    </dgm:pt>
    <dgm:pt modelId="{8503756E-42C9-4181-B27D-971B2D72592A}" type="pres">
      <dgm:prSet presAssocID="{4D88C141-F91A-4014-8627-C1AD64F8778F}" presName="sibTrans" presStyleCnt="0"/>
      <dgm:spPr/>
    </dgm:pt>
    <dgm:pt modelId="{69B5EDF2-932B-4710-B213-A510420A07E7}" type="pres">
      <dgm:prSet presAssocID="{45BDF2C4-1E59-4DF6-B532-2A107BFAFEAD}" presName="textNode" presStyleLbl="node1" presStyleIdx="2" presStyleCnt="6">
        <dgm:presLayoutVars>
          <dgm:bulletEnabled val="1"/>
        </dgm:presLayoutVars>
      </dgm:prSet>
      <dgm:spPr/>
    </dgm:pt>
    <dgm:pt modelId="{1E203DA2-CB9B-47E0-89B9-621C52C7A044}" type="pres">
      <dgm:prSet presAssocID="{1C1DAA91-70C4-4525-814B-70C6DC6D94DF}" presName="sibTrans" presStyleCnt="0"/>
      <dgm:spPr/>
    </dgm:pt>
    <dgm:pt modelId="{22B51050-8773-4530-A265-D93887C3D06B}" type="pres">
      <dgm:prSet presAssocID="{F8B41342-A13E-4475-A688-96F2E363BC7F}" presName="textNode" presStyleLbl="node1" presStyleIdx="3" presStyleCnt="6">
        <dgm:presLayoutVars>
          <dgm:bulletEnabled val="1"/>
        </dgm:presLayoutVars>
      </dgm:prSet>
      <dgm:spPr/>
    </dgm:pt>
    <dgm:pt modelId="{031213C7-71A4-4C1F-B8A2-63E03C57F7E5}" type="pres">
      <dgm:prSet presAssocID="{B1F8E482-110F-4106-8C82-30C8F4C11A0F}" presName="sibTrans" presStyleCnt="0"/>
      <dgm:spPr/>
    </dgm:pt>
    <dgm:pt modelId="{07A001A5-35FA-4867-A3F6-9F23007D8594}" type="pres">
      <dgm:prSet presAssocID="{05068920-CF88-48AE-9D95-5C6BE4933B2B}" presName="textNode" presStyleLbl="node1" presStyleIdx="4" presStyleCnt="6">
        <dgm:presLayoutVars>
          <dgm:bulletEnabled val="1"/>
        </dgm:presLayoutVars>
      </dgm:prSet>
      <dgm:spPr/>
    </dgm:pt>
    <dgm:pt modelId="{2993E52B-F06C-4CAB-9C86-5578DCC1A9CD}" type="pres">
      <dgm:prSet presAssocID="{2D8FCA16-B25A-41FD-ACA3-E579B5F2AAFD}" presName="sibTrans" presStyleCnt="0"/>
      <dgm:spPr/>
    </dgm:pt>
    <dgm:pt modelId="{ED2BD155-6554-4544-93E7-E30435CE3D10}" type="pres">
      <dgm:prSet presAssocID="{1FF82381-7599-47B4-81CA-5DF8CEC90977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06A5611B-D764-4FBB-81BF-491E1DF8B62A}" type="presOf" srcId="{C931C053-4AF5-444D-AFDD-8736582C6437}" destId="{65818B31-CB1F-46F5-A2A5-35E333BE9CC8}" srcOrd="0" destOrd="0" presId="urn:microsoft.com/office/officeart/2005/8/layout/hProcess9"/>
    <dgm:cxn modelId="{30433421-4ABC-4670-BC3A-CBE41C01D63B}" type="presOf" srcId="{F8B41342-A13E-4475-A688-96F2E363BC7F}" destId="{22B51050-8773-4530-A265-D93887C3D06B}" srcOrd="0" destOrd="0" presId="urn:microsoft.com/office/officeart/2005/8/layout/hProcess9"/>
    <dgm:cxn modelId="{C289C23B-E8A6-4048-885D-2E37BAFE48C3}" type="presOf" srcId="{45BDF2C4-1E59-4DF6-B532-2A107BFAFEAD}" destId="{69B5EDF2-932B-4710-B213-A510420A07E7}" srcOrd="0" destOrd="0" presId="urn:microsoft.com/office/officeart/2005/8/layout/hProcess9"/>
    <dgm:cxn modelId="{B5395D6B-0040-45FE-830B-FE0B03526775}" srcId="{D731D4C6-3E54-4897-B3F8-BA21ABAC7F3E}" destId="{45BDF2C4-1E59-4DF6-B532-2A107BFAFEAD}" srcOrd="2" destOrd="0" parTransId="{40F13002-115E-4D61-BEB4-EAAA2621F64C}" sibTransId="{1C1DAA91-70C4-4525-814B-70C6DC6D94DF}"/>
    <dgm:cxn modelId="{8AF06C79-2F55-4E4A-B503-AFE5501D3968}" type="presOf" srcId="{05068920-CF88-48AE-9D95-5C6BE4933B2B}" destId="{07A001A5-35FA-4867-A3F6-9F23007D8594}" srcOrd="0" destOrd="0" presId="urn:microsoft.com/office/officeart/2005/8/layout/hProcess9"/>
    <dgm:cxn modelId="{75FD757C-027B-4495-A3CB-2C1EE7D900B1}" srcId="{D731D4C6-3E54-4897-B3F8-BA21ABAC7F3E}" destId="{F8B41342-A13E-4475-A688-96F2E363BC7F}" srcOrd="3" destOrd="0" parTransId="{37B29171-E488-40E6-B95E-0A8D0411DD2D}" sibTransId="{B1F8E482-110F-4106-8C82-30C8F4C11A0F}"/>
    <dgm:cxn modelId="{E4CDCA90-6BAA-414A-99C7-15E13CC29A02}" srcId="{D731D4C6-3E54-4897-B3F8-BA21ABAC7F3E}" destId="{05068920-CF88-48AE-9D95-5C6BE4933B2B}" srcOrd="4" destOrd="0" parTransId="{9A8DEC1F-3D50-4040-98AB-F3C9FBE2D2AA}" sibTransId="{2D8FCA16-B25A-41FD-ACA3-E579B5F2AAFD}"/>
    <dgm:cxn modelId="{4A816498-A4EA-45F3-A836-CAC73F3742EB}" srcId="{D731D4C6-3E54-4897-B3F8-BA21ABAC7F3E}" destId="{99E535DC-FA4A-4FB6-BF66-0849E8DFE9EE}" srcOrd="1" destOrd="0" parTransId="{CC6BA52F-3BD2-499D-8D7E-3D73547DF61A}" sibTransId="{4D88C141-F91A-4014-8627-C1AD64F8778F}"/>
    <dgm:cxn modelId="{5E228DB2-A4C9-4187-852E-9B2DA3A3D480}" type="presOf" srcId="{D731D4C6-3E54-4897-B3F8-BA21ABAC7F3E}" destId="{40430256-7510-467A-981C-9A8AFE3280CC}" srcOrd="0" destOrd="0" presId="urn:microsoft.com/office/officeart/2005/8/layout/hProcess9"/>
    <dgm:cxn modelId="{7DD3C4D5-DC83-45C3-A4C2-8DA31D20E316}" srcId="{D731D4C6-3E54-4897-B3F8-BA21ABAC7F3E}" destId="{C931C053-4AF5-444D-AFDD-8736582C6437}" srcOrd="0" destOrd="0" parTransId="{934FAA71-8DC6-4EB2-8902-8F39FD0617CA}" sibTransId="{C5854B62-0269-4733-9E52-FE9BA4BDA23E}"/>
    <dgm:cxn modelId="{D455BBD8-A5E7-487C-A23B-A63E3E4E998B}" type="presOf" srcId="{99E535DC-FA4A-4FB6-BF66-0849E8DFE9EE}" destId="{DF374868-A6BC-4D4F-BEF6-2D0BC6AAFC2A}" srcOrd="0" destOrd="0" presId="urn:microsoft.com/office/officeart/2005/8/layout/hProcess9"/>
    <dgm:cxn modelId="{2B18BED8-F52F-4CBB-A2D2-5FA40BBD4FD3}" srcId="{D731D4C6-3E54-4897-B3F8-BA21ABAC7F3E}" destId="{1FF82381-7599-47B4-81CA-5DF8CEC90977}" srcOrd="5" destOrd="0" parTransId="{80A2759D-6FD5-44A3-ABE0-641F748D5CEA}" sibTransId="{3D5DA0FC-4DC0-43DD-A61C-DF021A0D6D99}"/>
    <dgm:cxn modelId="{A8D57AED-630B-481B-8629-00A8917A30C4}" type="presOf" srcId="{1FF82381-7599-47B4-81CA-5DF8CEC90977}" destId="{ED2BD155-6554-4544-93E7-E30435CE3D10}" srcOrd="0" destOrd="0" presId="urn:microsoft.com/office/officeart/2005/8/layout/hProcess9"/>
    <dgm:cxn modelId="{0A9918FC-8BD8-4797-8D9F-6FCA895647AA}" type="presParOf" srcId="{40430256-7510-467A-981C-9A8AFE3280CC}" destId="{D358F31D-E645-4994-AD07-3574D888BAAC}" srcOrd="0" destOrd="0" presId="urn:microsoft.com/office/officeart/2005/8/layout/hProcess9"/>
    <dgm:cxn modelId="{9939E319-EE82-4251-BC7C-E9A84242618D}" type="presParOf" srcId="{40430256-7510-467A-981C-9A8AFE3280CC}" destId="{313B2982-D5C1-4B1D-8F63-5BC01FFA5D35}" srcOrd="1" destOrd="0" presId="urn:microsoft.com/office/officeart/2005/8/layout/hProcess9"/>
    <dgm:cxn modelId="{30B9E52E-B3D3-41E8-BE6F-1EBC6CA3FA2A}" type="presParOf" srcId="{313B2982-D5C1-4B1D-8F63-5BC01FFA5D35}" destId="{65818B31-CB1F-46F5-A2A5-35E333BE9CC8}" srcOrd="0" destOrd="0" presId="urn:microsoft.com/office/officeart/2005/8/layout/hProcess9"/>
    <dgm:cxn modelId="{FD4136C0-8209-4FF6-A4F4-6F9DA38C012F}" type="presParOf" srcId="{313B2982-D5C1-4B1D-8F63-5BC01FFA5D35}" destId="{BF383597-0E92-4996-A869-F17F4E0DF243}" srcOrd="1" destOrd="0" presId="urn:microsoft.com/office/officeart/2005/8/layout/hProcess9"/>
    <dgm:cxn modelId="{1AE4C74B-5949-418D-9CD1-ADC9CDA499EF}" type="presParOf" srcId="{313B2982-D5C1-4B1D-8F63-5BC01FFA5D35}" destId="{DF374868-A6BC-4D4F-BEF6-2D0BC6AAFC2A}" srcOrd="2" destOrd="0" presId="urn:microsoft.com/office/officeart/2005/8/layout/hProcess9"/>
    <dgm:cxn modelId="{DF3BE6B1-0D92-41A7-8B21-43F33D08C724}" type="presParOf" srcId="{313B2982-D5C1-4B1D-8F63-5BC01FFA5D35}" destId="{8503756E-42C9-4181-B27D-971B2D72592A}" srcOrd="3" destOrd="0" presId="urn:microsoft.com/office/officeart/2005/8/layout/hProcess9"/>
    <dgm:cxn modelId="{E155E7FB-30B8-4940-9948-BD978C43E798}" type="presParOf" srcId="{313B2982-D5C1-4B1D-8F63-5BC01FFA5D35}" destId="{69B5EDF2-932B-4710-B213-A510420A07E7}" srcOrd="4" destOrd="0" presId="urn:microsoft.com/office/officeart/2005/8/layout/hProcess9"/>
    <dgm:cxn modelId="{6B25F68D-1E10-4414-BC2B-538D5128A569}" type="presParOf" srcId="{313B2982-D5C1-4B1D-8F63-5BC01FFA5D35}" destId="{1E203DA2-CB9B-47E0-89B9-621C52C7A044}" srcOrd="5" destOrd="0" presId="urn:microsoft.com/office/officeart/2005/8/layout/hProcess9"/>
    <dgm:cxn modelId="{0AA913BB-922E-47C1-8DC9-E915970E84F4}" type="presParOf" srcId="{313B2982-D5C1-4B1D-8F63-5BC01FFA5D35}" destId="{22B51050-8773-4530-A265-D93887C3D06B}" srcOrd="6" destOrd="0" presId="urn:microsoft.com/office/officeart/2005/8/layout/hProcess9"/>
    <dgm:cxn modelId="{F13D1B38-7F27-454B-9005-C3A7E6AA1ED4}" type="presParOf" srcId="{313B2982-D5C1-4B1D-8F63-5BC01FFA5D35}" destId="{031213C7-71A4-4C1F-B8A2-63E03C57F7E5}" srcOrd="7" destOrd="0" presId="urn:microsoft.com/office/officeart/2005/8/layout/hProcess9"/>
    <dgm:cxn modelId="{634ED21E-38B1-4BFD-A363-032C124C004C}" type="presParOf" srcId="{313B2982-D5C1-4B1D-8F63-5BC01FFA5D35}" destId="{07A001A5-35FA-4867-A3F6-9F23007D8594}" srcOrd="8" destOrd="0" presId="urn:microsoft.com/office/officeart/2005/8/layout/hProcess9"/>
    <dgm:cxn modelId="{D986243E-52BD-4038-9D1D-FD00BD2007FC}" type="presParOf" srcId="{313B2982-D5C1-4B1D-8F63-5BC01FFA5D35}" destId="{2993E52B-F06C-4CAB-9C86-5578DCC1A9CD}" srcOrd="9" destOrd="0" presId="urn:microsoft.com/office/officeart/2005/8/layout/hProcess9"/>
    <dgm:cxn modelId="{C50CEAE1-3958-4B00-A3B2-7D14034105EA}" type="presParOf" srcId="{313B2982-D5C1-4B1D-8F63-5BC01FFA5D35}" destId="{ED2BD155-6554-4544-93E7-E30435CE3D10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31D4C6-3E54-4897-B3F8-BA21ABAC7F3E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C931C053-4AF5-444D-AFDD-8736582C6437}">
      <dgm:prSet phldrT="[Text]"/>
      <dgm:spPr/>
      <dgm:t>
        <a:bodyPr/>
        <a:lstStyle/>
        <a:p>
          <a:r>
            <a:rPr lang="en-US" b="1" i="0" dirty="0"/>
            <a:t>Planning</a:t>
          </a:r>
          <a:endParaRPr lang="en-US" dirty="0"/>
        </a:p>
      </dgm:t>
    </dgm:pt>
    <dgm:pt modelId="{934FAA71-8DC6-4EB2-8902-8F39FD0617CA}" type="parTrans" cxnId="{7DD3C4D5-DC83-45C3-A4C2-8DA31D20E316}">
      <dgm:prSet/>
      <dgm:spPr/>
      <dgm:t>
        <a:bodyPr/>
        <a:lstStyle/>
        <a:p>
          <a:endParaRPr lang="en-US"/>
        </a:p>
      </dgm:t>
    </dgm:pt>
    <dgm:pt modelId="{C5854B62-0269-4733-9E52-FE9BA4BDA23E}" type="sibTrans" cxnId="{7DD3C4D5-DC83-45C3-A4C2-8DA31D20E316}">
      <dgm:prSet/>
      <dgm:spPr/>
      <dgm:t>
        <a:bodyPr/>
        <a:lstStyle/>
        <a:p>
          <a:endParaRPr lang="en-US"/>
        </a:p>
      </dgm:t>
    </dgm:pt>
    <dgm:pt modelId="{99E535DC-FA4A-4FB6-BF66-0849E8DFE9EE}">
      <dgm:prSet phldrT="[Text]"/>
      <dgm:spPr/>
      <dgm:t>
        <a:bodyPr/>
        <a:lstStyle/>
        <a:p>
          <a:r>
            <a:rPr lang="en-US" b="1" i="0" dirty="0"/>
            <a:t>Design</a:t>
          </a:r>
          <a:endParaRPr lang="en-US" dirty="0"/>
        </a:p>
      </dgm:t>
    </dgm:pt>
    <dgm:pt modelId="{CC6BA52F-3BD2-499D-8D7E-3D73547DF61A}" type="parTrans" cxnId="{4A816498-A4EA-45F3-A836-CAC73F3742EB}">
      <dgm:prSet/>
      <dgm:spPr/>
      <dgm:t>
        <a:bodyPr/>
        <a:lstStyle/>
        <a:p>
          <a:endParaRPr lang="en-US"/>
        </a:p>
      </dgm:t>
    </dgm:pt>
    <dgm:pt modelId="{4D88C141-F91A-4014-8627-C1AD64F8778F}" type="sibTrans" cxnId="{4A816498-A4EA-45F3-A836-CAC73F3742EB}">
      <dgm:prSet/>
      <dgm:spPr/>
      <dgm:t>
        <a:bodyPr/>
        <a:lstStyle/>
        <a:p>
          <a:endParaRPr lang="en-US"/>
        </a:p>
      </dgm:t>
    </dgm:pt>
    <dgm:pt modelId="{45BDF2C4-1E59-4DF6-B532-2A107BFAFEAD}">
      <dgm:prSet phldrT="[Text]"/>
      <dgm:spPr/>
      <dgm:t>
        <a:bodyPr/>
        <a:lstStyle/>
        <a:p>
          <a:r>
            <a:rPr lang="en-US" b="1" i="0" dirty="0"/>
            <a:t>Development</a:t>
          </a:r>
          <a:endParaRPr lang="en-US" dirty="0"/>
        </a:p>
      </dgm:t>
    </dgm:pt>
    <dgm:pt modelId="{40F13002-115E-4D61-BEB4-EAAA2621F64C}" type="parTrans" cxnId="{B5395D6B-0040-45FE-830B-FE0B03526775}">
      <dgm:prSet/>
      <dgm:spPr/>
      <dgm:t>
        <a:bodyPr/>
        <a:lstStyle/>
        <a:p>
          <a:endParaRPr lang="en-US"/>
        </a:p>
      </dgm:t>
    </dgm:pt>
    <dgm:pt modelId="{1C1DAA91-70C4-4525-814B-70C6DC6D94DF}" type="sibTrans" cxnId="{B5395D6B-0040-45FE-830B-FE0B03526775}">
      <dgm:prSet/>
      <dgm:spPr/>
      <dgm:t>
        <a:bodyPr/>
        <a:lstStyle/>
        <a:p>
          <a:endParaRPr lang="en-US"/>
        </a:p>
      </dgm:t>
    </dgm:pt>
    <dgm:pt modelId="{F8B41342-A13E-4475-A688-96F2E363BC7F}">
      <dgm:prSet phldrT="[Text]"/>
      <dgm:spPr/>
      <dgm:t>
        <a:bodyPr/>
        <a:lstStyle/>
        <a:p>
          <a:r>
            <a:rPr lang="en-US" b="1" i="0" dirty="0"/>
            <a:t>Testing</a:t>
          </a:r>
          <a:endParaRPr lang="en-US" dirty="0"/>
        </a:p>
      </dgm:t>
    </dgm:pt>
    <dgm:pt modelId="{37B29171-E488-40E6-B95E-0A8D0411DD2D}" type="parTrans" cxnId="{75FD757C-027B-4495-A3CB-2C1EE7D900B1}">
      <dgm:prSet/>
      <dgm:spPr/>
      <dgm:t>
        <a:bodyPr/>
        <a:lstStyle/>
        <a:p>
          <a:endParaRPr lang="en-US"/>
        </a:p>
      </dgm:t>
    </dgm:pt>
    <dgm:pt modelId="{B1F8E482-110F-4106-8C82-30C8F4C11A0F}" type="sibTrans" cxnId="{75FD757C-027B-4495-A3CB-2C1EE7D900B1}">
      <dgm:prSet/>
      <dgm:spPr/>
      <dgm:t>
        <a:bodyPr/>
        <a:lstStyle/>
        <a:p>
          <a:endParaRPr lang="en-US"/>
        </a:p>
      </dgm:t>
    </dgm:pt>
    <dgm:pt modelId="{05068920-CF88-48AE-9D95-5C6BE4933B2B}">
      <dgm:prSet phldrT="[Text]"/>
      <dgm:spPr/>
      <dgm:t>
        <a:bodyPr/>
        <a:lstStyle/>
        <a:p>
          <a:r>
            <a:rPr lang="en-US" b="1" i="0" dirty="0"/>
            <a:t>Deployment</a:t>
          </a:r>
          <a:endParaRPr lang="en-US" dirty="0"/>
        </a:p>
      </dgm:t>
    </dgm:pt>
    <dgm:pt modelId="{9A8DEC1F-3D50-4040-98AB-F3C9FBE2D2AA}" type="parTrans" cxnId="{E4CDCA90-6BAA-414A-99C7-15E13CC29A02}">
      <dgm:prSet/>
      <dgm:spPr/>
      <dgm:t>
        <a:bodyPr/>
        <a:lstStyle/>
        <a:p>
          <a:endParaRPr lang="en-US"/>
        </a:p>
      </dgm:t>
    </dgm:pt>
    <dgm:pt modelId="{2D8FCA16-B25A-41FD-ACA3-E579B5F2AAFD}" type="sibTrans" cxnId="{E4CDCA90-6BAA-414A-99C7-15E13CC29A02}">
      <dgm:prSet/>
      <dgm:spPr/>
      <dgm:t>
        <a:bodyPr/>
        <a:lstStyle/>
        <a:p>
          <a:endParaRPr lang="en-US"/>
        </a:p>
      </dgm:t>
    </dgm:pt>
    <dgm:pt modelId="{1FF82381-7599-47B4-81CA-5DF8CEC90977}">
      <dgm:prSet phldrT="[Text]"/>
      <dgm:spPr/>
      <dgm:t>
        <a:bodyPr/>
        <a:lstStyle/>
        <a:p>
          <a:r>
            <a:rPr lang="en-US" b="1" i="0" dirty="0"/>
            <a:t>Maintenance</a:t>
          </a:r>
          <a:endParaRPr lang="en-US" dirty="0"/>
        </a:p>
      </dgm:t>
    </dgm:pt>
    <dgm:pt modelId="{80A2759D-6FD5-44A3-ABE0-641F748D5CEA}" type="parTrans" cxnId="{2B18BED8-F52F-4CBB-A2D2-5FA40BBD4FD3}">
      <dgm:prSet/>
      <dgm:spPr/>
      <dgm:t>
        <a:bodyPr/>
        <a:lstStyle/>
        <a:p>
          <a:endParaRPr lang="en-US"/>
        </a:p>
      </dgm:t>
    </dgm:pt>
    <dgm:pt modelId="{3D5DA0FC-4DC0-43DD-A61C-DF021A0D6D99}" type="sibTrans" cxnId="{2B18BED8-F52F-4CBB-A2D2-5FA40BBD4FD3}">
      <dgm:prSet/>
      <dgm:spPr/>
      <dgm:t>
        <a:bodyPr/>
        <a:lstStyle/>
        <a:p>
          <a:endParaRPr lang="en-US"/>
        </a:p>
      </dgm:t>
    </dgm:pt>
    <dgm:pt modelId="{40430256-7510-467A-981C-9A8AFE3280CC}" type="pres">
      <dgm:prSet presAssocID="{D731D4C6-3E54-4897-B3F8-BA21ABAC7F3E}" presName="CompostProcess" presStyleCnt="0">
        <dgm:presLayoutVars>
          <dgm:dir/>
          <dgm:resizeHandles val="exact"/>
        </dgm:presLayoutVars>
      </dgm:prSet>
      <dgm:spPr/>
    </dgm:pt>
    <dgm:pt modelId="{D358F31D-E645-4994-AD07-3574D888BAAC}" type="pres">
      <dgm:prSet presAssocID="{D731D4C6-3E54-4897-B3F8-BA21ABAC7F3E}" presName="arrow" presStyleLbl="bgShp" presStyleIdx="0" presStyleCnt="1"/>
      <dgm:spPr>
        <a:solidFill>
          <a:schemeClr val="accent5"/>
        </a:solidFill>
      </dgm:spPr>
    </dgm:pt>
    <dgm:pt modelId="{313B2982-D5C1-4B1D-8F63-5BC01FFA5D35}" type="pres">
      <dgm:prSet presAssocID="{D731D4C6-3E54-4897-B3F8-BA21ABAC7F3E}" presName="linearProcess" presStyleCnt="0"/>
      <dgm:spPr/>
    </dgm:pt>
    <dgm:pt modelId="{65818B31-CB1F-46F5-A2A5-35E333BE9CC8}" type="pres">
      <dgm:prSet presAssocID="{C931C053-4AF5-444D-AFDD-8736582C6437}" presName="textNode" presStyleLbl="node1" presStyleIdx="0" presStyleCnt="6">
        <dgm:presLayoutVars>
          <dgm:bulletEnabled val="1"/>
        </dgm:presLayoutVars>
      </dgm:prSet>
      <dgm:spPr/>
    </dgm:pt>
    <dgm:pt modelId="{BF383597-0E92-4996-A869-F17F4E0DF243}" type="pres">
      <dgm:prSet presAssocID="{C5854B62-0269-4733-9E52-FE9BA4BDA23E}" presName="sibTrans" presStyleCnt="0"/>
      <dgm:spPr/>
    </dgm:pt>
    <dgm:pt modelId="{DF374868-A6BC-4D4F-BEF6-2D0BC6AAFC2A}" type="pres">
      <dgm:prSet presAssocID="{99E535DC-FA4A-4FB6-BF66-0849E8DFE9EE}" presName="textNode" presStyleLbl="node1" presStyleIdx="1" presStyleCnt="6">
        <dgm:presLayoutVars>
          <dgm:bulletEnabled val="1"/>
        </dgm:presLayoutVars>
      </dgm:prSet>
      <dgm:spPr/>
    </dgm:pt>
    <dgm:pt modelId="{8503756E-42C9-4181-B27D-971B2D72592A}" type="pres">
      <dgm:prSet presAssocID="{4D88C141-F91A-4014-8627-C1AD64F8778F}" presName="sibTrans" presStyleCnt="0"/>
      <dgm:spPr/>
    </dgm:pt>
    <dgm:pt modelId="{69B5EDF2-932B-4710-B213-A510420A07E7}" type="pres">
      <dgm:prSet presAssocID="{45BDF2C4-1E59-4DF6-B532-2A107BFAFEAD}" presName="textNode" presStyleLbl="node1" presStyleIdx="2" presStyleCnt="6">
        <dgm:presLayoutVars>
          <dgm:bulletEnabled val="1"/>
        </dgm:presLayoutVars>
      </dgm:prSet>
      <dgm:spPr/>
    </dgm:pt>
    <dgm:pt modelId="{1E203DA2-CB9B-47E0-89B9-621C52C7A044}" type="pres">
      <dgm:prSet presAssocID="{1C1DAA91-70C4-4525-814B-70C6DC6D94DF}" presName="sibTrans" presStyleCnt="0"/>
      <dgm:spPr/>
    </dgm:pt>
    <dgm:pt modelId="{22B51050-8773-4530-A265-D93887C3D06B}" type="pres">
      <dgm:prSet presAssocID="{F8B41342-A13E-4475-A688-96F2E363BC7F}" presName="textNode" presStyleLbl="node1" presStyleIdx="3" presStyleCnt="6">
        <dgm:presLayoutVars>
          <dgm:bulletEnabled val="1"/>
        </dgm:presLayoutVars>
      </dgm:prSet>
      <dgm:spPr/>
    </dgm:pt>
    <dgm:pt modelId="{031213C7-71A4-4C1F-B8A2-63E03C57F7E5}" type="pres">
      <dgm:prSet presAssocID="{B1F8E482-110F-4106-8C82-30C8F4C11A0F}" presName="sibTrans" presStyleCnt="0"/>
      <dgm:spPr/>
    </dgm:pt>
    <dgm:pt modelId="{07A001A5-35FA-4867-A3F6-9F23007D8594}" type="pres">
      <dgm:prSet presAssocID="{05068920-CF88-48AE-9D95-5C6BE4933B2B}" presName="textNode" presStyleLbl="node1" presStyleIdx="4" presStyleCnt="6">
        <dgm:presLayoutVars>
          <dgm:bulletEnabled val="1"/>
        </dgm:presLayoutVars>
      </dgm:prSet>
      <dgm:spPr/>
    </dgm:pt>
    <dgm:pt modelId="{2993E52B-F06C-4CAB-9C86-5578DCC1A9CD}" type="pres">
      <dgm:prSet presAssocID="{2D8FCA16-B25A-41FD-ACA3-E579B5F2AAFD}" presName="sibTrans" presStyleCnt="0"/>
      <dgm:spPr/>
    </dgm:pt>
    <dgm:pt modelId="{ED2BD155-6554-4544-93E7-E30435CE3D10}" type="pres">
      <dgm:prSet presAssocID="{1FF82381-7599-47B4-81CA-5DF8CEC90977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06A5611B-D764-4FBB-81BF-491E1DF8B62A}" type="presOf" srcId="{C931C053-4AF5-444D-AFDD-8736582C6437}" destId="{65818B31-CB1F-46F5-A2A5-35E333BE9CC8}" srcOrd="0" destOrd="0" presId="urn:microsoft.com/office/officeart/2005/8/layout/hProcess9"/>
    <dgm:cxn modelId="{30433421-4ABC-4670-BC3A-CBE41C01D63B}" type="presOf" srcId="{F8B41342-A13E-4475-A688-96F2E363BC7F}" destId="{22B51050-8773-4530-A265-D93887C3D06B}" srcOrd="0" destOrd="0" presId="urn:microsoft.com/office/officeart/2005/8/layout/hProcess9"/>
    <dgm:cxn modelId="{C289C23B-E8A6-4048-885D-2E37BAFE48C3}" type="presOf" srcId="{45BDF2C4-1E59-4DF6-B532-2A107BFAFEAD}" destId="{69B5EDF2-932B-4710-B213-A510420A07E7}" srcOrd="0" destOrd="0" presId="urn:microsoft.com/office/officeart/2005/8/layout/hProcess9"/>
    <dgm:cxn modelId="{B5395D6B-0040-45FE-830B-FE0B03526775}" srcId="{D731D4C6-3E54-4897-B3F8-BA21ABAC7F3E}" destId="{45BDF2C4-1E59-4DF6-B532-2A107BFAFEAD}" srcOrd="2" destOrd="0" parTransId="{40F13002-115E-4D61-BEB4-EAAA2621F64C}" sibTransId="{1C1DAA91-70C4-4525-814B-70C6DC6D94DF}"/>
    <dgm:cxn modelId="{8AF06C79-2F55-4E4A-B503-AFE5501D3968}" type="presOf" srcId="{05068920-CF88-48AE-9D95-5C6BE4933B2B}" destId="{07A001A5-35FA-4867-A3F6-9F23007D8594}" srcOrd="0" destOrd="0" presId="urn:microsoft.com/office/officeart/2005/8/layout/hProcess9"/>
    <dgm:cxn modelId="{75FD757C-027B-4495-A3CB-2C1EE7D900B1}" srcId="{D731D4C6-3E54-4897-B3F8-BA21ABAC7F3E}" destId="{F8B41342-A13E-4475-A688-96F2E363BC7F}" srcOrd="3" destOrd="0" parTransId="{37B29171-E488-40E6-B95E-0A8D0411DD2D}" sibTransId="{B1F8E482-110F-4106-8C82-30C8F4C11A0F}"/>
    <dgm:cxn modelId="{E4CDCA90-6BAA-414A-99C7-15E13CC29A02}" srcId="{D731D4C6-3E54-4897-B3F8-BA21ABAC7F3E}" destId="{05068920-CF88-48AE-9D95-5C6BE4933B2B}" srcOrd="4" destOrd="0" parTransId="{9A8DEC1F-3D50-4040-98AB-F3C9FBE2D2AA}" sibTransId="{2D8FCA16-B25A-41FD-ACA3-E579B5F2AAFD}"/>
    <dgm:cxn modelId="{4A816498-A4EA-45F3-A836-CAC73F3742EB}" srcId="{D731D4C6-3E54-4897-B3F8-BA21ABAC7F3E}" destId="{99E535DC-FA4A-4FB6-BF66-0849E8DFE9EE}" srcOrd="1" destOrd="0" parTransId="{CC6BA52F-3BD2-499D-8D7E-3D73547DF61A}" sibTransId="{4D88C141-F91A-4014-8627-C1AD64F8778F}"/>
    <dgm:cxn modelId="{5E228DB2-A4C9-4187-852E-9B2DA3A3D480}" type="presOf" srcId="{D731D4C6-3E54-4897-B3F8-BA21ABAC7F3E}" destId="{40430256-7510-467A-981C-9A8AFE3280CC}" srcOrd="0" destOrd="0" presId="urn:microsoft.com/office/officeart/2005/8/layout/hProcess9"/>
    <dgm:cxn modelId="{7DD3C4D5-DC83-45C3-A4C2-8DA31D20E316}" srcId="{D731D4C6-3E54-4897-B3F8-BA21ABAC7F3E}" destId="{C931C053-4AF5-444D-AFDD-8736582C6437}" srcOrd="0" destOrd="0" parTransId="{934FAA71-8DC6-4EB2-8902-8F39FD0617CA}" sibTransId="{C5854B62-0269-4733-9E52-FE9BA4BDA23E}"/>
    <dgm:cxn modelId="{D455BBD8-A5E7-487C-A23B-A63E3E4E998B}" type="presOf" srcId="{99E535DC-FA4A-4FB6-BF66-0849E8DFE9EE}" destId="{DF374868-A6BC-4D4F-BEF6-2D0BC6AAFC2A}" srcOrd="0" destOrd="0" presId="urn:microsoft.com/office/officeart/2005/8/layout/hProcess9"/>
    <dgm:cxn modelId="{2B18BED8-F52F-4CBB-A2D2-5FA40BBD4FD3}" srcId="{D731D4C6-3E54-4897-B3F8-BA21ABAC7F3E}" destId="{1FF82381-7599-47B4-81CA-5DF8CEC90977}" srcOrd="5" destOrd="0" parTransId="{80A2759D-6FD5-44A3-ABE0-641F748D5CEA}" sibTransId="{3D5DA0FC-4DC0-43DD-A61C-DF021A0D6D99}"/>
    <dgm:cxn modelId="{A8D57AED-630B-481B-8629-00A8917A30C4}" type="presOf" srcId="{1FF82381-7599-47B4-81CA-5DF8CEC90977}" destId="{ED2BD155-6554-4544-93E7-E30435CE3D10}" srcOrd="0" destOrd="0" presId="urn:microsoft.com/office/officeart/2005/8/layout/hProcess9"/>
    <dgm:cxn modelId="{0A9918FC-8BD8-4797-8D9F-6FCA895647AA}" type="presParOf" srcId="{40430256-7510-467A-981C-9A8AFE3280CC}" destId="{D358F31D-E645-4994-AD07-3574D888BAAC}" srcOrd="0" destOrd="0" presId="urn:microsoft.com/office/officeart/2005/8/layout/hProcess9"/>
    <dgm:cxn modelId="{9939E319-EE82-4251-BC7C-E9A84242618D}" type="presParOf" srcId="{40430256-7510-467A-981C-9A8AFE3280CC}" destId="{313B2982-D5C1-4B1D-8F63-5BC01FFA5D35}" srcOrd="1" destOrd="0" presId="urn:microsoft.com/office/officeart/2005/8/layout/hProcess9"/>
    <dgm:cxn modelId="{30B9E52E-B3D3-41E8-BE6F-1EBC6CA3FA2A}" type="presParOf" srcId="{313B2982-D5C1-4B1D-8F63-5BC01FFA5D35}" destId="{65818B31-CB1F-46F5-A2A5-35E333BE9CC8}" srcOrd="0" destOrd="0" presId="urn:microsoft.com/office/officeart/2005/8/layout/hProcess9"/>
    <dgm:cxn modelId="{FD4136C0-8209-4FF6-A4F4-6F9DA38C012F}" type="presParOf" srcId="{313B2982-D5C1-4B1D-8F63-5BC01FFA5D35}" destId="{BF383597-0E92-4996-A869-F17F4E0DF243}" srcOrd="1" destOrd="0" presId="urn:microsoft.com/office/officeart/2005/8/layout/hProcess9"/>
    <dgm:cxn modelId="{1AE4C74B-5949-418D-9CD1-ADC9CDA499EF}" type="presParOf" srcId="{313B2982-D5C1-4B1D-8F63-5BC01FFA5D35}" destId="{DF374868-A6BC-4D4F-BEF6-2D0BC6AAFC2A}" srcOrd="2" destOrd="0" presId="urn:microsoft.com/office/officeart/2005/8/layout/hProcess9"/>
    <dgm:cxn modelId="{DF3BE6B1-0D92-41A7-8B21-43F33D08C724}" type="presParOf" srcId="{313B2982-D5C1-4B1D-8F63-5BC01FFA5D35}" destId="{8503756E-42C9-4181-B27D-971B2D72592A}" srcOrd="3" destOrd="0" presId="urn:microsoft.com/office/officeart/2005/8/layout/hProcess9"/>
    <dgm:cxn modelId="{E155E7FB-30B8-4940-9948-BD978C43E798}" type="presParOf" srcId="{313B2982-D5C1-4B1D-8F63-5BC01FFA5D35}" destId="{69B5EDF2-932B-4710-B213-A510420A07E7}" srcOrd="4" destOrd="0" presId="urn:microsoft.com/office/officeart/2005/8/layout/hProcess9"/>
    <dgm:cxn modelId="{6B25F68D-1E10-4414-BC2B-538D5128A569}" type="presParOf" srcId="{313B2982-D5C1-4B1D-8F63-5BC01FFA5D35}" destId="{1E203DA2-CB9B-47E0-89B9-621C52C7A044}" srcOrd="5" destOrd="0" presId="urn:microsoft.com/office/officeart/2005/8/layout/hProcess9"/>
    <dgm:cxn modelId="{0AA913BB-922E-47C1-8DC9-E915970E84F4}" type="presParOf" srcId="{313B2982-D5C1-4B1D-8F63-5BC01FFA5D35}" destId="{22B51050-8773-4530-A265-D93887C3D06B}" srcOrd="6" destOrd="0" presId="urn:microsoft.com/office/officeart/2005/8/layout/hProcess9"/>
    <dgm:cxn modelId="{F13D1B38-7F27-454B-9005-C3A7E6AA1ED4}" type="presParOf" srcId="{313B2982-D5C1-4B1D-8F63-5BC01FFA5D35}" destId="{031213C7-71A4-4C1F-B8A2-63E03C57F7E5}" srcOrd="7" destOrd="0" presId="urn:microsoft.com/office/officeart/2005/8/layout/hProcess9"/>
    <dgm:cxn modelId="{634ED21E-38B1-4BFD-A363-032C124C004C}" type="presParOf" srcId="{313B2982-D5C1-4B1D-8F63-5BC01FFA5D35}" destId="{07A001A5-35FA-4867-A3F6-9F23007D8594}" srcOrd="8" destOrd="0" presId="urn:microsoft.com/office/officeart/2005/8/layout/hProcess9"/>
    <dgm:cxn modelId="{D986243E-52BD-4038-9D1D-FD00BD2007FC}" type="presParOf" srcId="{313B2982-D5C1-4B1D-8F63-5BC01FFA5D35}" destId="{2993E52B-F06C-4CAB-9C86-5578DCC1A9CD}" srcOrd="9" destOrd="0" presId="urn:microsoft.com/office/officeart/2005/8/layout/hProcess9"/>
    <dgm:cxn modelId="{C50CEAE1-3958-4B00-A3B2-7D14034105EA}" type="presParOf" srcId="{313B2982-D5C1-4B1D-8F63-5BC01FFA5D35}" destId="{ED2BD155-6554-4544-93E7-E30435CE3D10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31D4C6-3E54-4897-B3F8-BA21ABAC7F3E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C931C053-4AF5-444D-AFDD-8736582C6437}">
      <dgm:prSet phldrT="[Text]"/>
      <dgm:spPr/>
      <dgm:t>
        <a:bodyPr/>
        <a:lstStyle/>
        <a:p>
          <a:r>
            <a:rPr lang="en-US" b="1" i="0" dirty="0"/>
            <a:t>Planning</a:t>
          </a:r>
          <a:endParaRPr lang="en-US" dirty="0"/>
        </a:p>
      </dgm:t>
    </dgm:pt>
    <dgm:pt modelId="{934FAA71-8DC6-4EB2-8902-8F39FD0617CA}" type="parTrans" cxnId="{7DD3C4D5-DC83-45C3-A4C2-8DA31D20E316}">
      <dgm:prSet/>
      <dgm:spPr/>
      <dgm:t>
        <a:bodyPr/>
        <a:lstStyle/>
        <a:p>
          <a:endParaRPr lang="en-US"/>
        </a:p>
      </dgm:t>
    </dgm:pt>
    <dgm:pt modelId="{C5854B62-0269-4733-9E52-FE9BA4BDA23E}" type="sibTrans" cxnId="{7DD3C4D5-DC83-45C3-A4C2-8DA31D20E316}">
      <dgm:prSet/>
      <dgm:spPr/>
      <dgm:t>
        <a:bodyPr/>
        <a:lstStyle/>
        <a:p>
          <a:endParaRPr lang="en-US"/>
        </a:p>
      </dgm:t>
    </dgm:pt>
    <dgm:pt modelId="{99E535DC-FA4A-4FB6-BF66-0849E8DFE9EE}">
      <dgm:prSet phldrT="[Text]"/>
      <dgm:spPr/>
      <dgm:t>
        <a:bodyPr/>
        <a:lstStyle/>
        <a:p>
          <a:r>
            <a:rPr lang="en-US" b="1" i="0" dirty="0"/>
            <a:t>Design</a:t>
          </a:r>
          <a:endParaRPr lang="en-US" dirty="0"/>
        </a:p>
      </dgm:t>
    </dgm:pt>
    <dgm:pt modelId="{CC6BA52F-3BD2-499D-8D7E-3D73547DF61A}" type="parTrans" cxnId="{4A816498-A4EA-45F3-A836-CAC73F3742EB}">
      <dgm:prSet/>
      <dgm:spPr/>
      <dgm:t>
        <a:bodyPr/>
        <a:lstStyle/>
        <a:p>
          <a:endParaRPr lang="en-US"/>
        </a:p>
      </dgm:t>
    </dgm:pt>
    <dgm:pt modelId="{4D88C141-F91A-4014-8627-C1AD64F8778F}" type="sibTrans" cxnId="{4A816498-A4EA-45F3-A836-CAC73F3742EB}">
      <dgm:prSet/>
      <dgm:spPr/>
      <dgm:t>
        <a:bodyPr/>
        <a:lstStyle/>
        <a:p>
          <a:endParaRPr lang="en-US"/>
        </a:p>
      </dgm:t>
    </dgm:pt>
    <dgm:pt modelId="{45BDF2C4-1E59-4DF6-B532-2A107BFAFEAD}">
      <dgm:prSet phldrT="[Text]"/>
      <dgm:spPr/>
      <dgm:t>
        <a:bodyPr/>
        <a:lstStyle/>
        <a:p>
          <a:r>
            <a:rPr lang="en-US" b="1" i="0" dirty="0"/>
            <a:t>Development</a:t>
          </a:r>
          <a:endParaRPr lang="en-US" dirty="0"/>
        </a:p>
      </dgm:t>
    </dgm:pt>
    <dgm:pt modelId="{40F13002-115E-4D61-BEB4-EAAA2621F64C}" type="parTrans" cxnId="{B5395D6B-0040-45FE-830B-FE0B03526775}">
      <dgm:prSet/>
      <dgm:spPr/>
      <dgm:t>
        <a:bodyPr/>
        <a:lstStyle/>
        <a:p>
          <a:endParaRPr lang="en-US"/>
        </a:p>
      </dgm:t>
    </dgm:pt>
    <dgm:pt modelId="{1C1DAA91-70C4-4525-814B-70C6DC6D94DF}" type="sibTrans" cxnId="{B5395D6B-0040-45FE-830B-FE0B03526775}">
      <dgm:prSet/>
      <dgm:spPr/>
      <dgm:t>
        <a:bodyPr/>
        <a:lstStyle/>
        <a:p>
          <a:endParaRPr lang="en-US"/>
        </a:p>
      </dgm:t>
    </dgm:pt>
    <dgm:pt modelId="{F8B41342-A13E-4475-A688-96F2E363BC7F}">
      <dgm:prSet phldrT="[Text]"/>
      <dgm:spPr/>
      <dgm:t>
        <a:bodyPr/>
        <a:lstStyle/>
        <a:p>
          <a:r>
            <a:rPr lang="en-US" b="1" i="0" dirty="0"/>
            <a:t>Testing</a:t>
          </a:r>
          <a:endParaRPr lang="en-US" dirty="0"/>
        </a:p>
      </dgm:t>
    </dgm:pt>
    <dgm:pt modelId="{37B29171-E488-40E6-B95E-0A8D0411DD2D}" type="parTrans" cxnId="{75FD757C-027B-4495-A3CB-2C1EE7D900B1}">
      <dgm:prSet/>
      <dgm:spPr/>
      <dgm:t>
        <a:bodyPr/>
        <a:lstStyle/>
        <a:p>
          <a:endParaRPr lang="en-US"/>
        </a:p>
      </dgm:t>
    </dgm:pt>
    <dgm:pt modelId="{B1F8E482-110F-4106-8C82-30C8F4C11A0F}" type="sibTrans" cxnId="{75FD757C-027B-4495-A3CB-2C1EE7D900B1}">
      <dgm:prSet/>
      <dgm:spPr/>
      <dgm:t>
        <a:bodyPr/>
        <a:lstStyle/>
        <a:p>
          <a:endParaRPr lang="en-US"/>
        </a:p>
      </dgm:t>
    </dgm:pt>
    <dgm:pt modelId="{05068920-CF88-48AE-9D95-5C6BE4933B2B}">
      <dgm:prSet phldrT="[Text]"/>
      <dgm:spPr/>
      <dgm:t>
        <a:bodyPr/>
        <a:lstStyle/>
        <a:p>
          <a:r>
            <a:rPr lang="en-US" b="1" i="0" dirty="0"/>
            <a:t>Deployment</a:t>
          </a:r>
          <a:endParaRPr lang="en-US" dirty="0"/>
        </a:p>
      </dgm:t>
    </dgm:pt>
    <dgm:pt modelId="{9A8DEC1F-3D50-4040-98AB-F3C9FBE2D2AA}" type="parTrans" cxnId="{E4CDCA90-6BAA-414A-99C7-15E13CC29A02}">
      <dgm:prSet/>
      <dgm:spPr/>
      <dgm:t>
        <a:bodyPr/>
        <a:lstStyle/>
        <a:p>
          <a:endParaRPr lang="en-US"/>
        </a:p>
      </dgm:t>
    </dgm:pt>
    <dgm:pt modelId="{2D8FCA16-B25A-41FD-ACA3-E579B5F2AAFD}" type="sibTrans" cxnId="{E4CDCA90-6BAA-414A-99C7-15E13CC29A02}">
      <dgm:prSet/>
      <dgm:spPr/>
      <dgm:t>
        <a:bodyPr/>
        <a:lstStyle/>
        <a:p>
          <a:endParaRPr lang="en-US"/>
        </a:p>
      </dgm:t>
    </dgm:pt>
    <dgm:pt modelId="{1FF82381-7599-47B4-81CA-5DF8CEC90977}">
      <dgm:prSet phldrT="[Text]"/>
      <dgm:spPr/>
      <dgm:t>
        <a:bodyPr/>
        <a:lstStyle/>
        <a:p>
          <a:r>
            <a:rPr lang="en-US" b="1" i="0" dirty="0"/>
            <a:t>Maintenance</a:t>
          </a:r>
          <a:endParaRPr lang="en-US" dirty="0"/>
        </a:p>
      </dgm:t>
    </dgm:pt>
    <dgm:pt modelId="{80A2759D-6FD5-44A3-ABE0-641F748D5CEA}" type="parTrans" cxnId="{2B18BED8-F52F-4CBB-A2D2-5FA40BBD4FD3}">
      <dgm:prSet/>
      <dgm:spPr/>
      <dgm:t>
        <a:bodyPr/>
        <a:lstStyle/>
        <a:p>
          <a:endParaRPr lang="en-US"/>
        </a:p>
      </dgm:t>
    </dgm:pt>
    <dgm:pt modelId="{3D5DA0FC-4DC0-43DD-A61C-DF021A0D6D99}" type="sibTrans" cxnId="{2B18BED8-F52F-4CBB-A2D2-5FA40BBD4FD3}">
      <dgm:prSet/>
      <dgm:spPr/>
      <dgm:t>
        <a:bodyPr/>
        <a:lstStyle/>
        <a:p>
          <a:endParaRPr lang="en-US"/>
        </a:p>
      </dgm:t>
    </dgm:pt>
    <dgm:pt modelId="{40430256-7510-467A-981C-9A8AFE3280CC}" type="pres">
      <dgm:prSet presAssocID="{D731D4C6-3E54-4897-B3F8-BA21ABAC7F3E}" presName="CompostProcess" presStyleCnt="0">
        <dgm:presLayoutVars>
          <dgm:dir/>
          <dgm:resizeHandles val="exact"/>
        </dgm:presLayoutVars>
      </dgm:prSet>
      <dgm:spPr/>
    </dgm:pt>
    <dgm:pt modelId="{D358F31D-E645-4994-AD07-3574D888BAAC}" type="pres">
      <dgm:prSet presAssocID="{D731D4C6-3E54-4897-B3F8-BA21ABAC7F3E}" presName="arrow" presStyleLbl="bgShp" presStyleIdx="0" presStyleCnt="1"/>
      <dgm:spPr>
        <a:solidFill>
          <a:schemeClr val="accent5"/>
        </a:solidFill>
      </dgm:spPr>
    </dgm:pt>
    <dgm:pt modelId="{313B2982-D5C1-4B1D-8F63-5BC01FFA5D35}" type="pres">
      <dgm:prSet presAssocID="{D731D4C6-3E54-4897-B3F8-BA21ABAC7F3E}" presName="linearProcess" presStyleCnt="0"/>
      <dgm:spPr/>
    </dgm:pt>
    <dgm:pt modelId="{65818B31-CB1F-46F5-A2A5-35E333BE9CC8}" type="pres">
      <dgm:prSet presAssocID="{C931C053-4AF5-444D-AFDD-8736582C6437}" presName="textNode" presStyleLbl="node1" presStyleIdx="0" presStyleCnt="6">
        <dgm:presLayoutVars>
          <dgm:bulletEnabled val="1"/>
        </dgm:presLayoutVars>
      </dgm:prSet>
      <dgm:spPr/>
    </dgm:pt>
    <dgm:pt modelId="{BF383597-0E92-4996-A869-F17F4E0DF243}" type="pres">
      <dgm:prSet presAssocID="{C5854B62-0269-4733-9E52-FE9BA4BDA23E}" presName="sibTrans" presStyleCnt="0"/>
      <dgm:spPr/>
    </dgm:pt>
    <dgm:pt modelId="{DF374868-A6BC-4D4F-BEF6-2D0BC6AAFC2A}" type="pres">
      <dgm:prSet presAssocID="{99E535DC-FA4A-4FB6-BF66-0849E8DFE9EE}" presName="textNode" presStyleLbl="node1" presStyleIdx="1" presStyleCnt="6">
        <dgm:presLayoutVars>
          <dgm:bulletEnabled val="1"/>
        </dgm:presLayoutVars>
      </dgm:prSet>
      <dgm:spPr/>
    </dgm:pt>
    <dgm:pt modelId="{8503756E-42C9-4181-B27D-971B2D72592A}" type="pres">
      <dgm:prSet presAssocID="{4D88C141-F91A-4014-8627-C1AD64F8778F}" presName="sibTrans" presStyleCnt="0"/>
      <dgm:spPr/>
    </dgm:pt>
    <dgm:pt modelId="{69B5EDF2-932B-4710-B213-A510420A07E7}" type="pres">
      <dgm:prSet presAssocID="{45BDF2C4-1E59-4DF6-B532-2A107BFAFEAD}" presName="textNode" presStyleLbl="node1" presStyleIdx="2" presStyleCnt="6">
        <dgm:presLayoutVars>
          <dgm:bulletEnabled val="1"/>
        </dgm:presLayoutVars>
      </dgm:prSet>
      <dgm:spPr/>
    </dgm:pt>
    <dgm:pt modelId="{1E203DA2-CB9B-47E0-89B9-621C52C7A044}" type="pres">
      <dgm:prSet presAssocID="{1C1DAA91-70C4-4525-814B-70C6DC6D94DF}" presName="sibTrans" presStyleCnt="0"/>
      <dgm:spPr/>
    </dgm:pt>
    <dgm:pt modelId="{22B51050-8773-4530-A265-D93887C3D06B}" type="pres">
      <dgm:prSet presAssocID="{F8B41342-A13E-4475-A688-96F2E363BC7F}" presName="textNode" presStyleLbl="node1" presStyleIdx="3" presStyleCnt="6">
        <dgm:presLayoutVars>
          <dgm:bulletEnabled val="1"/>
        </dgm:presLayoutVars>
      </dgm:prSet>
      <dgm:spPr/>
    </dgm:pt>
    <dgm:pt modelId="{031213C7-71A4-4C1F-B8A2-63E03C57F7E5}" type="pres">
      <dgm:prSet presAssocID="{B1F8E482-110F-4106-8C82-30C8F4C11A0F}" presName="sibTrans" presStyleCnt="0"/>
      <dgm:spPr/>
    </dgm:pt>
    <dgm:pt modelId="{07A001A5-35FA-4867-A3F6-9F23007D8594}" type="pres">
      <dgm:prSet presAssocID="{05068920-CF88-48AE-9D95-5C6BE4933B2B}" presName="textNode" presStyleLbl="node1" presStyleIdx="4" presStyleCnt="6">
        <dgm:presLayoutVars>
          <dgm:bulletEnabled val="1"/>
        </dgm:presLayoutVars>
      </dgm:prSet>
      <dgm:spPr/>
    </dgm:pt>
    <dgm:pt modelId="{2993E52B-F06C-4CAB-9C86-5578DCC1A9CD}" type="pres">
      <dgm:prSet presAssocID="{2D8FCA16-B25A-41FD-ACA3-E579B5F2AAFD}" presName="sibTrans" presStyleCnt="0"/>
      <dgm:spPr/>
    </dgm:pt>
    <dgm:pt modelId="{ED2BD155-6554-4544-93E7-E30435CE3D10}" type="pres">
      <dgm:prSet presAssocID="{1FF82381-7599-47B4-81CA-5DF8CEC90977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06A5611B-D764-4FBB-81BF-491E1DF8B62A}" type="presOf" srcId="{C931C053-4AF5-444D-AFDD-8736582C6437}" destId="{65818B31-CB1F-46F5-A2A5-35E333BE9CC8}" srcOrd="0" destOrd="0" presId="urn:microsoft.com/office/officeart/2005/8/layout/hProcess9"/>
    <dgm:cxn modelId="{30433421-4ABC-4670-BC3A-CBE41C01D63B}" type="presOf" srcId="{F8B41342-A13E-4475-A688-96F2E363BC7F}" destId="{22B51050-8773-4530-A265-D93887C3D06B}" srcOrd="0" destOrd="0" presId="urn:microsoft.com/office/officeart/2005/8/layout/hProcess9"/>
    <dgm:cxn modelId="{C289C23B-E8A6-4048-885D-2E37BAFE48C3}" type="presOf" srcId="{45BDF2C4-1E59-4DF6-B532-2A107BFAFEAD}" destId="{69B5EDF2-932B-4710-B213-A510420A07E7}" srcOrd="0" destOrd="0" presId="urn:microsoft.com/office/officeart/2005/8/layout/hProcess9"/>
    <dgm:cxn modelId="{B5395D6B-0040-45FE-830B-FE0B03526775}" srcId="{D731D4C6-3E54-4897-B3F8-BA21ABAC7F3E}" destId="{45BDF2C4-1E59-4DF6-B532-2A107BFAFEAD}" srcOrd="2" destOrd="0" parTransId="{40F13002-115E-4D61-BEB4-EAAA2621F64C}" sibTransId="{1C1DAA91-70C4-4525-814B-70C6DC6D94DF}"/>
    <dgm:cxn modelId="{8AF06C79-2F55-4E4A-B503-AFE5501D3968}" type="presOf" srcId="{05068920-CF88-48AE-9D95-5C6BE4933B2B}" destId="{07A001A5-35FA-4867-A3F6-9F23007D8594}" srcOrd="0" destOrd="0" presId="urn:microsoft.com/office/officeart/2005/8/layout/hProcess9"/>
    <dgm:cxn modelId="{75FD757C-027B-4495-A3CB-2C1EE7D900B1}" srcId="{D731D4C6-3E54-4897-B3F8-BA21ABAC7F3E}" destId="{F8B41342-A13E-4475-A688-96F2E363BC7F}" srcOrd="3" destOrd="0" parTransId="{37B29171-E488-40E6-B95E-0A8D0411DD2D}" sibTransId="{B1F8E482-110F-4106-8C82-30C8F4C11A0F}"/>
    <dgm:cxn modelId="{E4CDCA90-6BAA-414A-99C7-15E13CC29A02}" srcId="{D731D4C6-3E54-4897-B3F8-BA21ABAC7F3E}" destId="{05068920-CF88-48AE-9D95-5C6BE4933B2B}" srcOrd="4" destOrd="0" parTransId="{9A8DEC1F-3D50-4040-98AB-F3C9FBE2D2AA}" sibTransId="{2D8FCA16-B25A-41FD-ACA3-E579B5F2AAFD}"/>
    <dgm:cxn modelId="{4A816498-A4EA-45F3-A836-CAC73F3742EB}" srcId="{D731D4C6-3E54-4897-B3F8-BA21ABAC7F3E}" destId="{99E535DC-FA4A-4FB6-BF66-0849E8DFE9EE}" srcOrd="1" destOrd="0" parTransId="{CC6BA52F-3BD2-499D-8D7E-3D73547DF61A}" sibTransId="{4D88C141-F91A-4014-8627-C1AD64F8778F}"/>
    <dgm:cxn modelId="{5E228DB2-A4C9-4187-852E-9B2DA3A3D480}" type="presOf" srcId="{D731D4C6-3E54-4897-B3F8-BA21ABAC7F3E}" destId="{40430256-7510-467A-981C-9A8AFE3280CC}" srcOrd="0" destOrd="0" presId="urn:microsoft.com/office/officeart/2005/8/layout/hProcess9"/>
    <dgm:cxn modelId="{7DD3C4D5-DC83-45C3-A4C2-8DA31D20E316}" srcId="{D731D4C6-3E54-4897-B3F8-BA21ABAC7F3E}" destId="{C931C053-4AF5-444D-AFDD-8736582C6437}" srcOrd="0" destOrd="0" parTransId="{934FAA71-8DC6-4EB2-8902-8F39FD0617CA}" sibTransId="{C5854B62-0269-4733-9E52-FE9BA4BDA23E}"/>
    <dgm:cxn modelId="{D455BBD8-A5E7-487C-A23B-A63E3E4E998B}" type="presOf" srcId="{99E535DC-FA4A-4FB6-BF66-0849E8DFE9EE}" destId="{DF374868-A6BC-4D4F-BEF6-2D0BC6AAFC2A}" srcOrd="0" destOrd="0" presId="urn:microsoft.com/office/officeart/2005/8/layout/hProcess9"/>
    <dgm:cxn modelId="{2B18BED8-F52F-4CBB-A2D2-5FA40BBD4FD3}" srcId="{D731D4C6-3E54-4897-B3F8-BA21ABAC7F3E}" destId="{1FF82381-7599-47B4-81CA-5DF8CEC90977}" srcOrd="5" destOrd="0" parTransId="{80A2759D-6FD5-44A3-ABE0-641F748D5CEA}" sibTransId="{3D5DA0FC-4DC0-43DD-A61C-DF021A0D6D99}"/>
    <dgm:cxn modelId="{A8D57AED-630B-481B-8629-00A8917A30C4}" type="presOf" srcId="{1FF82381-7599-47B4-81CA-5DF8CEC90977}" destId="{ED2BD155-6554-4544-93E7-E30435CE3D10}" srcOrd="0" destOrd="0" presId="urn:microsoft.com/office/officeart/2005/8/layout/hProcess9"/>
    <dgm:cxn modelId="{0A9918FC-8BD8-4797-8D9F-6FCA895647AA}" type="presParOf" srcId="{40430256-7510-467A-981C-9A8AFE3280CC}" destId="{D358F31D-E645-4994-AD07-3574D888BAAC}" srcOrd="0" destOrd="0" presId="urn:microsoft.com/office/officeart/2005/8/layout/hProcess9"/>
    <dgm:cxn modelId="{9939E319-EE82-4251-BC7C-E9A84242618D}" type="presParOf" srcId="{40430256-7510-467A-981C-9A8AFE3280CC}" destId="{313B2982-D5C1-4B1D-8F63-5BC01FFA5D35}" srcOrd="1" destOrd="0" presId="urn:microsoft.com/office/officeart/2005/8/layout/hProcess9"/>
    <dgm:cxn modelId="{30B9E52E-B3D3-41E8-BE6F-1EBC6CA3FA2A}" type="presParOf" srcId="{313B2982-D5C1-4B1D-8F63-5BC01FFA5D35}" destId="{65818B31-CB1F-46F5-A2A5-35E333BE9CC8}" srcOrd="0" destOrd="0" presId="urn:microsoft.com/office/officeart/2005/8/layout/hProcess9"/>
    <dgm:cxn modelId="{FD4136C0-8209-4FF6-A4F4-6F9DA38C012F}" type="presParOf" srcId="{313B2982-D5C1-4B1D-8F63-5BC01FFA5D35}" destId="{BF383597-0E92-4996-A869-F17F4E0DF243}" srcOrd="1" destOrd="0" presId="urn:microsoft.com/office/officeart/2005/8/layout/hProcess9"/>
    <dgm:cxn modelId="{1AE4C74B-5949-418D-9CD1-ADC9CDA499EF}" type="presParOf" srcId="{313B2982-D5C1-4B1D-8F63-5BC01FFA5D35}" destId="{DF374868-A6BC-4D4F-BEF6-2D0BC6AAFC2A}" srcOrd="2" destOrd="0" presId="urn:microsoft.com/office/officeart/2005/8/layout/hProcess9"/>
    <dgm:cxn modelId="{DF3BE6B1-0D92-41A7-8B21-43F33D08C724}" type="presParOf" srcId="{313B2982-D5C1-4B1D-8F63-5BC01FFA5D35}" destId="{8503756E-42C9-4181-B27D-971B2D72592A}" srcOrd="3" destOrd="0" presId="urn:microsoft.com/office/officeart/2005/8/layout/hProcess9"/>
    <dgm:cxn modelId="{E155E7FB-30B8-4940-9948-BD978C43E798}" type="presParOf" srcId="{313B2982-D5C1-4B1D-8F63-5BC01FFA5D35}" destId="{69B5EDF2-932B-4710-B213-A510420A07E7}" srcOrd="4" destOrd="0" presId="urn:microsoft.com/office/officeart/2005/8/layout/hProcess9"/>
    <dgm:cxn modelId="{6B25F68D-1E10-4414-BC2B-538D5128A569}" type="presParOf" srcId="{313B2982-D5C1-4B1D-8F63-5BC01FFA5D35}" destId="{1E203DA2-CB9B-47E0-89B9-621C52C7A044}" srcOrd="5" destOrd="0" presId="urn:microsoft.com/office/officeart/2005/8/layout/hProcess9"/>
    <dgm:cxn modelId="{0AA913BB-922E-47C1-8DC9-E915970E84F4}" type="presParOf" srcId="{313B2982-D5C1-4B1D-8F63-5BC01FFA5D35}" destId="{22B51050-8773-4530-A265-D93887C3D06B}" srcOrd="6" destOrd="0" presId="urn:microsoft.com/office/officeart/2005/8/layout/hProcess9"/>
    <dgm:cxn modelId="{F13D1B38-7F27-454B-9005-C3A7E6AA1ED4}" type="presParOf" srcId="{313B2982-D5C1-4B1D-8F63-5BC01FFA5D35}" destId="{031213C7-71A4-4C1F-B8A2-63E03C57F7E5}" srcOrd="7" destOrd="0" presId="urn:microsoft.com/office/officeart/2005/8/layout/hProcess9"/>
    <dgm:cxn modelId="{634ED21E-38B1-4BFD-A363-032C124C004C}" type="presParOf" srcId="{313B2982-D5C1-4B1D-8F63-5BC01FFA5D35}" destId="{07A001A5-35FA-4867-A3F6-9F23007D8594}" srcOrd="8" destOrd="0" presId="urn:microsoft.com/office/officeart/2005/8/layout/hProcess9"/>
    <dgm:cxn modelId="{D986243E-52BD-4038-9D1D-FD00BD2007FC}" type="presParOf" srcId="{313B2982-D5C1-4B1D-8F63-5BC01FFA5D35}" destId="{2993E52B-F06C-4CAB-9C86-5578DCC1A9CD}" srcOrd="9" destOrd="0" presId="urn:microsoft.com/office/officeart/2005/8/layout/hProcess9"/>
    <dgm:cxn modelId="{C50CEAE1-3958-4B00-A3B2-7D14034105EA}" type="presParOf" srcId="{313B2982-D5C1-4B1D-8F63-5BC01FFA5D35}" destId="{ED2BD155-6554-4544-93E7-E30435CE3D10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31D4C6-3E54-4897-B3F8-BA21ABAC7F3E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C931C053-4AF5-444D-AFDD-8736582C6437}">
      <dgm:prSet phldrT="[Text]"/>
      <dgm:spPr/>
      <dgm:t>
        <a:bodyPr/>
        <a:lstStyle/>
        <a:p>
          <a:r>
            <a:rPr lang="en-US" b="1" i="0" dirty="0"/>
            <a:t>Planning</a:t>
          </a:r>
          <a:endParaRPr lang="en-US" dirty="0"/>
        </a:p>
      </dgm:t>
    </dgm:pt>
    <dgm:pt modelId="{934FAA71-8DC6-4EB2-8902-8F39FD0617CA}" type="parTrans" cxnId="{7DD3C4D5-DC83-45C3-A4C2-8DA31D20E316}">
      <dgm:prSet/>
      <dgm:spPr/>
      <dgm:t>
        <a:bodyPr/>
        <a:lstStyle/>
        <a:p>
          <a:endParaRPr lang="en-US"/>
        </a:p>
      </dgm:t>
    </dgm:pt>
    <dgm:pt modelId="{C5854B62-0269-4733-9E52-FE9BA4BDA23E}" type="sibTrans" cxnId="{7DD3C4D5-DC83-45C3-A4C2-8DA31D20E316}">
      <dgm:prSet/>
      <dgm:spPr/>
      <dgm:t>
        <a:bodyPr/>
        <a:lstStyle/>
        <a:p>
          <a:endParaRPr lang="en-US"/>
        </a:p>
      </dgm:t>
    </dgm:pt>
    <dgm:pt modelId="{99E535DC-FA4A-4FB6-BF66-0849E8DFE9EE}">
      <dgm:prSet phldrT="[Text]"/>
      <dgm:spPr/>
      <dgm:t>
        <a:bodyPr/>
        <a:lstStyle/>
        <a:p>
          <a:r>
            <a:rPr lang="en-US" b="1" i="0" dirty="0"/>
            <a:t>Design</a:t>
          </a:r>
          <a:endParaRPr lang="en-US" dirty="0"/>
        </a:p>
      </dgm:t>
    </dgm:pt>
    <dgm:pt modelId="{CC6BA52F-3BD2-499D-8D7E-3D73547DF61A}" type="parTrans" cxnId="{4A816498-A4EA-45F3-A836-CAC73F3742EB}">
      <dgm:prSet/>
      <dgm:spPr/>
      <dgm:t>
        <a:bodyPr/>
        <a:lstStyle/>
        <a:p>
          <a:endParaRPr lang="en-US"/>
        </a:p>
      </dgm:t>
    </dgm:pt>
    <dgm:pt modelId="{4D88C141-F91A-4014-8627-C1AD64F8778F}" type="sibTrans" cxnId="{4A816498-A4EA-45F3-A836-CAC73F3742EB}">
      <dgm:prSet/>
      <dgm:spPr/>
      <dgm:t>
        <a:bodyPr/>
        <a:lstStyle/>
        <a:p>
          <a:endParaRPr lang="en-US"/>
        </a:p>
      </dgm:t>
    </dgm:pt>
    <dgm:pt modelId="{45BDF2C4-1E59-4DF6-B532-2A107BFAFEAD}">
      <dgm:prSet phldrT="[Text]"/>
      <dgm:spPr/>
      <dgm:t>
        <a:bodyPr/>
        <a:lstStyle/>
        <a:p>
          <a:r>
            <a:rPr lang="en-US" b="1" i="0" dirty="0"/>
            <a:t>Development</a:t>
          </a:r>
          <a:endParaRPr lang="en-US" dirty="0"/>
        </a:p>
      </dgm:t>
    </dgm:pt>
    <dgm:pt modelId="{40F13002-115E-4D61-BEB4-EAAA2621F64C}" type="parTrans" cxnId="{B5395D6B-0040-45FE-830B-FE0B03526775}">
      <dgm:prSet/>
      <dgm:spPr/>
      <dgm:t>
        <a:bodyPr/>
        <a:lstStyle/>
        <a:p>
          <a:endParaRPr lang="en-US"/>
        </a:p>
      </dgm:t>
    </dgm:pt>
    <dgm:pt modelId="{1C1DAA91-70C4-4525-814B-70C6DC6D94DF}" type="sibTrans" cxnId="{B5395D6B-0040-45FE-830B-FE0B03526775}">
      <dgm:prSet/>
      <dgm:spPr/>
      <dgm:t>
        <a:bodyPr/>
        <a:lstStyle/>
        <a:p>
          <a:endParaRPr lang="en-US"/>
        </a:p>
      </dgm:t>
    </dgm:pt>
    <dgm:pt modelId="{F8B41342-A13E-4475-A688-96F2E363BC7F}">
      <dgm:prSet phldrT="[Text]"/>
      <dgm:spPr/>
      <dgm:t>
        <a:bodyPr/>
        <a:lstStyle/>
        <a:p>
          <a:r>
            <a:rPr lang="en-US" b="1" i="0" dirty="0"/>
            <a:t>Testing</a:t>
          </a:r>
          <a:endParaRPr lang="en-US" dirty="0"/>
        </a:p>
      </dgm:t>
    </dgm:pt>
    <dgm:pt modelId="{37B29171-E488-40E6-B95E-0A8D0411DD2D}" type="parTrans" cxnId="{75FD757C-027B-4495-A3CB-2C1EE7D900B1}">
      <dgm:prSet/>
      <dgm:spPr/>
      <dgm:t>
        <a:bodyPr/>
        <a:lstStyle/>
        <a:p>
          <a:endParaRPr lang="en-US"/>
        </a:p>
      </dgm:t>
    </dgm:pt>
    <dgm:pt modelId="{B1F8E482-110F-4106-8C82-30C8F4C11A0F}" type="sibTrans" cxnId="{75FD757C-027B-4495-A3CB-2C1EE7D900B1}">
      <dgm:prSet/>
      <dgm:spPr/>
      <dgm:t>
        <a:bodyPr/>
        <a:lstStyle/>
        <a:p>
          <a:endParaRPr lang="en-US"/>
        </a:p>
      </dgm:t>
    </dgm:pt>
    <dgm:pt modelId="{05068920-CF88-48AE-9D95-5C6BE4933B2B}">
      <dgm:prSet phldrT="[Text]"/>
      <dgm:spPr/>
      <dgm:t>
        <a:bodyPr/>
        <a:lstStyle/>
        <a:p>
          <a:r>
            <a:rPr lang="en-US" b="1" i="0" dirty="0"/>
            <a:t>Deployment</a:t>
          </a:r>
          <a:endParaRPr lang="en-US" dirty="0"/>
        </a:p>
      </dgm:t>
    </dgm:pt>
    <dgm:pt modelId="{9A8DEC1F-3D50-4040-98AB-F3C9FBE2D2AA}" type="parTrans" cxnId="{E4CDCA90-6BAA-414A-99C7-15E13CC29A02}">
      <dgm:prSet/>
      <dgm:spPr/>
      <dgm:t>
        <a:bodyPr/>
        <a:lstStyle/>
        <a:p>
          <a:endParaRPr lang="en-US"/>
        </a:p>
      </dgm:t>
    </dgm:pt>
    <dgm:pt modelId="{2D8FCA16-B25A-41FD-ACA3-E579B5F2AAFD}" type="sibTrans" cxnId="{E4CDCA90-6BAA-414A-99C7-15E13CC29A02}">
      <dgm:prSet/>
      <dgm:spPr/>
      <dgm:t>
        <a:bodyPr/>
        <a:lstStyle/>
        <a:p>
          <a:endParaRPr lang="en-US"/>
        </a:p>
      </dgm:t>
    </dgm:pt>
    <dgm:pt modelId="{1FF82381-7599-47B4-81CA-5DF8CEC90977}">
      <dgm:prSet phldrT="[Text]"/>
      <dgm:spPr/>
      <dgm:t>
        <a:bodyPr/>
        <a:lstStyle/>
        <a:p>
          <a:r>
            <a:rPr lang="en-US" b="1" i="0" dirty="0"/>
            <a:t>Maintenance</a:t>
          </a:r>
          <a:endParaRPr lang="en-US" dirty="0"/>
        </a:p>
      </dgm:t>
    </dgm:pt>
    <dgm:pt modelId="{80A2759D-6FD5-44A3-ABE0-641F748D5CEA}" type="parTrans" cxnId="{2B18BED8-F52F-4CBB-A2D2-5FA40BBD4FD3}">
      <dgm:prSet/>
      <dgm:spPr/>
      <dgm:t>
        <a:bodyPr/>
        <a:lstStyle/>
        <a:p>
          <a:endParaRPr lang="en-US"/>
        </a:p>
      </dgm:t>
    </dgm:pt>
    <dgm:pt modelId="{3D5DA0FC-4DC0-43DD-A61C-DF021A0D6D99}" type="sibTrans" cxnId="{2B18BED8-F52F-4CBB-A2D2-5FA40BBD4FD3}">
      <dgm:prSet/>
      <dgm:spPr/>
      <dgm:t>
        <a:bodyPr/>
        <a:lstStyle/>
        <a:p>
          <a:endParaRPr lang="en-US"/>
        </a:p>
      </dgm:t>
    </dgm:pt>
    <dgm:pt modelId="{40430256-7510-467A-981C-9A8AFE3280CC}" type="pres">
      <dgm:prSet presAssocID="{D731D4C6-3E54-4897-B3F8-BA21ABAC7F3E}" presName="CompostProcess" presStyleCnt="0">
        <dgm:presLayoutVars>
          <dgm:dir/>
          <dgm:resizeHandles val="exact"/>
        </dgm:presLayoutVars>
      </dgm:prSet>
      <dgm:spPr/>
    </dgm:pt>
    <dgm:pt modelId="{D358F31D-E645-4994-AD07-3574D888BAAC}" type="pres">
      <dgm:prSet presAssocID="{D731D4C6-3E54-4897-B3F8-BA21ABAC7F3E}" presName="arrow" presStyleLbl="bgShp" presStyleIdx="0" presStyleCnt="1"/>
      <dgm:spPr>
        <a:solidFill>
          <a:schemeClr val="accent5"/>
        </a:solidFill>
      </dgm:spPr>
    </dgm:pt>
    <dgm:pt modelId="{313B2982-D5C1-4B1D-8F63-5BC01FFA5D35}" type="pres">
      <dgm:prSet presAssocID="{D731D4C6-3E54-4897-B3F8-BA21ABAC7F3E}" presName="linearProcess" presStyleCnt="0"/>
      <dgm:spPr/>
    </dgm:pt>
    <dgm:pt modelId="{65818B31-CB1F-46F5-A2A5-35E333BE9CC8}" type="pres">
      <dgm:prSet presAssocID="{C931C053-4AF5-444D-AFDD-8736582C6437}" presName="textNode" presStyleLbl="node1" presStyleIdx="0" presStyleCnt="6">
        <dgm:presLayoutVars>
          <dgm:bulletEnabled val="1"/>
        </dgm:presLayoutVars>
      </dgm:prSet>
      <dgm:spPr/>
    </dgm:pt>
    <dgm:pt modelId="{BF383597-0E92-4996-A869-F17F4E0DF243}" type="pres">
      <dgm:prSet presAssocID="{C5854B62-0269-4733-9E52-FE9BA4BDA23E}" presName="sibTrans" presStyleCnt="0"/>
      <dgm:spPr/>
    </dgm:pt>
    <dgm:pt modelId="{DF374868-A6BC-4D4F-BEF6-2D0BC6AAFC2A}" type="pres">
      <dgm:prSet presAssocID="{99E535DC-FA4A-4FB6-BF66-0849E8DFE9EE}" presName="textNode" presStyleLbl="node1" presStyleIdx="1" presStyleCnt="6">
        <dgm:presLayoutVars>
          <dgm:bulletEnabled val="1"/>
        </dgm:presLayoutVars>
      </dgm:prSet>
      <dgm:spPr/>
    </dgm:pt>
    <dgm:pt modelId="{8503756E-42C9-4181-B27D-971B2D72592A}" type="pres">
      <dgm:prSet presAssocID="{4D88C141-F91A-4014-8627-C1AD64F8778F}" presName="sibTrans" presStyleCnt="0"/>
      <dgm:spPr/>
    </dgm:pt>
    <dgm:pt modelId="{69B5EDF2-932B-4710-B213-A510420A07E7}" type="pres">
      <dgm:prSet presAssocID="{45BDF2C4-1E59-4DF6-B532-2A107BFAFEAD}" presName="textNode" presStyleLbl="node1" presStyleIdx="2" presStyleCnt="6">
        <dgm:presLayoutVars>
          <dgm:bulletEnabled val="1"/>
        </dgm:presLayoutVars>
      </dgm:prSet>
      <dgm:spPr/>
    </dgm:pt>
    <dgm:pt modelId="{1E203DA2-CB9B-47E0-89B9-621C52C7A044}" type="pres">
      <dgm:prSet presAssocID="{1C1DAA91-70C4-4525-814B-70C6DC6D94DF}" presName="sibTrans" presStyleCnt="0"/>
      <dgm:spPr/>
    </dgm:pt>
    <dgm:pt modelId="{22B51050-8773-4530-A265-D93887C3D06B}" type="pres">
      <dgm:prSet presAssocID="{F8B41342-A13E-4475-A688-96F2E363BC7F}" presName="textNode" presStyleLbl="node1" presStyleIdx="3" presStyleCnt="6">
        <dgm:presLayoutVars>
          <dgm:bulletEnabled val="1"/>
        </dgm:presLayoutVars>
      </dgm:prSet>
      <dgm:spPr/>
    </dgm:pt>
    <dgm:pt modelId="{031213C7-71A4-4C1F-B8A2-63E03C57F7E5}" type="pres">
      <dgm:prSet presAssocID="{B1F8E482-110F-4106-8C82-30C8F4C11A0F}" presName="sibTrans" presStyleCnt="0"/>
      <dgm:spPr/>
    </dgm:pt>
    <dgm:pt modelId="{07A001A5-35FA-4867-A3F6-9F23007D8594}" type="pres">
      <dgm:prSet presAssocID="{05068920-CF88-48AE-9D95-5C6BE4933B2B}" presName="textNode" presStyleLbl="node1" presStyleIdx="4" presStyleCnt="6">
        <dgm:presLayoutVars>
          <dgm:bulletEnabled val="1"/>
        </dgm:presLayoutVars>
      </dgm:prSet>
      <dgm:spPr/>
    </dgm:pt>
    <dgm:pt modelId="{2993E52B-F06C-4CAB-9C86-5578DCC1A9CD}" type="pres">
      <dgm:prSet presAssocID="{2D8FCA16-B25A-41FD-ACA3-E579B5F2AAFD}" presName="sibTrans" presStyleCnt="0"/>
      <dgm:spPr/>
    </dgm:pt>
    <dgm:pt modelId="{ED2BD155-6554-4544-93E7-E30435CE3D10}" type="pres">
      <dgm:prSet presAssocID="{1FF82381-7599-47B4-81CA-5DF8CEC90977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06A5611B-D764-4FBB-81BF-491E1DF8B62A}" type="presOf" srcId="{C931C053-4AF5-444D-AFDD-8736582C6437}" destId="{65818B31-CB1F-46F5-A2A5-35E333BE9CC8}" srcOrd="0" destOrd="0" presId="urn:microsoft.com/office/officeart/2005/8/layout/hProcess9"/>
    <dgm:cxn modelId="{30433421-4ABC-4670-BC3A-CBE41C01D63B}" type="presOf" srcId="{F8B41342-A13E-4475-A688-96F2E363BC7F}" destId="{22B51050-8773-4530-A265-D93887C3D06B}" srcOrd="0" destOrd="0" presId="urn:microsoft.com/office/officeart/2005/8/layout/hProcess9"/>
    <dgm:cxn modelId="{C289C23B-E8A6-4048-885D-2E37BAFE48C3}" type="presOf" srcId="{45BDF2C4-1E59-4DF6-B532-2A107BFAFEAD}" destId="{69B5EDF2-932B-4710-B213-A510420A07E7}" srcOrd="0" destOrd="0" presId="urn:microsoft.com/office/officeart/2005/8/layout/hProcess9"/>
    <dgm:cxn modelId="{B5395D6B-0040-45FE-830B-FE0B03526775}" srcId="{D731D4C6-3E54-4897-B3F8-BA21ABAC7F3E}" destId="{45BDF2C4-1E59-4DF6-B532-2A107BFAFEAD}" srcOrd="2" destOrd="0" parTransId="{40F13002-115E-4D61-BEB4-EAAA2621F64C}" sibTransId="{1C1DAA91-70C4-4525-814B-70C6DC6D94DF}"/>
    <dgm:cxn modelId="{8AF06C79-2F55-4E4A-B503-AFE5501D3968}" type="presOf" srcId="{05068920-CF88-48AE-9D95-5C6BE4933B2B}" destId="{07A001A5-35FA-4867-A3F6-9F23007D8594}" srcOrd="0" destOrd="0" presId="urn:microsoft.com/office/officeart/2005/8/layout/hProcess9"/>
    <dgm:cxn modelId="{75FD757C-027B-4495-A3CB-2C1EE7D900B1}" srcId="{D731D4C6-3E54-4897-B3F8-BA21ABAC7F3E}" destId="{F8B41342-A13E-4475-A688-96F2E363BC7F}" srcOrd="3" destOrd="0" parTransId="{37B29171-E488-40E6-B95E-0A8D0411DD2D}" sibTransId="{B1F8E482-110F-4106-8C82-30C8F4C11A0F}"/>
    <dgm:cxn modelId="{E4CDCA90-6BAA-414A-99C7-15E13CC29A02}" srcId="{D731D4C6-3E54-4897-B3F8-BA21ABAC7F3E}" destId="{05068920-CF88-48AE-9D95-5C6BE4933B2B}" srcOrd="4" destOrd="0" parTransId="{9A8DEC1F-3D50-4040-98AB-F3C9FBE2D2AA}" sibTransId="{2D8FCA16-B25A-41FD-ACA3-E579B5F2AAFD}"/>
    <dgm:cxn modelId="{4A816498-A4EA-45F3-A836-CAC73F3742EB}" srcId="{D731D4C6-3E54-4897-B3F8-BA21ABAC7F3E}" destId="{99E535DC-FA4A-4FB6-BF66-0849E8DFE9EE}" srcOrd="1" destOrd="0" parTransId="{CC6BA52F-3BD2-499D-8D7E-3D73547DF61A}" sibTransId="{4D88C141-F91A-4014-8627-C1AD64F8778F}"/>
    <dgm:cxn modelId="{5E228DB2-A4C9-4187-852E-9B2DA3A3D480}" type="presOf" srcId="{D731D4C6-3E54-4897-B3F8-BA21ABAC7F3E}" destId="{40430256-7510-467A-981C-9A8AFE3280CC}" srcOrd="0" destOrd="0" presId="urn:microsoft.com/office/officeart/2005/8/layout/hProcess9"/>
    <dgm:cxn modelId="{7DD3C4D5-DC83-45C3-A4C2-8DA31D20E316}" srcId="{D731D4C6-3E54-4897-B3F8-BA21ABAC7F3E}" destId="{C931C053-4AF5-444D-AFDD-8736582C6437}" srcOrd="0" destOrd="0" parTransId="{934FAA71-8DC6-4EB2-8902-8F39FD0617CA}" sibTransId="{C5854B62-0269-4733-9E52-FE9BA4BDA23E}"/>
    <dgm:cxn modelId="{D455BBD8-A5E7-487C-A23B-A63E3E4E998B}" type="presOf" srcId="{99E535DC-FA4A-4FB6-BF66-0849E8DFE9EE}" destId="{DF374868-A6BC-4D4F-BEF6-2D0BC6AAFC2A}" srcOrd="0" destOrd="0" presId="urn:microsoft.com/office/officeart/2005/8/layout/hProcess9"/>
    <dgm:cxn modelId="{2B18BED8-F52F-4CBB-A2D2-5FA40BBD4FD3}" srcId="{D731D4C6-3E54-4897-B3F8-BA21ABAC7F3E}" destId="{1FF82381-7599-47B4-81CA-5DF8CEC90977}" srcOrd="5" destOrd="0" parTransId="{80A2759D-6FD5-44A3-ABE0-641F748D5CEA}" sibTransId="{3D5DA0FC-4DC0-43DD-A61C-DF021A0D6D99}"/>
    <dgm:cxn modelId="{A8D57AED-630B-481B-8629-00A8917A30C4}" type="presOf" srcId="{1FF82381-7599-47B4-81CA-5DF8CEC90977}" destId="{ED2BD155-6554-4544-93E7-E30435CE3D10}" srcOrd="0" destOrd="0" presId="urn:microsoft.com/office/officeart/2005/8/layout/hProcess9"/>
    <dgm:cxn modelId="{0A9918FC-8BD8-4797-8D9F-6FCA895647AA}" type="presParOf" srcId="{40430256-7510-467A-981C-9A8AFE3280CC}" destId="{D358F31D-E645-4994-AD07-3574D888BAAC}" srcOrd="0" destOrd="0" presId="urn:microsoft.com/office/officeart/2005/8/layout/hProcess9"/>
    <dgm:cxn modelId="{9939E319-EE82-4251-BC7C-E9A84242618D}" type="presParOf" srcId="{40430256-7510-467A-981C-9A8AFE3280CC}" destId="{313B2982-D5C1-4B1D-8F63-5BC01FFA5D35}" srcOrd="1" destOrd="0" presId="urn:microsoft.com/office/officeart/2005/8/layout/hProcess9"/>
    <dgm:cxn modelId="{30B9E52E-B3D3-41E8-BE6F-1EBC6CA3FA2A}" type="presParOf" srcId="{313B2982-D5C1-4B1D-8F63-5BC01FFA5D35}" destId="{65818B31-CB1F-46F5-A2A5-35E333BE9CC8}" srcOrd="0" destOrd="0" presId="urn:microsoft.com/office/officeart/2005/8/layout/hProcess9"/>
    <dgm:cxn modelId="{FD4136C0-8209-4FF6-A4F4-6F9DA38C012F}" type="presParOf" srcId="{313B2982-D5C1-4B1D-8F63-5BC01FFA5D35}" destId="{BF383597-0E92-4996-A869-F17F4E0DF243}" srcOrd="1" destOrd="0" presId="urn:microsoft.com/office/officeart/2005/8/layout/hProcess9"/>
    <dgm:cxn modelId="{1AE4C74B-5949-418D-9CD1-ADC9CDA499EF}" type="presParOf" srcId="{313B2982-D5C1-4B1D-8F63-5BC01FFA5D35}" destId="{DF374868-A6BC-4D4F-BEF6-2D0BC6AAFC2A}" srcOrd="2" destOrd="0" presId="urn:microsoft.com/office/officeart/2005/8/layout/hProcess9"/>
    <dgm:cxn modelId="{DF3BE6B1-0D92-41A7-8B21-43F33D08C724}" type="presParOf" srcId="{313B2982-D5C1-4B1D-8F63-5BC01FFA5D35}" destId="{8503756E-42C9-4181-B27D-971B2D72592A}" srcOrd="3" destOrd="0" presId="urn:microsoft.com/office/officeart/2005/8/layout/hProcess9"/>
    <dgm:cxn modelId="{E155E7FB-30B8-4940-9948-BD978C43E798}" type="presParOf" srcId="{313B2982-D5C1-4B1D-8F63-5BC01FFA5D35}" destId="{69B5EDF2-932B-4710-B213-A510420A07E7}" srcOrd="4" destOrd="0" presId="urn:microsoft.com/office/officeart/2005/8/layout/hProcess9"/>
    <dgm:cxn modelId="{6B25F68D-1E10-4414-BC2B-538D5128A569}" type="presParOf" srcId="{313B2982-D5C1-4B1D-8F63-5BC01FFA5D35}" destId="{1E203DA2-CB9B-47E0-89B9-621C52C7A044}" srcOrd="5" destOrd="0" presId="urn:microsoft.com/office/officeart/2005/8/layout/hProcess9"/>
    <dgm:cxn modelId="{0AA913BB-922E-47C1-8DC9-E915970E84F4}" type="presParOf" srcId="{313B2982-D5C1-4B1D-8F63-5BC01FFA5D35}" destId="{22B51050-8773-4530-A265-D93887C3D06B}" srcOrd="6" destOrd="0" presId="urn:microsoft.com/office/officeart/2005/8/layout/hProcess9"/>
    <dgm:cxn modelId="{F13D1B38-7F27-454B-9005-C3A7E6AA1ED4}" type="presParOf" srcId="{313B2982-D5C1-4B1D-8F63-5BC01FFA5D35}" destId="{031213C7-71A4-4C1F-B8A2-63E03C57F7E5}" srcOrd="7" destOrd="0" presId="urn:microsoft.com/office/officeart/2005/8/layout/hProcess9"/>
    <dgm:cxn modelId="{634ED21E-38B1-4BFD-A363-032C124C004C}" type="presParOf" srcId="{313B2982-D5C1-4B1D-8F63-5BC01FFA5D35}" destId="{07A001A5-35FA-4867-A3F6-9F23007D8594}" srcOrd="8" destOrd="0" presId="urn:microsoft.com/office/officeart/2005/8/layout/hProcess9"/>
    <dgm:cxn modelId="{D986243E-52BD-4038-9D1D-FD00BD2007FC}" type="presParOf" srcId="{313B2982-D5C1-4B1D-8F63-5BC01FFA5D35}" destId="{2993E52B-F06C-4CAB-9C86-5578DCC1A9CD}" srcOrd="9" destOrd="0" presId="urn:microsoft.com/office/officeart/2005/8/layout/hProcess9"/>
    <dgm:cxn modelId="{C50CEAE1-3958-4B00-A3B2-7D14034105EA}" type="presParOf" srcId="{313B2982-D5C1-4B1D-8F63-5BC01FFA5D35}" destId="{ED2BD155-6554-4544-93E7-E30435CE3D10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31D4C6-3E54-4897-B3F8-BA21ABAC7F3E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C931C053-4AF5-444D-AFDD-8736582C6437}">
      <dgm:prSet phldrT="[Text]"/>
      <dgm:spPr/>
      <dgm:t>
        <a:bodyPr/>
        <a:lstStyle/>
        <a:p>
          <a:r>
            <a:rPr lang="en-US" b="1" i="0" dirty="0"/>
            <a:t>Planning</a:t>
          </a:r>
          <a:endParaRPr lang="en-US" dirty="0"/>
        </a:p>
      </dgm:t>
    </dgm:pt>
    <dgm:pt modelId="{934FAA71-8DC6-4EB2-8902-8F39FD0617CA}" type="parTrans" cxnId="{7DD3C4D5-DC83-45C3-A4C2-8DA31D20E316}">
      <dgm:prSet/>
      <dgm:spPr/>
      <dgm:t>
        <a:bodyPr/>
        <a:lstStyle/>
        <a:p>
          <a:endParaRPr lang="en-US"/>
        </a:p>
      </dgm:t>
    </dgm:pt>
    <dgm:pt modelId="{C5854B62-0269-4733-9E52-FE9BA4BDA23E}" type="sibTrans" cxnId="{7DD3C4D5-DC83-45C3-A4C2-8DA31D20E316}">
      <dgm:prSet/>
      <dgm:spPr/>
      <dgm:t>
        <a:bodyPr/>
        <a:lstStyle/>
        <a:p>
          <a:endParaRPr lang="en-US"/>
        </a:p>
      </dgm:t>
    </dgm:pt>
    <dgm:pt modelId="{99E535DC-FA4A-4FB6-BF66-0849E8DFE9EE}">
      <dgm:prSet phldrT="[Text]"/>
      <dgm:spPr/>
      <dgm:t>
        <a:bodyPr/>
        <a:lstStyle/>
        <a:p>
          <a:r>
            <a:rPr lang="en-US" b="1" i="0" dirty="0"/>
            <a:t>Design</a:t>
          </a:r>
          <a:endParaRPr lang="en-US" dirty="0"/>
        </a:p>
      </dgm:t>
    </dgm:pt>
    <dgm:pt modelId="{CC6BA52F-3BD2-499D-8D7E-3D73547DF61A}" type="parTrans" cxnId="{4A816498-A4EA-45F3-A836-CAC73F3742EB}">
      <dgm:prSet/>
      <dgm:spPr/>
      <dgm:t>
        <a:bodyPr/>
        <a:lstStyle/>
        <a:p>
          <a:endParaRPr lang="en-US"/>
        </a:p>
      </dgm:t>
    </dgm:pt>
    <dgm:pt modelId="{4D88C141-F91A-4014-8627-C1AD64F8778F}" type="sibTrans" cxnId="{4A816498-A4EA-45F3-A836-CAC73F3742EB}">
      <dgm:prSet/>
      <dgm:spPr/>
      <dgm:t>
        <a:bodyPr/>
        <a:lstStyle/>
        <a:p>
          <a:endParaRPr lang="en-US"/>
        </a:p>
      </dgm:t>
    </dgm:pt>
    <dgm:pt modelId="{45BDF2C4-1E59-4DF6-B532-2A107BFAFEAD}">
      <dgm:prSet phldrT="[Text]"/>
      <dgm:spPr/>
      <dgm:t>
        <a:bodyPr/>
        <a:lstStyle/>
        <a:p>
          <a:r>
            <a:rPr lang="en-US" b="1" i="0" dirty="0"/>
            <a:t>Development</a:t>
          </a:r>
          <a:endParaRPr lang="en-US" dirty="0"/>
        </a:p>
      </dgm:t>
    </dgm:pt>
    <dgm:pt modelId="{40F13002-115E-4D61-BEB4-EAAA2621F64C}" type="parTrans" cxnId="{B5395D6B-0040-45FE-830B-FE0B03526775}">
      <dgm:prSet/>
      <dgm:spPr/>
      <dgm:t>
        <a:bodyPr/>
        <a:lstStyle/>
        <a:p>
          <a:endParaRPr lang="en-US"/>
        </a:p>
      </dgm:t>
    </dgm:pt>
    <dgm:pt modelId="{1C1DAA91-70C4-4525-814B-70C6DC6D94DF}" type="sibTrans" cxnId="{B5395D6B-0040-45FE-830B-FE0B03526775}">
      <dgm:prSet/>
      <dgm:spPr/>
      <dgm:t>
        <a:bodyPr/>
        <a:lstStyle/>
        <a:p>
          <a:endParaRPr lang="en-US"/>
        </a:p>
      </dgm:t>
    </dgm:pt>
    <dgm:pt modelId="{F8B41342-A13E-4475-A688-96F2E363BC7F}">
      <dgm:prSet phldrT="[Text]"/>
      <dgm:spPr/>
      <dgm:t>
        <a:bodyPr/>
        <a:lstStyle/>
        <a:p>
          <a:r>
            <a:rPr lang="en-US" b="1" i="0" dirty="0"/>
            <a:t>Testing</a:t>
          </a:r>
          <a:endParaRPr lang="en-US" dirty="0"/>
        </a:p>
      </dgm:t>
    </dgm:pt>
    <dgm:pt modelId="{37B29171-E488-40E6-B95E-0A8D0411DD2D}" type="parTrans" cxnId="{75FD757C-027B-4495-A3CB-2C1EE7D900B1}">
      <dgm:prSet/>
      <dgm:spPr/>
      <dgm:t>
        <a:bodyPr/>
        <a:lstStyle/>
        <a:p>
          <a:endParaRPr lang="en-US"/>
        </a:p>
      </dgm:t>
    </dgm:pt>
    <dgm:pt modelId="{B1F8E482-110F-4106-8C82-30C8F4C11A0F}" type="sibTrans" cxnId="{75FD757C-027B-4495-A3CB-2C1EE7D900B1}">
      <dgm:prSet/>
      <dgm:spPr/>
      <dgm:t>
        <a:bodyPr/>
        <a:lstStyle/>
        <a:p>
          <a:endParaRPr lang="en-US"/>
        </a:p>
      </dgm:t>
    </dgm:pt>
    <dgm:pt modelId="{05068920-CF88-48AE-9D95-5C6BE4933B2B}">
      <dgm:prSet phldrT="[Text]"/>
      <dgm:spPr/>
      <dgm:t>
        <a:bodyPr/>
        <a:lstStyle/>
        <a:p>
          <a:r>
            <a:rPr lang="en-US" b="1" i="0" dirty="0"/>
            <a:t>Deployment</a:t>
          </a:r>
          <a:endParaRPr lang="en-US" dirty="0"/>
        </a:p>
      </dgm:t>
    </dgm:pt>
    <dgm:pt modelId="{9A8DEC1F-3D50-4040-98AB-F3C9FBE2D2AA}" type="parTrans" cxnId="{E4CDCA90-6BAA-414A-99C7-15E13CC29A02}">
      <dgm:prSet/>
      <dgm:spPr/>
      <dgm:t>
        <a:bodyPr/>
        <a:lstStyle/>
        <a:p>
          <a:endParaRPr lang="en-US"/>
        </a:p>
      </dgm:t>
    </dgm:pt>
    <dgm:pt modelId="{2D8FCA16-B25A-41FD-ACA3-E579B5F2AAFD}" type="sibTrans" cxnId="{E4CDCA90-6BAA-414A-99C7-15E13CC29A02}">
      <dgm:prSet/>
      <dgm:spPr/>
      <dgm:t>
        <a:bodyPr/>
        <a:lstStyle/>
        <a:p>
          <a:endParaRPr lang="en-US"/>
        </a:p>
      </dgm:t>
    </dgm:pt>
    <dgm:pt modelId="{1FF82381-7599-47B4-81CA-5DF8CEC90977}">
      <dgm:prSet phldrT="[Text]"/>
      <dgm:spPr/>
      <dgm:t>
        <a:bodyPr/>
        <a:lstStyle/>
        <a:p>
          <a:r>
            <a:rPr lang="en-US" b="1" i="0" dirty="0"/>
            <a:t>Maintenance</a:t>
          </a:r>
          <a:endParaRPr lang="en-US" dirty="0"/>
        </a:p>
      </dgm:t>
    </dgm:pt>
    <dgm:pt modelId="{80A2759D-6FD5-44A3-ABE0-641F748D5CEA}" type="parTrans" cxnId="{2B18BED8-F52F-4CBB-A2D2-5FA40BBD4FD3}">
      <dgm:prSet/>
      <dgm:spPr/>
      <dgm:t>
        <a:bodyPr/>
        <a:lstStyle/>
        <a:p>
          <a:endParaRPr lang="en-US"/>
        </a:p>
      </dgm:t>
    </dgm:pt>
    <dgm:pt modelId="{3D5DA0FC-4DC0-43DD-A61C-DF021A0D6D99}" type="sibTrans" cxnId="{2B18BED8-F52F-4CBB-A2D2-5FA40BBD4FD3}">
      <dgm:prSet/>
      <dgm:spPr/>
      <dgm:t>
        <a:bodyPr/>
        <a:lstStyle/>
        <a:p>
          <a:endParaRPr lang="en-US"/>
        </a:p>
      </dgm:t>
    </dgm:pt>
    <dgm:pt modelId="{40430256-7510-467A-981C-9A8AFE3280CC}" type="pres">
      <dgm:prSet presAssocID="{D731D4C6-3E54-4897-B3F8-BA21ABAC7F3E}" presName="CompostProcess" presStyleCnt="0">
        <dgm:presLayoutVars>
          <dgm:dir/>
          <dgm:resizeHandles val="exact"/>
        </dgm:presLayoutVars>
      </dgm:prSet>
      <dgm:spPr/>
    </dgm:pt>
    <dgm:pt modelId="{D358F31D-E645-4994-AD07-3574D888BAAC}" type="pres">
      <dgm:prSet presAssocID="{D731D4C6-3E54-4897-B3F8-BA21ABAC7F3E}" presName="arrow" presStyleLbl="bgShp" presStyleIdx="0" presStyleCnt="1"/>
      <dgm:spPr>
        <a:solidFill>
          <a:schemeClr val="accent5"/>
        </a:solidFill>
      </dgm:spPr>
    </dgm:pt>
    <dgm:pt modelId="{313B2982-D5C1-4B1D-8F63-5BC01FFA5D35}" type="pres">
      <dgm:prSet presAssocID="{D731D4C6-3E54-4897-B3F8-BA21ABAC7F3E}" presName="linearProcess" presStyleCnt="0"/>
      <dgm:spPr/>
    </dgm:pt>
    <dgm:pt modelId="{65818B31-CB1F-46F5-A2A5-35E333BE9CC8}" type="pres">
      <dgm:prSet presAssocID="{C931C053-4AF5-444D-AFDD-8736582C6437}" presName="textNode" presStyleLbl="node1" presStyleIdx="0" presStyleCnt="6">
        <dgm:presLayoutVars>
          <dgm:bulletEnabled val="1"/>
        </dgm:presLayoutVars>
      </dgm:prSet>
      <dgm:spPr/>
    </dgm:pt>
    <dgm:pt modelId="{BF383597-0E92-4996-A869-F17F4E0DF243}" type="pres">
      <dgm:prSet presAssocID="{C5854B62-0269-4733-9E52-FE9BA4BDA23E}" presName="sibTrans" presStyleCnt="0"/>
      <dgm:spPr/>
    </dgm:pt>
    <dgm:pt modelId="{DF374868-A6BC-4D4F-BEF6-2D0BC6AAFC2A}" type="pres">
      <dgm:prSet presAssocID="{99E535DC-FA4A-4FB6-BF66-0849E8DFE9EE}" presName="textNode" presStyleLbl="node1" presStyleIdx="1" presStyleCnt="6">
        <dgm:presLayoutVars>
          <dgm:bulletEnabled val="1"/>
        </dgm:presLayoutVars>
      </dgm:prSet>
      <dgm:spPr/>
    </dgm:pt>
    <dgm:pt modelId="{8503756E-42C9-4181-B27D-971B2D72592A}" type="pres">
      <dgm:prSet presAssocID="{4D88C141-F91A-4014-8627-C1AD64F8778F}" presName="sibTrans" presStyleCnt="0"/>
      <dgm:spPr/>
    </dgm:pt>
    <dgm:pt modelId="{69B5EDF2-932B-4710-B213-A510420A07E7}" type="pres">
      <dgm:prSet presAssocID="{45BDF2C4-1E59-4DF6-B532-2A107BFAFEAD}" presName="textNode" presStyleLbl="node1" presStyleIdx="2" presStyleCnt="6">
        <dgm:presLayoutVars>
          <dgm:bulletEnabled val="1"/>
        </dgm:presLayoutVars>
      </dgm:prSet>
      <dgm:spPr/>
    </dgm:pt>
    <dgm:pt modelId="{1E203DA2-CB9B-47E0-89B9-621C52C7A044}" type="pres">
      <dgm:prSet presAssocID="{1C1DAA91-70C4-4525-814B-70C6DC6D94DF}" presName="sibTrans" presStyleCnt="0"/>
      <dgm:spPr/>
    </dgm:pt>
    <dgm:pt modelId="{22B51050-8773-4530-A265-D93887C3D06B}" type="pres">
      <dgm:prSet presAssocID="{F8B41342-A13E-4475-A688-96F2E363BC7F}" presName="textNode" presStyleLbl="node1" presStyleIdx="3" presStyleCnt="6">
        <dgm:presLayoutVars>
          <dgm:bulletEnabled val="1"/>
        </dgm:presLayoutVars>
      </dgm:prSet>
      <dgm:spPr/>
    </dgm:pt>
    <dgm:pt modelId="{031213C7-71A4-4C1F-B8A2-63E03C57F7E5}" type="pres">
      <dgm:prSet presAssocID="{B1F8E482-110F-4106-8C82-30C8F4C11A0F}" presName="sibTrans" presStyleCnt="0"/>
      <dgm:spPr/>
    </dgm:pt>
    <dgm:pt modelId="{07A001A5-35FA-4867-A3F6-9F23007D8594}" type="pres">
      <dgm:prSet presAssocID="{05068920-CF88-48AE-9D95-5C6BE4933B2B}" presName="textNode" presStyleLbl="node1" presStyleIdx="4" presStyleCnt="6">
        <dgm:presLayoutVars>
          <dgm:bulletEnabled val="1"/>
        </dgm:presLayoutVars>
      </dgm:prSet>
      <dgm:spPr/>
    </dgm:pt>
    <dgm:pt modelId="{2993E52B-F06C-4CAB-9C86-5578DCC1A9CD}" type="pres">
      <dgm:prSet presAssocID="{2D8FCA16-B25A-41FD-ACA3-E579B5F2AAFD}" presName="sibTrans" presStyleCnt="0"/>
      <dgm:spPr/>
    </dgm:pt>
    <dgm:pt modelId="{ED2BD155-6554-4544-93E7-E30435CE3D10}" type="pres">
      <dgm:prSet presAssocID="{1FF82381-7599-47B4-81CA-5DF8CEC90977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06A5611B-D764-4FBB-81BF-491E1DF8B62A}" type="presOf" srcId="{C931C053-4AF5-444D-AFDD-8736582C6437}" destId="{65818B31-CB1F-46F5-A2A5-35E333BE9CC8}" srcOrd="0" destOrd="0" presId="urn:microsoft.com/office/officeart/2005/8/layout/hProcess9"/>
    <dgm:cxn modelId="{30433421-4ABC-4670-BC3A-CBE41C01D63B}" type="presOf" srcId="{F8B41342-A13E-4475-A688-96F2E363BC7F}" destId="{22B51050-8773-4530-A265-D93887C3D06B}" srcOrd="0" destOrd="0" presId="urn:microsoft.com/office/officeart/2005/8/layout/hProcess9"/>
    <dgm:cxn modelId="{C289C23B-E8A6-4048-885D-2E37BAFE48C3}" type="presOf" srcId="{45BDF2C4-1E59-4DF6-B532-2A107BFAFEAD}" destId="{69B5EDF2-932B-4710-B213-A510420A07E7}" srcOrd="0" destOrd="0" presId="urn:microsoft.com/office/officeart/2005/8/layout/hProcess9"/>
    <dgm:cxn modelId="{B5395D6B-0040-45FE-830B-FE0B03526775}" srcId="{D731D4C6-3E54-4897-B3F8-BA21ABAC7F3E}" destId="{45BDF2C4-1E59-4DF6-B532-2A107BFAFEAD}" srcOrd="2" destOrd="0" parTransId="{40F13002-115E-4D61-BEB4-EAAA2621F64C}" sibTransId="{1C1DAA91-70C4-4525-814B-70C6DC6D94DF}"/>
    <dgm:cxn modelId="{8AF06C79-2F55-4E4A-B503-AFE5501D3968}" type="presOf" srcId="{05068920-CF88-48AE-9D95-5C6BE4933B2B}" destId="{07A001A5-35FA-4867-A3F6-9F23007D8594}" srcOrd="0" destOrd="0" presId="urn:microsoft.com/office/officeart/2005/8/layout/hProcess9"/>
    <dgm:cxn modelId="{75FD757C-027B-4495-A3CB-2C1EE7D900B1}" srcId="{D731D4C6-3E54-4897-B3F8-BA21ABAC7F3E}" destId="{F8B41342-A13E-4475-A688-96F2E363BC7F}" srcOrd="3" destOrd="0" parTransId="{37B29171-E488-40E6-B95E-0A8D0411DD2D}" sibTransId="{B1F8E482-110F-4106-8C82-30C8F4C11A0F}"/>
    <dgm:cxn modelId="{E4CDCA90-6BAA-414A-99C7-15E13CC29A02}" srcId="{D731D4C6-3E54-4897-B3F8-BA21ABAC7F3E}" destId="{05068920-CF88-48AE-9D95-5C6BE4933B2B}" srcOrd="4" destOrd="0" parTransId="{9A8DEC1F-3D50-4040-98AB-F3C9FBE2D2AA}" sibTransId="{2D8FCA16-B25A-41FD-ACA3-E579B5F2AAFD}"/>
    <dgm:cxn modelId="{4A816498-A4EA-45F3-A836-CAC73F3742EB}" srcId="{D731D4C6-3E54-4897-B3F8-BA21ABAC7F3E}" destId="{99E535DC-FA4A-4FB6-BF66-0849E8DFE9EE}" srcOrd="1" destOrd="0" parTransId="{CC6BA52F-3BD2-499D-8D7E-3D73547DF61A}" sibTransId="{4D88C141-F91A-4014-8627-C1AD64F8778F}"/>
    <dgm:cxn modelId="{5E228DB2-A4C9-4187-852E-9B2DA3A3D480}" type="presOf" srcId="{D731D4C6-3E54-4897-B3F8-BA21ABAC7F3E}" destId="{40430256-7510-467A-981C-9A8AFE3280CC}" srcOrd="0" destOrd="0" presId="urn:microsoft.com/office/officeart/2005/8/layout/hProcess9"/>
    <dgm:cxn modelId="{7DD3C4D5-DC83-45C3-A4C2-8DA31D20E316}" srcId="{D731D4C6-3E54-4897-B3F8-BA21ABAC7F3E}" destId="{C931C053-4AF5-444D-AFDD-8736582C6437}" srcOrd="0" destOrd="0" parTransId="{934FAA71-8DC6-4EB2-8902-8F39FD0617CA}" sibTransId="{C5854B62-0269-4733-9E52-FE9BA4BDA23E}"/>
    <dgm:cxn modelId="{D455BBD8-A5E7-487C-A23B-A63E3E4E998B}" type="presOf" srcId="{99E535DC-FA4A-4FB6-BF66-0849E8DFE9EE}" destId="{DF374868-A6BC-4D4F-BEF6-2D0BC6AAFC2A}" srcOrd="0" destOrd="0" presId="urn:microsoft.com/office/officeart/2005/8/layout/hProcess9"/>
    <dgm:cxn modelId="{2B18BED8-F52F-4CBB-A2D2-5FA40BBD4FD3}" srcId="{D731D4C6-3E54-4897-B3F8-BA21ABAC7F3E}" destId="{1FF82381-7599-47B4-81CA-5DF8CEC90977}" srcOrd="5" destOrd="0" parTransId="{80A2759D-6FD5-44A3-ABE0-641F748D5CEA}" sibTransId="{3D5DA0FC-4DC0-43DD-A61C-DF021A0D6D99}"/>
    <dgm:cxn modelId="{A8D57AED-630B-481B-8629-00A8917A30C4}" type="presOf" srcId="{1FF82381-7599-47B4-81CA-5DF8CEC90977}" destId="{ED2BD155-6554-4544-93E7-E30435CE3D10}" srcOrd="0" destOrd="0" presId="urn:microsoft.com/office/officeart/2005/8/layout/hProcess9"/>
    <dgm:cxn modelId="{0A9918FC-8BD8-4797-8D9F-6FCA895647AA}" type="presParOf" srcId="{40430256-7510-467A-981C-9A8AFE3280CC}" destId="{D358F31D-E645-4994-AD07-3574D888BAAC}" srcOrd="0" destOrd="0" presId="urn:microsoft.com/office/officeart/2005/8/layout/hProcess9"/>
    <dgm:cxn modelId="{9939E319-EE82-4251-BC7C-E9A84242618D}" type="presParOf" srcId="{40430256-7510-467A-981C-9A8AFE3280CC}" destId="{313B2982-D5C1-4B1D-8F63-5BC01FFA5D35}" srcOrd="1" destOrd="0" presId="urn:microsoft.com/office/officeart/2005/8/layout/hProcess9"/>
    <dgm:cxn modelId="{30B9E52E-B3D3-41E8-BE6F-1EBC6CA3FA2A}" type="presParOf" srcId="{313B2982-D5C1-4B1D-8F63-5BC01FFA5D35}" destId="{65818B31-CB1F-46F5-A2A5-35E333BE9CC8}" srcOrd="0" destOrd="0" presId="urn:microsoft.com/office/officeart/2005/8/layout/hProcess9"/>
    <dgm:cxn modelId="{FD4136C0-8209-4FF6-A4F4-6F9DA38C012F}" type="presParOf" srcId="{313B2982-D5C1-4B1D-8F63-5BC01FFA5D35}" destId="{BF383597-0E92-4996-A869-F17F4E0DF243}" srcOrd="1" destOrd="0" presId="urn:microsoft.com/office/officeart/2005/8/layout/hProcess9"/>
    <dgm:cxn modelId="{1AE4C74B-5949-418D-9CD1-ADC9CDA499EF}" type="presParOf" srcId="{313B2982-D5C1-4B1D-8F63-5BC01FFA5D35}" destId="{DF374868-A6BC-4D4F-BEF6-2D0BC6AAFC2A}" srcOrd="2" destOrd="0" presId="urn:microsoft.com/office/officeart/2005/8/layout/hProcess9"/>
    <dgm:cxn modelId="{DF3BE6B1-0D92-41A7-8B21-43F33D08C724}" type="presParOf" srcId="{313B2982-D5C1-4B1D-8F63-5BC01FFA5D35}" destId="{8503756E-42C9-4181-B27D-971B2D72592A}" srcOrd="3" destOrd="0" presId="urn:microsoft.com/office/officeart/2005/8/layout/hProcess9"/>
    <dgm:cxn modelId="{E155E7FB-30B8-4940-9948-BD978C43E798}" type="presParOf" srcId="{313B2982-D5C1-4B1D-8F63-5BC01FFA5D35}" destId="{69B5EDF2-932B-4710-B213-A510420A07E7}" srcOrd="4" destOrd="0" presId="urn:microsoft.com/office/officeart/2005/8/layout/hProcess9"/>
    <dgm:cxn modelId="{6B25F68D-1E10-4414-BC2B-538D5128A569}" type="presParOf" srcId="{313B2982-D5C1-4B1D-8F63-5BC01FFA5D35}" destId="{1E203DA2-CB9B-47E0-89B9-621C52C7A044}" srcOrd="5" destOrd="0" presId="urn:microsoft.com/office/officeart/2005/8/layout/hProcess9"/>
    <dgm:cxn modelId="{0AA913BB-922E-47C1-8DC9-E915970E84F4}" type="presParOf" srcId="{313B2982-D5C1-4B1D-8F63-5BC01FFA5D35}" destId="{22B51050-8773-4530-A265-D93887C3D06B}" srcOrd="6" destOrd="0" presId="urn:microsoft.com/office/officeart/2005/8/layout/hProcess9"/>
    <dgm:cxn modelId="{F13D1B38-7F27-454B-9005-C3A7E6AA1ED4}" type="presParOf" srcId="{313B2982-D5C1-4B1D-8F63-5BC01FFA5D35}" destId="{031213C7-71A4-4C1F-B8A2-63E03C57F7E5}" srcOrd="7" destOrd="0" presId="urn:microsoft.com/office/officeart/2005/8/layout/hProcess9"/>
    <dgm:cxn modelId="{634ED21E-38B1-4BFD-A363-032C124C004C}" type="presParOf" srcId="{313B2982-D5C1-4B1D-8F63-5BC01FFA5D35}" destId="{07A001A5-35FA-4867-A3F6-9F23007D8594}" srcOrd="8" destOrd="0" presId="urn:microsoft.com/office/officeart/2005/8/layout/hProcess9"/>
    <dgm:cxn modelId="{D986243E-52BD-4038-9D1D-FD00BD2007FC}" type="presParOf" srcId="{313B2982-D5C1-4B1D-8F63-5BC01FFA5D35}" destId="{2993E52B-F06C-4CAB-9C86-5578DCC1A9CD}" srcOrd="9" destOrd="0" presId="urn:microsoft.com/office/officeart/2005/8/layout/hProcess9"/>
    <dgm:cxn modelId="{C50CEAE1-3958-4B00-A3B2-7D14034105EA}" type="presParOf" srcId="{313B2982-D5C1-4B1D-8F63-5BC01FFA5D35}" destId="{ED2BD155-6554-4544-93E7-E30435CE3D10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731D4C6-3E54-4897-B3F8-BA21ABAC7F3E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C931C053-4AF5-444D-AFDD-8736582C6437}">
      <dgm:prSet phldrT="[Text]"/>
      <dgm:spPr/>
      <dgm:t>
        <a:bodyPr/>
        <a:lstStyle/>
        <a:p>
          <a:r>
            <a:rPr lang="en-US" b="1" i="0" dirty="0"/>
            <a:t>Planning</a:t>
          </a:r>
          <a:endParaRPr lang="en-US" dirty="0"/>
        </a:p>
      </dgm:t>
    </dgm:pt>
    <dgm:pt modelId="{934FAA71-8DC6-4EB2-8902-8F39FD0617CA}" type="parTrans" cxnId="{7DD3C4D5-DC83-45C3-A4C2-8DA31D20E316}">
      <dgm:prSet/>
      <dgm:spPr/>
      <dgm:t>
        <a:bodyPr/>
        <a:lstStyle/>
        <a:p>
          <a:endParaRPr lang="en-US"/>
        </a:p>
      </dgm:t>
    </dgm:pt>
    <dgm:pt modelId="{C5854B62-0269-4733-9E52-FE9BA4BDA23E}" type="sibTrans" cxnId="{7DD3C4D5-DC83-45C3-A4C2-8DA31D20E316}">
      <dgm:prSet/>
      <dgm:spPr/>
      <dgm:t>
        <a:bodyPr/>
        <a:lstStyle/>
        <a:p>
          <a:endParaRPr lang="en-US"/>
        </a:p>
      </dgm:t>
    </dgm:pt>
    <dgm:pt modelId="{99E535DC-FA4A-4FB6-BF66-0849E8DFE9EE}">
      <dgm:prSet phldrT="[Text]"/>
      <dgm:spPr/>
      <dgm:t>
        <a:bodyPr/>
        <a:lstStyle/>
        <a:p>
          <a:r>
            <a:rPr lang="en-US" b="1" i="0" dirty="0"/>
            <a:t>Design</a:t>
          </a:r>
          <a:endParaRPr lang="en-US" dirty="0"/>
        </a:p>
      </dgm:t>
    </dgm:pt>
    <dgm:pt modelId="{CC6BA52F-3BD2-499D-8D7E-3D73547DF61A}" type="parTrans" cxnId="{4A816498-A4EA-45F3-A836-CAC73F3742EB}">
      <dgm:prSet/>
      <dgm:spPr/>
      <dgm:t>
        <a:bodyPr/>
        <a:lstStyle/>
        <a:p>
          <a:endParaRPr lang="en-US"/>
        </a:p>
      </dgm:t>
    </dgm:pt>
    <dgm:pt modelId="{4D88C141-F91A-4014-8627-C1AD64F8778F}" type="sibTrans" cxnId="{4A816498-A4EA-45F3-A836-CAC73F3742EB}">
      <dgm:prSet/>
      <dgm:spPr/>
      <dgm:t>
        <a:bodyPr/>
        <a:lstStyle/>
        <a:p>
          <a:endParaRPr lang="en-US"/>
        </a:p>
      </dgm:t>
    </dgm:pt>
    <dgm:pt modelId="{45BDF2C4-1E59-4DF6-B532-2A107BFAFEAD}">
      <dgm:prSet phldrT="[Text]"/>
      <dgm:spPr/>
      <dgm:t>
        <a:bodyPr/>
        <a:lstStyle/>
        <a:p>
          <a:r>
            <a:rPr lang="en-US" b="1" i="0" dirty="0"/>
            <a:t>Development</a:t>
          </a:r>
          <a:endParaRPr lang="en-US" dirty="0"/>
        </a:p>
      </dgm:t>
    </dgm:pt>
    <dgm:pt modelId="{40F13002-115E-4D61-BEB4-EAAA2621F64C}" type="parTrans" cxnId="{B5395D6B-0040-45FE-830B-FE0B03526775}">
      <dgm:prSet/>
      <dgm:spPr/>
      <dgm:t>
        <a:bodyPr/>
        <a:lstStyle/>
        <a:p>
          <a:endParaRPr lang="en-US"/>
        </a:p>
      </dgm:t>
    </dgm:pt>
    <dgm:pt modelId="{1C1DAA91-70C4-4525-814B-70C6DC6D94DF}" type="sibTrans" cxnId="{B5395D6B-0040-45FE-830B-FE0B03526775}">
      <dgm:prSet/>
      <dgm:spPr/>
      <dgm:t>
        <a:bodyPr/>
        <a:lstStyle/>
        <a:p>
          <a:endParaRPr lang="en-US"/>
        </a:p>
      </dgm:t>
    </dgm:pt>
    <dgm:pt modelId="{F8B41342-A13E-4475-A688-96F2E363BC7F}">
      <dgm:prSet phldrT="[Text]"/>
      <dgm:spPr/>
      <dgm:t>
        <a:bodyPr/>
        <a:lstStyle/>
        <a:p>
          <a:r>
            <a:rPr lang="en-US" b="1" i="0" dirty="0"/>
            <a:t>Testing</a:t>
          </a:r>
          <a:endParaRPr lang="en-US" dirty="0"/>
        </a:p>
      </dgm:t>
    </dgm:pt>
    <dgm:pt modelId="{37B29171-E488-40E6-B95E-0A8D0411DD2D}" type="parTrans" cxnId="{75FD757C-027B-4495-A3CB-2C1EE7D900B1}">
      <dgm:prSet/>
      <dgm:spPr/>
      <dgm:t>
        <a:bodyPr/>
        <a:lstStyle/>
        <a:p>
          <a:endParaRPr lang="en-US"/>
        </a:p>
      </dgm:t>
    </dgm:pt>
    <dgm:pt modelId="{B1F8E482-110F-4106-8C82-30C8F4C11A0F}" type="sibTrans" cxnId="{75FD757C-027B-4495-A3CB-2C1EE7D900B1}">
      <dgm:prSet/>
      <dgm:spPr/>
      <dgm:t>
        <a:bodyPr/>
        <a:lstStyle/>
        <a:p>
          <a:endParaRPr lang="en-US"/>
        </a:p>
      </dgm:t>
    </dgm:pt>
    <dgm:pt modelId="{05068920-CF88-48AE-9D95-5C6BE4933B2B}">
      <dgm:prSet phldrT="[Text]"/>
      <dgm:spPr/>
      <dgm:t>
        <a:bodyPr/>
        <a:lstStyle/>
        <a:p>
          <a:r>
            <a:rPr lang="en-US" b="1" i="0" dirty="0"/>
            <a:t>Deployment</a:t>
          </a:r>
          <a:endParaRPr lang="en-US" dirty="0"/>
        </a:p>
      </dgm:t>
    </dgm:pt>
    <dgm:pt modelId="{9A8DEC1F-3D50-4040-98AB-F3C9FBE2D2AA}" type="parTrans" cxnId="{E4CDCA90-6BAA-414A-99C7-15E13CC29A02}">
      <dgm:prSet/>
      <dgm:spPr/>
      <dgm:t>
        <a:bodyPr/>
        <a:lstStyle/>
        <a:p>
          <a:endParaRPr lang="en-US"/>
        </a:p>
      </dgm:t>
    </dgm:pt>
    <dgm:pt modelId="{2D8FCA16-B25A-41FD-ACA3-E579B5F2AAFD}" type="sibTrans" cxnId="{E4CDCA90-6BAA-414A-99C7-15E13CC29A02}">
      <dgm:prSet/>
      <dgm:spPr/>
      <dgm:t>
        <a:bodyPr/>
        <a:lstStyle/>
        <a:p>
          <a:endParaRPr lang="en-US"/>
        </a:p>
      </dgm:t>
    </dgm:pt>
    <dgm:pt modelId="{1FF82381-7599-47B4-81CA-5DF8CEC90977}">
      <dgm:prSet phldrT="[Text]"/>
      <dgm:spPr/>
      <dgm:t>
        <a:bodyPr/>
        <a:lstStyle/>
        <a:p>
          <a:r>
            <a:rPr lang="en-US" b="1" i="0" dirty="0"/>
            <a:t>Maintenance</a:t>
          </a:r>
          <a:endParaRPr lang="en-US" dirty="0"/>
        </a:p>
      </dgm:t>
    </dgm:pt>
    <dgm:pt modelId="{80A2759D-6FD5-44A3-ABE0-641F748D5CEA}" type="parTrans" cxnId="{2B18BED8-F52F-4CBB-A2D2-5FA40BBD4FD3}">
      <dgm:prSet/>
      <dgm:spPr/>
      <dgm:t>
        <a:bodyPr/>
        <a:lstStyle/>
        <a:p>
          <a:endParaRPr lang="en-US"/>
        </a:p>
      </dgm:t>
    </dgm:pt>
    <dgm:pt modelId="{3D5DA0FC-4DC0-43DD-A61C-DF021A0D6D99}" type="sibTrans" cxnId="{2B18BED8-F52F-4CBB-A2D2-5FA40BBD4FD3}">
      <dgm:prSet/>
      <dgm:spPr/>
      <dgm:t>
        <a:bodyPr/>
        <a:lstStyle/>
        <a:p>
          <a:endParaRPr lang="en-US"/>
        </a:p>
      </dgm:t>
    </dgm:pt>
    <dgm:pt modelId="{40430256-7510-467A-981C-9A8AFE3280CC}" type="pres">
      <dgm:prSet presAssocID="{D731D4C6-3E54-4897-B3F8-BA21ABAC7F3E}" presName="CompostProcess" presStyleCnt="0">
        <dgm:presLayoutVars>
          <dgm:dir/>
          <dgm:resizeHandles val="exact"/>
        </dgm:presLayoutVars>
      </dgm:prSet>
      <dgm:spPr/>
    </dgm:pt>
    <dgm:pt modelId="{D358F31D-E645-4994-AD07-3574D888BAAC}" type="pres">
      <dgm:prSet presAssocID="{D731D4C6-3E54-4897-B3F8-BA21ABAC7F3E}" presName="arrow" presStyleLbl="bgShp" presStyleIdx="0" presStyleCnt="1"/>
      <dgm:spPr>
        <a:solidFill>
          <a:schemeClr val="accent5"/>
        </a:solidFill>
      </dgm:spPr>
    </dgm:pt>
    <dgm:pt modelId="{313B2982-D5C1-4B1D-8F63-5BC01FFA5D35}" type="pres">
      <dgm:prSet presAssocID="{D731D4C6-3E54-4897-B3F8-BA21ABAC7F3E}" presName="linearProcess" presStyleCnt="0"/>
      <dgm:spPr/>
    </dgm:pt>
    <dgm:pt modelId="{65818B31-CB1F-46F5-A2A5-35E333BE9CC8}" type="pres">
      <dgm:prSet presAssocID="{C931C053-4AF5-444D-AFDD-8736582C6437}" presName="textNode" presStyleLbl="node1" presStyleIdx="0" presStyleCnt="6">
        <dgm:presLayoutVars>
          <dgm:bulletEnabled val="1"/>
        </dgm:presLayoutVars>
      </dgm:prSet>
      <dgm:spPr/>
    </dgm:pt>
    <dgm:pt modelId="{BF383597-0E92-4996-A869-F17F4E0DF243}" type="pres">
      <dgm:prSet presAssocID="{C5854B62-0269-4733-9E52-FE9BA4BDA23E}" presName="sibTrans" presStyleCnt="0"/>
      <dgm:spPr/>
    </dgm:pt>
    <dgm:pt modelId="{DF374868-A6BC-4D4F-BEF6-2D0BC6AAFC2A}" type="pres">
      <dgm:prSet presAssocID="{99E535DC-FA4A-4FB6-BF66-0849E8DFE9EE}" presName="textNode" presStyleLbl="node1" presStyleIdx="1" presStyleCnt="6">
        <dgm:presLayoutVars>
          <dgm:bulletEnabled val="1"/>
        </dgm:presLayoutVars>
      </dgm:prSet>
      <dgm:spPr/>
    </dgm:pt>
    <dgm:pt modelId="{8503756E-42C9-4181-B27D-971B2D72592A}" type="pres">
      <dgm:prSet presAssocID="{4D88C141-F91A-4014-8627-C1AD64F8778F}" presName="sibTrans" presStyleCnt="0"/>
      <dgm:spPr/>
    </dgm:pt>
    <dgm:pt modelId="{69B5EDF2-932B-4710-B213-A510420A07E7}" type="pres">
      <dgm:prSet presAssocID="{45BDF2C4-1E59-4DF6-B532-2A107BFAFEAD}" presName="textNode" presStyleLbl="node1" presStyleIdx="2" presStyleCnt="6">
        <dgm:presLayoutVars>
          <dgm:bulletEnabled val="1"/>
        </dgm:presLayoutVars>
      </dgm:prSet>
      <dgm:spPr/>
    </dgm:pt>
    <dgm:pt modelId="{1E203DA2-CB9B-47E0-89B9-621C52C7A044}" type="pres">
      <dgm:prSet presAssocID="{1C1DAA91-70C4-4525-814B-70C6DC6D94DF}" presName="sibTrans" presStyleCnt="0"/>
      <dgm:spPr/>
    </dgm:pt>
    <dgm:pt modelId="{22B51050-8773-4530-A265-D93887C3D06B}" type="pres">
      <dgm:prSet presAssocID="{F8B41342-A13E-4475-A688-96F2E363BC7F}" presName="textNode" presStyleLbl="node1" presStyleIdx="3" presStyleCnt="6">
        <dgm:presLayoutVars>
          <dgm:bulletEnabled val="1"/>
        </dgm:presLayoutVars>
      </dgm:prSet>
      <dgm:spPr/>
    </dgm:pt>
    <dgm:pt modelId="{031213C7-71A4-4C1F-B8A2-63E03C57F7E5}" type="pres">
      <dgm:prSet presAssocID="{B1F8E482-110F-4106-8C82-30C8F4C11A0F}" presName="sibTrans" presStyleCnt="0"/>
      <dgm:spPr/>
    </dgm:pt>
    <dgm:pt modelId="{07A001A5-35FA-4867-A3F6-9F23007D8594}" type="pres">
      <dgm:prSet presAssocID="{05068920-CF88-48AE-9D95-5C6BE4933B2B}" presName="textNode" presStyleLbl="node1" presStyleIdx="4" presStyleCnt="6">
        <dgm:presLayoutVars>
          <dgm:bulletEnabled val="1"/>
        </dgm:presLayoutVars>
      </dgm:prSet>
      <dgm:spPr/>
    </dgm:pt>
    <dgm:pt modelId="{2993E52B-F06C-4CAB-9C86-5578DCC1A9CD}" type="pres">
      <dgm:prSet presAssocID="{2D8FCA16-B25A-41FD-ACA3-E579B5F2AAFD}" presName="sibTrans" presStyleCnt="0"/>
      <dgm:spPr/>
    </dgm:pt>
    <dgm:pt modelId="{ED2BD155-6554-4544-93E7-E30435CE3D10}" type="pres">
      <dgm:prSet presAssocID="{1FF82381-7599-47B4-81CA-5DF8CEC90977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06A5611B-D764-4FBB-81BF-491E1DF8B62A}" type="presOf" srcId="{C931C053-4AF5-444D-AFDD-8736582C6437}" destId="{65818B31-CB1F-46F5-A2A5-35E333BE9CC8}" srcOrd="0" destOrd="0" presId="urn:microsoft.com/office/officeart/2005/8/layout/hProcess9"/>
    <dgm:cxn modelId="{30433421-4ABC-4670-BC3A-CBE41C01D63B}" type="presOf" srcId="{F8B41342-A13E-4475-A688-96F2E363BC7F}" destId="{22B51050-8773-4530-A265-D93887C3D06B}" srcOrd="0" destOrd="0" presId="urn:microsoft.com/office/officeart/2005/8/layout/hProcess9"/>
    <dgm:cxn modelId="{C289C23B-E8A6-4048-885D-2E37BAFE48C3}" type="presOf" srcId="{45BDF2C4-1E59-4DF6-B532-2A107BFAFEAD}" destId="{69B5EDF2-932B-4710-B213-A510420A07E7}" srcOrd="0" destOrd="0" presId="urn:microsoft.com/office/officeart/2005/8/layout/hProcess9"/>
    <dgm:cxn modelId="{B5395D6B-0040-45FE-830B-FE0B03526775}" srcId="{D731D4C6-3E54-4897-B3F8-BA21ABAC7F3E}" destId="{45BDF2C4-1E59-4DF6-B532-2A107BFAFEAD}" srcOrd="2" destOrd="0" parTransId="{40F13002-115E-4D61-BEB4-EAAA2621F64C}" sibTransId="{1C1DAA91-70C4-4525-814B-70C6DC6D94DF}"/>
    <dgm:cxn modelId="{8AF06C79-2F55-4E4A-B503-AFE5501D3968}" type="presOf" srcId="{05068920-CF88-48AE-9D95-5C6BE4933B2B}" destId="{07A001A5-35FA-4867-A3F6-9F23007D8594}" srcOrd="0" destOrd="0" presId="urn:microsoft.com/office/officeart/2005/8/layout/hProcess9"/>
    <dgm:cxn modelId="{75FD757C-027B-4495-A3CB-2C1EE7D900B1}" srcId="{D731D4C6-3E54-4897-B3F8-BA21ABAC7F3E}" destId="{F8B41342-A13E-4475-A688-96F2E363BC7F}" srcOrd="3" destOrd="0" parTransId="{37B29171-E488-40E6-B95E-0A8D0411DD2D}" sibTransId="{B1F8E482-110F-4106-8C82-30C8F4C11A0F}"/>
    <dgm:cxn modelId="{E4CDCA90-6BAA-414A-99C7-15E13CC29A02}" srcId="{D731D4C6-3E54-4897-B3F8-BA21ABAC7F3E}" destId="{05068920-CF88-48AE-9D95-5C6BE4933B2B}" srcOrd="4" destOrd="0" parTransId="{9A8DEC1F-3D50-4040-98AB-F3C9FBE2D2AA}" sibTransId="{2D8FCA16-B25A-41FD-ACA3-E579B5F2AAFD}"/>
    <dgm:cxn modelId="{4A816498-A4EA-45F3-A836-CAC73F3742EB}" srcId="{D731D4C6-3E54-4897-B3F8-BA21ABAC7F3E}" destId="{99E535DC-FA4A-4FB6-BF66-0849E8DFE9EE}" srcOrd="1" destOrd="0" parTransId="{CC6BA52F-3BD2-499D-8D7E-3D73547DF61A}" sibTransId="{4D88C141-F91A-4014-8627-C1AD64F8778F}"/>
    <dgm:cxn modelId="{5E228DB2-A4C9-4187-852E-9B2DA3A3D480}" type="presOf" srcId="{D731D4C6-3E54-4897-B3F8-BA21ABAC7F3E}" destId="{40430256-7510-467A-981C-9A8AFE3280CC}" srcOrd="0" destOrd="0" presId="urn:microsoft.com/office/officeart/2005/8/layout/hProcess9"/>
    <dgm:cxn modelId="{7DD3C4D5-DC83-45C3-A4C2-8DA31D20E316}" srcId="{D731D4C6-3E54-4897-B3F8-BA21ABAC7F3E}" destId="{C931C053-4AF5-444D-AFDD-8736582C6437}" srcOrd="0" destOrd="0" parTransId="{934FAA71-8DC6-4EB2-8902-8F39FD0617CA}" sibTransId="{C5854B62-0269-4733-9E52-FE9BA4BDA23E}"/>
    <dgm:cxn modelId="{D455BBD8-A5E7-487C-A23B-A63E3E4E998B}" type="presOf" srcId="{99E535DC-FA4A-4FB6-BF66-0849E8DFE9EE}" destId="{DF374868-A6BC-4D4F-BEF6-2D0BC6AAFC2A}" srcOrd="0" destOrd="0" presId="urn:microsoft.com/office/officeart/2005/8/layout/hProcess9"/>
    <dgm:cxn modelId="{2B18BED8-F52F-4CBB-A2D2-5FA40BBD4FD3}" srcId="{D731D4C6-3E54-4897-B3F8-BA21ABAC7F3E}" destId="{1FF82381-7599-47B4-81CA-5DF8CEC90977}" srcOrd="5" destOrd="0" parTransId="{80A2759D-6FD5-44A3-ABE0-641F748D5CEA}" sibTransId="{3D5DA0FC-4DC0-43DD-A61C-DF021A0D6D99}"/>
    <dgm:cxn modelId="{A8D57AED-630B-481B-8629-00A8917A30C4}" type="presOf" srcId="{1FF82381-7599-47B4-81CA-5DF8CEC90977}" destId="{ED2BD155-6554-4544-93E7-E30435CE3D10}" srcOrd="0" destOrd="0" presId="urn:microsoft.com/office/officeart/2005/8/layout/hProcess9"/>
    <dgm:cxn modelId="{0A9918FC-8BD8-4797-8D9F-6FCA895647AA}" type="presParOf" srcId="{40430256-7510-467A-981C-9A8AFE3280CC}" destId="{D358F31D-E645-4994-AD07-3574D888BAAC}" srcOrd="0" destOrd="0" presId="urn:microsoft.com/office/officeart/2005/8/layout/hProcess9"/>
    <dgm:cxn modelId="{9939E319-EE82-4251-BC7C-E9A84242618D}" type="presParOf" srcId="{40430256-7510-467A-981C-9A8AFE3280CC}" destId="{313B2982-D5C1-4B1D-8F63-5BC01FFA5D35}" srcOrd="1" destOrd="0" presId="urn:microsoft.com/office/officeart/2005/8/layout/hProcess9"/>
    <dgm:cxn modelId="{30B9E52E-B3D3-41E8-BE6F-1EBC6CA3FA2A}" type="presParOf" srcId="{313B2982-D5C1-4B1D-8F63-5BC01FFA5D35}" destId="{65818B31-CB1F-46F5-A2A5-35E333BE9CC8}" srcOrd="0" destOrd="0" presId="urn:microsoft.com/office/officeart/2005/8/layout/hProcess9"/>
    <dgm:cxn modelId="{FD4136C0-8209-4FF6-A4F4-6F9DA38C012F}" type="presParOf" srcId="{313B2982-D5C1-4B1D-8F63-5BC01FFA5D35}" destId="{BF383597-0E92-4996-A869-F17F4E0DF243}" srcOrd="1" destOrd="0" presId="urn:microsoft.com/office/officeart/2005/8/layout/hProcess9"/>
    <dgm:cxn modelId="{1AE4C74B-5949-418D-9CD1-ADC9CDA499EF}" type="presParOf" srcId="{313B2982-D5C1-4B1D-8F63-5BC01FFA5D35}" destId="{DF374868-A6BC-4D4F-BEF6-2D0BC6AAFC2A}" srcOrd="2" destOrd="0" presId="urn:microsoft.com/office/officeart/2005/8/layout/hProcess9"/>
    <dgm:cxn modelId="{DF3BE6B1-0D92-41A7-8B21-43F33D08C724}" type="presParOf" srcId="{313B2982-D5C1-4B1D-8F63-5BC01FFA5D35}" destId="{8503756E-42C9-4181-B27D-971B2D72592A}" srcOrd="3" destOrd="0" presId="urn:microsoft.com/office/officeart/2005/8/layout/hProcess9"/>
    <dgm:cxn modelId="{E155E7FB-30B8-4940-9948-BD978C43E798}" type="presParOf" srcId="{313B2982-D5C1-4B1D-8F63-5BC01FFA5D35}" destId="{69B5EDF2-932B-4710-B213-A510420A07E7}" srcOrd="4" destOrd="0" presId="urn:microsoft.com/office/officeart/2005/8/layout/hProcess9"/>
    <dgm:cxn modelId="{6B25F68D-1E10-4414-BC2B-538D5128A569}" type="presParOf" srcId="{313B2982-D5C1-4B1D-8F63-5BC01FFA5D35}" destId="{1E203DA2-CB9B-47E0-89B9-621C52C7A044}" srcOrd="5" destOrd="0" presId="urn:microsoft.com/office/officeart/2005/8/layout/hProcess9"/>
    <dgm:cxn modelId="{0AA913BB-922E-47C1-8DC9-E915970E84F4}" type="presParOf" srcId="{313B2982-D5C1-4B1D-8F63-5BC01FFA5D35}" destId="{22B51050-8773-4530-A265-D93887C3D06B}" srcOrd="6" destOrd="0" presId="urn:microsoft.com/office/officeart/2005/8/layout/hProcess9"/>
    <dgm:cxn modelId="{F13D1B38-7F27-454B-9005-C3A7E6AA1ED4}" type="presParOf" srcId="{313B2982-D5C1-4B1D-8F63-5BC01FFA5D35}" destId="{031213C7-71A4-4C1F-B8A2-63E03C57F7E5}" srcOrd="7" destOrd="0" presId="urn:microsoft.com/office/officeart/2005/8/layout/hProcess9"/>
    <dgm:cxn modelId="{634ED21E-38B1-4BFD-A363-032C124C004C}" type="presParOf" srcId="{313B2982-D5C1-4B1D-8F63-5BC01FFA5D35}" destId="{07A001A5-35FA-4867-A3F6-9F23007D8594}" srcOrd="8" destOrd="0" presId="urn:microsoft.com/office/officeart/2005/8/layout/hProcess9"/>
    <dgm:cxn modelId="{D986243E-52BD-4038-9D1D-FD00BD2007FC}" type="presParOf" srcId="{313B2982-D5C1-4B1D-8F63-5BC01FFA5D35}" destId="{2993E52B-F06C-4CAB-9C86-5578DCC1A9CD}" srcOrd="9" destOrd="0" presId="urn:microsoft.com/office/officeart/2005/8/layout/hProcess9"/>
    <dgm:cxn modelId="{C50CEAE1-3958-4B00-A3B2-7D14034105EA}" type="presParOf" srcId="{313B2982-D5C1-4B1D-8F63-5BC01FFA5D35}" destId="{ED2BD155-6554-4544-93E7-E30435CE3D10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731D4C6-3E54-4897-B3F8-BA21ABAC7F3E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C931C053-4AF5-444D-AFDD-8736582C6437}">
      <dgm:prSet phldrT="[Text]"/>
      <dgm:spPr/>
      <dgm:t>
        <a:bodyPr/>
        <a:lstStyle/>
        <a:p>
          <a:r>
            <a:rPr lang="en-US" b="1" i="0" dirty="0"/>
            <a:t>Planning</a:t>
          </a:r>
          <a:endParaRPr lang="en-US" dirty="0"/>
        </a:p>
      </dgm:t>
    </dgm:pt>
    <dgm:pt modelId="{934FAA71-8DC6-4EB2-8902-8F39FD0617CA}" type="parTrans" cxnId="{7DD3C4D5-DC83-45C3-A4C2-8DA31D20E316}">
      <dgm:prSet/>
      <dgm:spPr/>
      <dgm:t>
        <a:bodyPr/>
        <a:lstStyle/>
        <a:p>
          <a:endParaRPr lang="en-US"/>
        </a:p>
      </dgm:t>
    </dgm:pt>
    <dgm:pt modelId="{C5854B62-0269-4733-9E52-FE9BA4BDA23E}" type="sibTrans" cxnId="{7DD3C4D5-DC83-45C3-A4C2-8DA31D20E316}">
      <dgm:prSet/>
      <dgm:spPr/>
      <dgm:t>
        <a:bodyPr/>
        <a:lstStyle/>
        <a:p>
          <a:endParaRPr lang="en-US"/>
        </a:p>
      </dgm:t>
    </dgm:pt>
    <dgm:pt modelId="{99E535DC-FA4A-4FB6-BF66-0849E8DFE9EE}">
      <dgm:prSet phldrT="[Text]"/>
      <dgm:spPr/>
      <dgm:t>
        <a:bodyPr/>
        <a:lstStyle/>
        <a:p>
          <a:r>
            <a:rPr lang="en-US" b="1" i="0" dirty="0"/>
            <a:t>Design</a:t>
          </a:r>
          <a:endParaRPr lang="en-US" dirty="0"/>
        </a:p>
      </dgm:t>
    </dgm:pt>
    <dgm:pt modelId="{CC6BA52F-3BD2-499D-8D7E-3D73547DF61A}" type="parTrans" cxnId="{4A816498-A4EA-45F3-A836-CAC73F3742EB}">
      <dgm:prSet/>
      <dgm:spPr/>
      <dgm:t>
        <a:bodyPr/>
        <a:lstStyle/>
        <a:p>
          <a:endParaRPr lang="en-US"/>
        </a:p>
      </dgm:t>
    </dgm:pt>
    <dgm:pt modelId="{4D88C141-F91A-4014-8627-C1AD64F8778F}" type="sibTrans" cxnId="{4A816498-A4EA-45F3-A836-CAC73F3742EB}">
      <dgm:prSet/>
      <dgm:spPr/>
      <dgm:t>
        <a:bodyPr/>
        <a:lstStyle/>
        <a:p>
          <a:endParaRPr lang="en-US"/>
        </a:p>
      </dgm:t>
    </dgm:pt>
    <dgm:pt modelId="{45BDF2C4-1E59-4DF6-B532-2A107BFAFEAD}">
      <dgm:prSet phldrT="[Text]"/>
      <dgm:spPr/>
      <dgm:t>
        <a:bodyPr/>
        <a:lstStyle/>
        <a:p>
          <a:r>
            <a:rPr lang="en-US" b="1" i="0" dirty="0"/>
            <a:t>Development</a:t>
          </a:r>
          <a:endParaRPr lang="en-US" dirty="0"/>
        </a:p>
      </dgm:t>
    </dgm:pt>
    <dgm:pt modelId="{40F13002-115E-4D61-BEB4-EAAA2621F64C}" type="parTrans" cxnId="{B5395D6B-0040-45FE-830B-FE0B03526775}">
      <dgm:prSet/>
      <dgm:spPr/>
      <dgm:t>
        <a:bodyPr/>
        <a:lstStyle/>
        <a:p>
          <a:endParaRPr lang="en-US"/>
        </a:p>
      </dgm:t>
    </dgm:pt>
    <dgm:pt modelId="{1C1DAA91-70C4-4525-814B-70C6DC6D94DF}" type="sibTrans" cxnId="{B5395D6B-0040-45FE-830B-FE0B03526775}">
      <dgm:prSet/>
      <dgm:spPr/>
      <dgm:t>
        <a:bodyPr/>
        <a:lstStyle/>
        <a:p>
          <a:endParaRPr lang="en-US"/>
        </a:p>
      </dgm:t>
    </dgm:pt>
    <dgm:pt modelId="{F8B41342-A13E-4475-A688-96F2E363BC7F}">
      <dgm:prSet phldrT="[Text]"/>
      <dgm:spPr/>
      <dgm:t>
        <a:bodyPr/>
        <a:lstStyle/>
        <a:p>
          <a:r>
            <a:rPr lang="en-US" b="1" i="0" dirty="0"/>
            <a:t>Testing</a:t>
          </a:r>
          <a:endParaRPr lang="en-US" dirty="0"/>
        </a:p>
      </dgm:t>
    </dgm:pt>
    <dgm:pt modelId="{37B29171-E488-40E6-B95E-0A8D0411DD2D}" type="parTrans" cxnId="{75FD757C-027B-4495-A3CB-2C1EE7D900B1}">
      <dgm:prSet/>
      <dgm:spPr/>
      <dgm:t>
        <a:bodyPr/>
        <a:lstStyle/>
        <a:p>
          <a:endParaRPr lang="en-US"/>
        </a:p>
      </dgm:t>
    </dgm:pt>
    <dgm:pt modelId="{B1F8E482-110F-4106-8C82-30C8F4C11A0F}" type="sibTrans" cxnId="{75FD757C-027B-4495-A3CB-2C1EE7D900B1}">
      <dgm:prSet/>
      <dgm:spPr/>
      <dgm:t>
        <a:bodyPr/>
        <a:lstStyle/>
        <a:p>
          <a:endParaRPr lang="en-US"/>
        </a:p>
      </dgm:t>
    </dgm:pt>
    <dgm:pt modelId="{05068920-CF88-48AE-9D95-5C6BE4933B2B}">
      <dgm:prSet phldrT="[Text]"/>
      <dgm:spPr/>
      <dgm:t>
        <a:bodyPr/>
        <a:lstStyle/>
        <a:p>
          <a:r>
            <a:rPr lang="en-US" b="1" i="0" dirty="0"/>
            <a:t>Deployment</a:t>
          </a:r>
          <a:endParaRPr lang="en-US" dirty="0"/>
        </a:p>
      </dgm:t>
    </dgm:pt>
    <dgm:pt modelId="{9A8DEC1F-3D50-4040-98AB-F3C9FBE2D2AA}" type="parTrans" cxnId="{E4CDCA90-6BAA-414A-99C7-15E13CC29A02}">
      <dgm:prSet/>
      <dgm:spPr/>
      <dgm:t>
        <a:bodyPr/>
        <a:lstStyle/>
        <a:p>
          <a:endParaRPr lang="en-US"/>
        </a:p>
      </dgm:t>
    </dgm:pt>
    <dgm:pt modelId="{2D8FCA16-B25A-41FD-ACA3-E579B5F2AAFD}" type="sibTrans" cxnId="{E4CDCA90-6BAA-414A-99C7-15E13CC29A02}">
      <dgm:prSet/>
      <dgm:spPr/>
      <dgm:t>
        <a:bodyPr/>
        <a:lstStyle/>
        <a:p>
          <a:endParaRPr lang="en-US"/>
        </a:p>
      </dgm:t>
    </dgm:pt>
    <dgm:pt modelId="{1FF82381-7599-47B4-81CA-5DF8CEC90977}">
      <dgm:prSet phldrT="[Text]"/>
      <dgm:spPr/>
      <dgm:t>
        <a:bodyPr/>
        <a:lstStyle/>
        <a:p>
          <a:r>
            <a:rPr lang="en-US" b="1" i="0" dirty="0"/>
            <a:t>Maintenance</a:t>
          </a:r>
          <a:endParaRPr lang="en-US" dirty="0"/>
        </a:p>
      </dgm:t>
    </dgm:pt>
    <dgm:pt modelId="{80A2759D-6FD5-44A3-ABE0-641F748D5CEA}" type="parTrans" cxnId="{2B18BED8-F52F-4CBB-A2D2-5FA40BBD4FD3}">
      <dgm:prSet/>
      <dgm:spPr/>
      <dgm:t>
        <a:bodyPr/>
        <a:lstStyle/>
        <a:p>
          <a:endParaRPr lang="en-US"/>
        </a:p>
      </dgm:t>
    </dgm:pt>
    <dgm:pt modelId="{3D5DA0FC-4DC0-43DD-A61C-DF021A0D6D99}" type="sibTrans" cxnId="{2B18BED8-F52F-4CBB-A2D2-5FA40BBD4FD3}">
      <dgm:prSet/>
      <dgm:spPr/>
      <dgm:t>
        <a:bodyPr/>
        <a:lstStyle/>
        <a:p>
          <a:endParaRPr lang="en-US"/>
        </a:p>
      </dgm:t>
    </dgm:pt>
    <dgm:pt modelId="{40430256-7510-467A-981C-9A8AFE3280CC}" type="pres">
      <dgm:prSet presAssocID="{D731D4C6-3E54-4897-B3F8-BA21ABAC7F3E}" presName="CompostProcess" presStyleCnt="0">
        <dgm:presLayoutVars>
          <dgm:dir/>
          <dgm:resizeHandles val="exact"/>
        </dgm:presLayoutVars>
      </dgm:prSet>
      <dgm:spPr/>
    </dgm:pt>
    <dgm:pt modelId="{D358F31D-E645-4994-AD07-3574D888BAAC}" type="pres">
      <dgm:prSet presAssocID="{D731D4C6-3E54-4897-B3F8-BA21ABAC7F3E}" presName="arrow" presStyleLbl="bgShp" presStyleIdx="0" presStyleCnt="1"/>
      <dgm:spPr>
        <a:solidFill>
          <a:schemeClr val="accent5"/>
        </a:solidFill>
      </dgm:spPr>
    </dgm:pt>
    <dgm:pt modelId="{313B2982-D5C1-4B1D-8F63-5BC01FFA5D35}" type="pres">
      <dgm:prSet presAssocID="{D731D4C6-3E54-4897-B3F8-BA21ABAC7F3E}" presName="linearProcess" presStyleCnt="0"/>
      <dgm:spPr/>
    </dgm:pt>
    <dgm:pt modelId="{65818B31-CB1F-46F5-A2A5-35E333BE9CC8}" type="pres">
      <dgm:prSet presAssocID="{C931C053-4AF5-444D-AFDD-8736582C6437}" presName="textNode" presStyleLbl="node1" presStyleIdx="0" presStyleCnt="6">
        <dgm:presLayoutVars>
          <dgm:bulletEnabled val="1"/>
        </dgm:presLayoutVars>
      </dgm:prSet>
      <dgm:spPr/>
    </dgm:pt>
    <dgm:pt modelId="{BF383597-0E92-4996-A869-F17F4E0DF243}" type="pres">
      <dgm:prSet presAssocID="{C5854B62-0269-4733-9E52-FE9BA4BDA23E}" presName="sibTrans" presStyleCnt="0"/>
      <dgm:spPr/>
    </dgm:pt>
    <dgm:pt modelId="{DF374868-A6BC-4D4F-BEF6-2D0BC6AAFC2A}" type="pres">
      <dgm:prSet presAssocID="{99E535DC-FA4A-4FB6-BF66-0849E8DFE9EE}" presName="textNode" presStyleLbl="node1" presStyleIdx="1" presStyleCnt="6">
        <dgm:presLayoutVars>
          <dgm:bulletEnabled val="1"/>
        </dgm:presLayoutVars>
      </dgm:prSet>
      <dgm:spPr/>
    </dgm:pt>
    <dgm:pt modelId="{8503756E-42C9-4181-B27D-971B2D72592A}" type="pres">
      <dgm:prSet presAssocID="{4D88C141-F91A-4014-8627-C1AD64F8778F}" presName="sibTrans" presStyleCnt="0"/>
      <dgm:spPr/>
    </dgm:pt>
    <dgm:pt modelId="{69B5EDF2-932B-4710-B213-A510420A07E7}" type="pres">
      <dgm:prSet presAssocID="{45BDF2C4-1E59-4DF6-B532-2A107BFAFEAD}" presName="textNode" presStyleLbl="node1" presStyleIdx="2" presStyleCnt="6">
        <dgm:presLayoutVars>
          <dgm:bulletEnabled val="1"/>
        </dgm:presLayoutVars>
      </dgm:prSet>
      <dgm:spPr/>
    </dgm:pt>
    <dgm:pt modelId="{1E203DA2-CB9B-47E0-89B9-621C52C7A044}" type="pres">
      <dgm:prSet presAssocID="{1C1DAA91-70C4-4525-814B-70C6DC6D94DF}" presName="sibTrans" presStyleCnt="0"/>
      <dgm:spPr/>
    </dgm:pt>
    <dgm:pt modelId="{22B51050-8773-4530-A265-D93887C3D06B}" type="pres">
      <dgm:prSet presAssocID="{F8B41342-A13E-4475-A688-96F2E363BC7F}" presName="textNode" presStyleLbl="node1" presStyleIdx="3" presStyleCnt="6">
        <dgm:presLayoutVars>
          <dgm:bulletEnabled val="1"/>
        </dgm:presLayoutVars>
      </dgm:prSet>
      <dgm:spPr/>
    </dgm:pt>
    <dgm:pt modelId="{031213C7-71A4-4C1F-B8A2-63E03C57F7E5}" type="pres">
      <dgm:prSet presAssocID="{B1F8E482-110F-4106-8C82-30C8F4C11A0F}" presName="sibTrans" presStyleCnt="0"/>
      <dgm:spPr/>
    </dgm:pt>
    <dgm:pt modelId="{07A001A5-35FA-4867-A3F6-9F23007D8594}" type="pres">
      <dgm:prSet presAssocID="{05068920-CF88-48AE-9D95-5C6BE4933B2B}" presName="textNode" presStyleLbl="node1" presStyleIdx="4" presStyleCnt="6">
        <dgm:presLayoutVars>
          <dgm:bulletEnabled val="1"/>
        </dgm:presLayoutVars>
      </dgm:prSet>
      <dgm:spPr/>
    </dgm:pt>
    <dgm:pt modelId="{2993E52B-F06C-4CAB-9C86-5578DCC1A9CD}" type="pres">
      <dgm:prSet presAssocID="{2D8FCA16-B25A-41FD-ACA3-E579B5F2AAFD}" presName="sibTrans" presStyleCnt="0"/>
      <dgm:spPr/>
    </dgm:pt>
    <dgm:pt modelId="{ED2BD155-6554-4544-93E7-E30435CE3D10}" type="pres">
      <dgm:prSet presAssocID="{1FF82381-7599-47B4-81CA-5DF8CEC90977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06A5611B-D764-4FBB-81BF-491E1DF8B62A}" type="presOf" srcId="{C931C053-4AF5-444D-AFDD-8736582C6437}" destId="{65818B31-CB1F-46F5-A2A5-35E333BE9CC8}" srcOrd="0" destOrd="0" presId="urn:microsoft.com/office/officeart/2005/8/layout/hProcess9"/>
    <dgm:cxn modelId="{30433421-4ABC-4670-BC3A-CBE41C01D63B}" type="presOf" srcId="{F8B41342-A13E-4475-A688-96F2E363BC7F}" destId="{22B51050-8773-4530-A265-D93887C3D06B}" srcOrd="0" destOrd="0" presId="urn:microsoft.com/office/officeart/2005/8/layout/hProcess9"/>
    <dgm:cxn modelId="{C289C23B-E8A6-4048-885D-2E37BAFE48C3}" type="presOf" srcId="{45BDF2C4-1E59-4DF6-B532-2A107BFAFEAD}" destId="{69B5EDF2-932B-4710-B213-A510420A07E7}" srcOrd="0" destOrd="0" presId="urn:microsoft.com/office/officeart/2005/8/layout/hProcess9"/>
    <dgm:cxn modelId="{B5395D6B-0040-45FE-830B-FE0B03526775}" srcId="{D731D4C6-3E54-4897-B3F8-BA21ABAC7F3E}" destId="{45BDF2C4-1E59-4DF6-B532-2A107BFAFEAD}" srcOrd="2" destOrd="0" parTransId="{40F13002-115E-4D61-BEB4-EAAA2621F64C}" sibTransId="{1C1DAA91-70C4-4525-814B-70C6DC6D94DF}"/>
    <dgm:cxn modelId="{8AF06C79-2F55-4E4A-B503-AFE5501D3968}" type="presOf" srcId="{05068920-CF88-48AE-9D95-5C6BE4933B2B}" destId="{07A001A5-35FA-4867-A3F6-9F23007D8594}" srcOrd="0" destOrd="0" presId="urn:microsoft.com/office/officeart/2005/8/layout/hProcess9"/>
    <dgm:cxn modelId="{75FD757C-027B-4495-A3CB-2C1EE7D900B1}" srcId="{D731D4C6-3E54-4897-B3F8-BA21ABAC7F3E}" destId="{F8B41342-A13E-4475-A688-96F2E363BC7F}" srcOrd="3" destOrd="0" parTransId="{37B29171-E488-40E6-B95E-0A8D0411DD2D}" sibTransId="{B1F8E482-110F-4106-8C82-30C8F4C11A0F}"/>
    <dgm:cxn modelId="{E4CDCA90-6BAA-414A-99C7-15E13CC29A02}" srcId="{D731D4C6-3E54-4897-B3F8-BA21ABAC7F3E}" destId="{05068920-CF88-48AE-9D95-5C6BE4933B2B}" srcOrd="4" destOrd="0" parTransId="{9A8DEC1F-3D50-4040-98AB-F3C9FBE2D2AA}" sibTransId="{2D8FCA16-B25A-41FD-ACA3-E579B5F2AAFD}"/>
    <dgm:cxn modelId="{4A816498-A4EA-45F3-A836-CAC73F3742EB}" srcId="{D731D4C6-3E54-4897-B3F8-BA21ABAC7F3E}" destId="{99E535DC-FA4A-4FB6-BF66-0849E8DFE9EE}" srcOrd="1" destOrd="0" parTransId="{CC6BA52F-3BD2-499D-8D7E-3D73547DF61A}" sibTransId="{4D88C141-F91A-4014-8627-C1AD64F8778F}"/>
    <dgm:cxn modelId="{5E228DB2-A4C9-4187-852E-9B2DA3A3D480}" type="presOf" srcId="{D731D4C6-3E54-4897-B3F8-BA21ABAC7F3E}" destId="{40430256-7510-467A-981C-9A8AFE3280CC}" srcOrd="0" destOrd="0" presId="urn:microsoft.com/office/officeart/2005/8/layout/hProcess9"/>
    <dgm:cxn modelId="{7DD3C4D5-DC83-45C3-A4C2-8DA31D20E316}" srcId="{D731D4C6-3E54-4897-B3F8-BA21ABAC7F3E}" destId="{C931C053-4AF5-444D-AFDD-8736582C6437}" srcOrd="0" destOrd="0" parTransId="{934FAA71-8DC6-4EB2-8902-8F39FD0617CA}" sibTransId="{C5854B62-0269-4733-9E52-FE9BA4BDA23E}"/>
    <dgm:cxn modelId="{D455BBD8-A5E7-487C-A23B-A63E3E4E998B}" type="presOf" srcId="{99E535DC-FA4A-4FB6-BF66-0849E8DFE9EE}" destId="{DF374868-A6BC-4D4F-BEF6-2D0BC6AAFC2A}" srcOrd="0" destOrd="0" presId="urn:microsoft.com/office/officeart/2005/8/layout/hProcess9"/>
    <dgm:cxn modelId="{2B18BED8-F52F-4CBB-A2D2-5FA40BBD4FD3}" srcId="{D731D4C6-3E54-4897-B3F8-BA21ABAC7F3E}" destId="{1FF82381-7599-47B4-81CA-5DF8CEC90977}" srcOrd="5" destOrd="0" parTransId="{80A2759D-6FD5-44A3-ABE0-641F748D5CEA}" sibTransId="{3D5DA0FC-4DC0-43DD-A61C-DF021A0D6D99}"/>
    <dgm:cxn modelId="{A8D57AED-630B-481B-8629-00A8917A30C4}" type="presOf" srcId="{1FF82381-7599-47B4-81CA-5DF8CEC90977}" destId="{ED2BD155-6554-4544-93E7-E30435CE3D10}" srcOrd="0" destOrd="0" presId="urn:microsoft.com/office/officeart/2005/8/layout/hProcess9"/>
    <dgm:cxn modelId="{0A9918FC-8BD8-4797-8D9F-6FCA895647AA}" type="presParOf" srcId="{40430256-7510-467A-981C-9A8AFE3280CC}" destId="{D358F31D-E645-4994-AD07-3574D888BAAC}" srcOrd="0" destOrd="0" presId="urn:microsoft.com/office/officeart/2005/8/layout/hProcess9"/>
    <dgm:cxn modelId="{9939E319-EE82-4251-BC7C-E9A84242618D}" type="presParOf" srcId="{40430256-7510-467A-981C-9A8AFE3280CC}" destId="{313B2982-D5C1-4B1D-8F63-5BC01FFA5D35}" srcOrd="1" destOrd="0" presId="urn:microsoft.com/office/officeart/2005/8/layout/hProcess9"/>
    <dgm:cxn modelId="{30B9E52E-B3D3-41E8-BE6F-1EBC6CA3FA2A}" type="presParOf" srcId="{313B2982-D5C1-4B1D-8F63-5BC01FFA5D35}" destId="{65818B31-CB1F-46F5-A2A5-35E333BE9CC8}" srcOrd="0" destOrd="0" presId="urn:microsoft.com/office/officeart/2005/8/layout/hProcess9"/>
    <dgm:cxn modelId="{FD4136C0-8209-4FF6-A4F4-6F9DA38C012F}" type="presParOf" srcId="{313B2982-D5C1-4B1D-8F63-5BC01FFA5D35}" destId="{BF383597-0E92-4996-A869-F17F4E0DF243}" srcOrd="1" destOrd="0" presId="urn:microsoft.com/office/officeart/2005/8/layout/hProcess9"/>
    <dgm:cxn modelId="{1AE4C74B-5949-418D-9CD1-ADC9CDA499EF}" type="presParOf" srcId="{313B2982-D5C1-4B1D-8F63-5BC01FFA5D35}" destId="{DF374868-A6BC-4D4F-BEF6-2D0BC6AAFC2A}" srcOrd="2" destOrd="0" presId="urn:microsoft.com/office/officeart/2005/8/layout/hProcess9"/>
    <dgm:cxn modelId="{DF3BE6B1-0D92-41A7-8B21-43F33D08C724}" type="presParOf" srcId="{313B2982-D5C1-4B1D-8F63-5BC01FFA5D35}" destId="{8503756E-42C9-4181-B27D-971B2D72592A}" srcOrd="3" destOrd="0" presId="urn:microsoft.com/office/officeart/2005/8/layout/hProcess9"/>
    <dgm:cxn modelId="{E155E7FB-30B8-4940-9948-BD978C43E798}" type="presParOf" srcId="{313B2982-D5C1-4B1D-8F63-5BC01FFA5D35}" destId="{69B5EDF2-932B-4710-B213-A510420A07E7}" srcOrd="4" destOrd="0" presId="urn:microsoft.com/office/officeart/2005/8/layout/hProcess9"/>
    <dgm:cxn modelId="{6B25F68D-1E10-4414-BC2B-538D5128A569}" type="presParOf" srcId="{313B2982-D5C1-4B1D-8F63-5BC01FFA5D35}" destId="{1E203DA2-CB9B-47E0-89B9-621C52C7A044}" srcOrd="5" destOrd="0" presId="urn:microsoft.com/office/officeart/2005/8/layout/hProcess9"/>
    <dgm:cxn modelId="{0AA913BB-922E-47C1-8DC9-E915970E84F4}" type="presParOf" srcId="{313B2982-D5C1-4B1D-8F63-5BC01FFA5D35}" destId="{22B51050-8773-4530-A265-D93887C3D06B}" srcOrd="6" destOrd="0" presId="urn:microsoft.com/office/officeart/2005/8/layout/hProcess9"/>
    <dgm:cxn modelId="{F13D1B38-7F27-454B-9005-C3A7E6AA1ED4}" type="presParOf" srcId="{313B2982-D5C1-4B1D-8F63-5BC01FFA5D35}" destId="{031213C7-71A4-4C1F-B8A2-63E03C57F7E5}" srcOrd="7" destOrd="0" presId="urn:microsoft.com/office/officeart/2005/8/layout/hProcess9"/>
    <dgm:cxn modelId="{634ED21E-38B1-4BFD-A363-032C124C004C}" type="presParOf" srcId="{313B2982-D5C1-4B1D-8F63-5BC01FFA5D35}" destId="{07A001A5-35FA-4867-A3F6-9F23007D8594}" srcOrd="8" destOrd="0" presId="urn:microsoft.com/office/officeart/2005/8/layout/hProcess9"/>
    <dgm:cxn modelId="{D986243E-52BD-4038-9D1D-FD00BD2007FC}" type="presParOf" srcId="{313B2982-D5C1-4B1D-8F63-5BC01FFA5D35}" destId="{2993E52B-F06C-4CAB-9C86-5578DCC1A9CD}" srcOrd="9" destOrd="0" presId="urn:microsoft.com/office/officeart/2005/8/layout/hProcess9"/>
    <dgm:cxn modelId="{C50CEAE1-3958-4B00-A3B2-7D14034105EA}" type="presParOf" srcId="{313B2982-D5C1-4B1D-8F63-5BC01FFA5D35}" destId="{ED2BD155-6554-4544-93E7-E30435CE3D10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731D4C6-3E54-4897-B3F8-BA21ABAC7F3E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C931C053-4AF5-444D-AFDD-8736582C6437}">
      <dgm:prSet phldrT="[Text]"/>
      <dgm:spPr/>
      <dgm:t>
        <a:bodyPr/>
        <a:lstStyle/>
        <a:p>
          <a:r>
            <a:rPr lang="en-US" b="1" i="0" dirty="0"/>
            <a:t>Planning</a:t>
          </a:r>
          <a:endParaRPr lang="en-US" dirty="0"/>
        </a:p>
      </dgm:t>
    </dgm:pt>
    <dgm:pt modelId="{934FAA71-8DC6-4EB2-8902-8F39FD0617CA}" type="parTrans" cxnId="{7DD3C4D5-DC83-45C3-A4C2-8DA31D20E316}">
      <dgm:prSet/>
      <dgm:spPr/>
      <dgm:t>
        <a:bodyPr/>
        <a:lstStyle/>
        <a:p>
          <a:endParaRPr lang="en-US"/>
        </a:p>
      </dgm:t>
    </dgm:pt>
    <dgm:pt modelId="{C5854B62-0269-4733-9E52-FE9BA4BDA23E}" type="sibTrans" cxnId="{7DD3C4D5-DC83-45C3-A4C2-8DA31D20E316}">
      <dgm:prSet/>
      <dgm:spPr/>
      <dgm:t>
        <a:bodyPr/>
        <a:lstStyle/>
        <a:p>
          <a:endParaRPr lang="en-US"/>
        </a:p>
      </dgm:t>
    </dgm:pt>
    <dgm:pt modelId="{99E535DC-FA4A-4FB6-BF66-0849E8DFE9EE}">
      <dgm:prSet phldrT="[Text]"/>
      <dgm:spPr/>
      <dgm:t>
        <a:bodyPr/>
        <a:lstStyle/>
        <a:p>
          <a:r>
            <a:rPr lang="en-US" b="1" i="0" dirty="0"/>
            <a:t>Design</a:t>
          </a:r>
          <a:endParaRPr lang="en-US" dirty="0"/>
        </a:p>
      </dgm:t>
    </dgm:pt>
    <dgm:pt modelId="{CC6BA52F-3BD2-499D-8D7E-3D73547DF61A}" type="parTrans" cxnId="{4A816498-A4EA-45F3-A836-CAC73F3742EB}">
      <dgm:prSet/>
      <dgm:spPr/>
      <dgm:t>
        <a:bodyPr/>
        <a:lstStyle/>
        <a:p>
          <a:endParaRPr lang="en-US"/>
        </a:p>
      </dgm:t>
    </dgm:pt>
    <dgm:pt modelId="{4D88C141-F91A-4014-8627-C1AD64F8778F}" type="sibTrans" cxnId="{4A816498-A4EA-45F3-A836-CAC73F3742EB}">
      <dgm:prSet/>
      <dgm:spPr/>
      <dgm:t>
        <a:bodyPr/>
        <a:lstStyle/>
        <a:p>
          <a:endParaRPr lang="en-US"/>
        </a:p>
      </dgm:t>
    </dgm:pt>
    <dgm:pt modelId="{45BDF2C4-1E59-4DF6-B532-2A107BFAFEAD}">
      <dgm:prSet phldrT="[Text]"/>
      <dgm:spPr/>
      <dgm:t>
        <a:bodyPr/>
        <a:lstStyle/>
        <a:p>
          <a:r>
            <a:rPr lang="en-US" b="1" i="0" dirty="0"/>
            <a:t>Development</a:t>
          </a:r>
          <a:endParaRPr lang="en-US" dirty="0"/>
        </a:p>
      </dgm:t>
    </dgm:pt>
    <dgm:pt modelId="{40F13002-115E-4D61-BEB4-EAAA2621F64C}" type="parTrans" cxnId="{B5395D6B-0040-45FE-830B-FE0B03526775}">
      <dgm:prSet/>
      <dgm:spPr/>
      <dgm:t>
        <a:bodyPr/>
        <a:lstStyle/>
        <a:p>
          <a:endParaRPr lang="en-US"/>
        </a:p>
      </dgm:t>
    </dgm:pt>
    <dgm:pt modelId="{1C1DAA91-70C4-4525-814B-70C6DC6D94DF}" type="sibTrans" cxnId="{B5395D6B-0040-45FE-830B-FE0B03526775}">
      <dgm:prSet/>
      <dgm:spPr/>
      <dgm:t>
        <a:bodyPr/>
        <a:lstStyle/>
        <a:p>
          <a:endParaRPr lang="en-US"/>
        </a:p>
      </dgm:t>
    </dgm:pt>
    <dgm:pt modelId="{F8B41342-A13E-4475-A688-96F2E363BC7F}">
      <dgm:prSet phldrT="[Text]"/>
      <dgm:spPr/>
      <dgm:t>
        <a:bodyPr/>
        <a:lstStyle/>
        <a:p>
          <a:r>
            <a:rPr lang="en-US" b="1" i="0" dirty="0"/>
            <a:t>Testing</a:t>
          </a:r>
          <a:endParaRPr lang="en-US" dirty="0"/>
        </a:p>
      </dgm:t>
    </dgm:pt>
    <dgm:pt modelId="{37B29171-E488-40E6-B95E-0A8D0411DD2D}" type="parTrans" cxnId="{75FD757C-027B-4495-A3CB-2C1EE7D900B1}">
      <dgm:prSet/>
      <dgm:spPr/>
      <dgm:t>
        <a:bodyPr/>
        <a:lstStyle/>
        <a:p>
          <a:endParaRPr lang="en-US"/>
        </a:p>
      </dgm:t>
    </dgm:pt>
    <dgm:pt modelId="{B1F8E482-110F-4106-8C82-30C8F4C11A0F}" type="sibTrans" cxnId="{75FD757C-027B-4495-A3CB-2C1EE7D900B1}">
      <dgm:prSet/>
      <dgm:spPr/>
      <dgm:t>
        <a:bodyPr/>
        <a:lstStyle/>
        <a:p>
          <a:endParaRPr lang="en-US"/>
        </a:p>
      </dgm:t>
    </dgm:pt>
    <dgm:pt modelId="{05068920-CF88-48AE-9D95-5C6BE4933B2B}">
      <dgm:prSet phldrT="[Text]"/>
      <dgm:spPr/>
      <dgm:t>
        <a:bodyPr/>
        <a:lstStyle/>
        <a:p>
          <a:r>
            <a:rPr lang="en-US" b="1" i="0" dirty="0"/>
            <a:t>Deployment</a:t>
          </a:r>
          <a:endParaRPr lang="en-US" dirty="0"/>
        </a:p>
      </dgm:t>
    </dgm:pt>
    <dgm:pt modelId="{9A8DEC1F-3D50-4040-98AB-F3C9FBE2D2AA}" type="parTrans" cxnId="{E4CDCA90-6BAA-414A-99C7-15E13CC29A02}">
      <dgm:prSet/>
      <dgm:spPr/>
      <dgm:t>
        <a:bodyPr/>
        <a:lstStyle/>
        <a:p>
          <a:endParaRPr lang="en-US"/>
        </a:p>
      </dgm:t>
    </dgm:pt>
    <dgm:pt modelId="{2D8FCA16-B25A-41FD-ACA3-E579B5F2AAFD}" type="sibTrans" cxnId="{E4CDCA90-6BAA-414A-99C7-15E13CC29A02}">
      <dgm:prSet/>
      <dgm:spPr/>
      <dgm:t>
        <a:bodyPr/>
        <a:lstStyle/>
        <a:p>
          <a:endParaRPr lang="en-US"/>
        </a:p>
      </dgm:t>
    </dgm:pt>
    <dgm:pt modelId="{1FF82381-7599-47B4-81CA-5DF8CEC90977}">
      <dgm:prSet phldrT="[Text]"/>
      <dgm:spPr/>
      <dgm:t>
        <a:bodyPr/>
        <a:lstStyle/>
        <a:p>
          <a:r>
            <a:rPr lang="en-US" b="1" i="0" dirty="0"/>
            <a:t>Maintenance</a:t>
          </a:r>
          <a:endParaRPr lang="en-US" dirty="0"/>
        </a:p>
      </dgm:t>
    </dgm:pt>
    <dgm:pt modelId="{80A2759D-6FD5-44A3-ABE0-641F748D5CEA}" type="parTrans" cxnId="{2B18BED8-F52F-4CBB-A2D2-5FA40BBD4FD3}">
      <dgm:prSet/>
      <dgm:spPr/>
      <dgm:t>
        <a:bodyPr/>
        <a:lstStyle/>
        <a:p>
          <a:endParaRPr lang="en-US"/>
        </a:p>
      </dgm:t>
    </dgm:pt>
    <dgm:pt modelId="{3D5DA0FC-4DC0-43DD-A61C-DF021A0D6D99}" type="sibTrans" cxnId="{2B18BED8-F52F-4CBB-A2D2-5FA40BBD4FD3}">
      <dgm:prSet/>
      <dgm:spPr/>
      <dgm:t>
        <a:bodyPr/>
        <a:lstStyle/>
        <a:p>
          <a:endParaRPr lang="en-US"/>
        </a:p>
      </dgm:t>
    </dgm:pt>
    <dgm:pt modelId="{40430256-7510-467A-981C-9A8AFE3280CC}" type="pres">
      <dgm:prSet presAssocID="{D731D4C6-3E54-4897-B3F8-BA21ABAC7F3E}" presName="CompostProcess" presStyleCnt="0">
        <dgm:presLayoutVars>
          <dgm:dir/>
          <dgm:resizeHandles val="exact"/>
        </dgm:presLayoutVars>
      </dgm:prSet>
      <dgm:spPr/>
    </dgm:pt>
    <dgm:pt modelId="{D358F31D-E645-4994-AD07-3574D888BAAC}" type="pres">
      <dgm:prSet presAssocID="{D731D4C6-3E54-4897-B3F8-BA21ABAC7F3E}" presName="arrow" presStyleLbl="bgShp" presStyleIdx="0" presStyleCnt="1"/>
      <dgm:spPr>
        <a:solidFill>
          <a:schemeClr val="accent5"/>
        </a:solidFill>
      </dgm:spPr>
    </dgm:pt>
    <dgm:pt modelId="{313B2982-D5C1-4B1D-8F63-5BC01FFA5D35}" type="pres">
      <dgm:prSet presAssocID="{D731D4C6-3E54-4897-B3F8-BA21ABAC7F3E}" presName="linearProcess" presStyleCnt="0"/>
      <dgm:spPr/>
    </dgm:pt>
    <dgm:pt modelId="{65818B31-CB1F-46F5-A2A5-35E333BE9CC8}" type="pres">
      <dgm:prSet presAssocID="{C931C053-4AF5-444D-AFDD-8736582C6437}" presName="textNode" presStyleLbl="node1" presStyleIdx="0" presStyleCnt="6">
        <dgm:presLayoutVars>
          <dgm:bulletEnabled val="1"/>
        </dgm:presLayoutVars>
      </dgm:prSet>
      <dgm:spPr/>
    </dgm:pt>
    <dgm:pt modelId="{BF383597-0E92-4996-A869-F17F4E0DF243}" type="pres">
      <dgm:prSet presAssocID="{C5854B62-0269-4733-9E52-FE9BA4BDA23E}" presName="sibTrans" presStyleCnt="0"/>
      <dgm:spPr/>
    </dgm:pt>
    <dgm:pt modelId="{DF374868-A6BC-4D4F-BEF6-2D0BC6AAFC2A}" type="pres">
      <dgm:prSet presAssocID="{99E535DC-FA4A-4FB6-BF66-0849E8DFE9EE}" presName="textNode" presStyleLbl="node1" presStyleIdx="1" presStyleCnt="6">
        <dgm:presLayoutVars>
          <dgm:bulletEnabled val="1"/>
        </dgm:presLayoutVars>
      </dgm:prSet>
      <dgm:spPr/>
    </dgm:pt>
    <dgm:pt modelId="{8503756E-42C9-4181-B27D-971B2D72592A}" type="pres">
      <dgm:prSet presAssocID="{4D88C141-F91A-4014-8627-C1AD64F8778F}" presName="sibTrans" presStyleCnt="0"/>
      <dgm:spPr/>
    </dgm:pt>
    <dgm:pt modelId="{69B5EDF2-932B-4710-B213-A510420A07E7}" type="pres">
      <dgm:prSet presAssocID="{45BDF2C4-1E59-4DF6-B532-2A107BFAFEAD}" presName="textNode" presStyleLbl="node1" presStyleIdx="2" presStyleCnt="6">
        <dgm:presLayoutVars>
          <dgm:bulletEnabled val="1"/>
        </dgm:presLayoutVars>
      </dgm:prSet>
      <dgm:spPr/>
    </dgm:pt>
    <dgm:pt modelId="{1E203DA2-CB9B-47E0-89B9-621C52C7A044}" type="pres">
      <dgm:prSet presAssocID="{1C1DAA91-70C4-4525-814B-70C6DC6D94DF}" presName="sibTrans" presStyleCnt="0"/>
      <dgm:spPr/>
    </dgm:pt>
    <dgm:pt modelId="{22B51050-8773-4530-A265-D93887C3D06B}" type="pres">
      <dgm:prSet presAssocID="{F8B41342-A13E-4475-A688-96F2E363BC7F}" presName="textNode" presStyleLbl="node1" presStyleIdx="3" presStyleCnt="6">
        <dgm:presLayoutVars>
          <dgm:bulletEnabled val="1"/>
        </dgm:presLayoutVars>
      </dgm:prSet>
      <dgm:spPr/>
    </dgm:pt>
    <dgm:pt modelId="{031213C7-71A4-4C1F-B8A2-63E03C57F7E5}" type="pres">
      <dgm:prSet presAssocID="{B1F8E482-110F-4106-8C82-30C8F4C11A0F}" presName="sibTrans" presStyleCnt="0"/>
      <dgm:spPr/>
    </dgm:pt>
    <dgm:pt modelId="{07A001A5-35FA-4867-A3F6-9F23007D8594}" type="pres">
      <dgm:prSet presAssocID="{05068920-CF88-48AE-9D95-5C6BE4933B2B}" presName="textNode" presStyleLbl="node1" presStyleIdx="4" presStyleCnt="6">
        <dgm:presLayoutVars>
          <dgm:bulletEnabled val="1"/>
        </dgm:presLayoutVars>
      </dgm:prSet>
      <dgm:spPr/>
    </dgm:pt>
    <dgm:pt modelId="{2993E52B-F06C-4CAB-9C86-5578DCC1A9CD}" type="pres">
      <dgm:prSet presAssocID="{2D8FCA16-B25A-41FD-ACA3-E579B5F2AAFD}" presName="sibTrans" presStyleCnt="0"/>
      <dgm:spPr/>
    </dgm:pt>
    <dgm:pt modelId="{ED2BD155-6554-4544-93E7-E30435CE3D10}" type="pres">
      <dgm:prSet presAssocID="{1FF82381-7599-47B4-81CA-5DF8CEC90977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06A5611B-D764-4FBB-81BF-491E1DF8B62A}" type="presOf" srcId="{C931C053-4AF5-444D-AFDD-8736582C6437}" destId="{65818B31-CB1F-46F5-A2A5-35E333BE9CC8}" srcOrd="0" destOrd="0" presId="urn:microsoft.com/office/officeart/2005/8/layout/hProcess9"/>
    <dgm:cxn modelId="{30433421-4ABC-4670-BC3A-CBE41C01D63B}" type="presOf" srcId="{F8B41342-A13E-4475-A688-96F2E363BC7F}" destId="{22B51050-8773-4530-A265-D93887C3D06B}" srcOrd="0" destOrd="0" presId="urn:microsoft.com/office/officeart/2005/8/layout/hProcess9"/>
    <dgm:cxn modelId="{C289C23B-E8A6-4048-885D-2E37BAFE48C3}" type="presOf" srcId="{45BDF2C4-1E59-4DF6-B532-2A107BFAFEAD}" destId="{69B5EDF2-932B-4710-B213-A510420A07E7}" srcOrd="0" destOrd="0" presId="urn:microsoft.com/office/officeart/2005/8/layout/hProcess9"/>
    <dgm:cxn modelId="{B5395D6B-0040-45FE-830B-FE0B03526775}" srcId="{D731D4C6-3E54-4897-B3F8-BA21ABAC7F3E}" destId="{45BDF2C4-1E59-4DF6-B532-2A107BFAFEAD}" srcOrd="2" destOrd="0" parTransId="{40F13002-115E-4D61-BEB4-EAAA2621F64C}" sibTransId="{1C1DAA91-70C4-4525-814B-70C6DC6D94DF}"/>
    <dgm:cxn modelId="{8AF06C79-2F55-4E4A-B503-AFE5501D3968}" type="presOf" srcId="{05068920-CF88-48AE-9D95-5C6BE4933B2B}" destId="{07A001A5-35FA-4867-A3F6-9F23007D8594}" srcOrd="0" destOrd="0" presId="urn:microsoft.com/office/officeart/2005/8/layout/hProcess9"/>
    <dgm:cxn modelId="{75FD757C-027B-4495-A3CB-2C1EE7D900B1}" srcId="{D731D4C6-3E54-4897-B3F8-BA21ABAC7F3E}" destId="{F8B41342-A13E-4475-A688-96F2E363BC7F}" srcOrd="3" destOrd="0" parTransId="{37B29171-E488-40E6-B95E-0A8D0411DD2D}" sibTransId="{B1F8E482-110F-4106-8C82-30C8F4C11A0F}"/>
    <dgm:cxn modelId="{E4CDCA90-6BAA-414A-99C7-15E13CC29A02}" srcId="{D731D4C6-3E54-4897-B3F8-BA21ABAC7F3E}" destId="{05068920-CF88-48AE-9D95-5C6BE4933B2B}" srcOrd="4" destOrd="0" parTransId="{9A8DEC1F-3D50-4040-98AB-F3C9FBE2D2AA}" sibTransId="{2D8FCA16-B25A-41FD-ACA3-E579B5F2AAFD}"/>
    <dgm:cxn modelId="{4A816498-A4EA-45F3-A836-CAC73F3742EB}" srcId="{D731D4C6-3E54-4897-B3F8-BA21ABAC7F3E}" destId="{99E535DC-FA4A-4FB6-BF66-0849E8DFE9EE}" srcOrd="1" destOrd="0" parTransId="{CC6BA52F-3BD2-499D-8D7E-3D73547DF61A}" sibTransId="{4D88C141-F91A-4014-8627-C1AD64F8778F}"/>
    <dgm:cxn modelId="{5E228DB2-A4C9-4187-852E-9B2DA3A3D480}" type="presOf" srcId="{D731D4C6-3E54-4897-B3F8-BA21ABAC7F3E}" destId="{40430256-7510-467A-981C-9A8AFE3280CC}" srcOrd="0" destOrd="0" presId="urn:microsoft.com/office/officeart/2005/8/layout/hProcess9"/>
    <dgm:cxn modelId="{7DD3C4D5-DC83-45C3-A4C2-8DA31D20E316}" srcId="{D731D4C6-3E54-4897-B3F8-BA21ABAC7F3E}" destId="{C931C053-4AF5-444D-AFDD-8736582C6437}" srcOrd="0" destOrd="0" parTransId="{934FAA71-8DC6-4EB2-8902-8F39FD0617CA}" sibTransId="{C5854B62-0269-4733-9E52-FE9BA4BDA23E}"/>
    <dgm:cxn modelId="{D455BBD8-A5E7-487C-A23B-A63E3E4E998B}" type="presOf" srcId="{99E535DC-FA4A-4FB6-BF66-0849E8DFE9EE}" destId="{DF374868-A6BC-4D4F-BEF6-2D0BC6AAFC2A}" srcOrd="0" destOrd="0" presId="urn:microsoft.com/office/officeart/2005/8/layout/hProcess9"/>
    <dgm:cxn modelId="{2B18BED8-F52F-4CBB-A2D2-5FA40BBD4FD3}" srcId="{D731D4C6-3E54-4897-B3F8-BA21ABAC7F3E}" destId="{1FF82381-7599-47B4-81CA-5DF8CEC90977}" srcOrd="5" destOrd="0" parTransId="{80A2759D-6FD5-44A3-ABE0-641F748D5CEA}" sibTransId="{3D5DA0FC-4DC0-43DD-A61C-DF021A0D6D99}"/>
    <dgm:cxn modelId="{A8D57AED-630B-481B-8629-00A8917A30C4}" type="presOf" srcId="{1FF82381-7599-47B4-81CA-5DF8CEC90977}" destId="{ED2BD155-6554-4544-93E7-E30435CE3D10}" srcOrd="0" destOrd="0" presId="urn:microsoft.com/office/officeart/2005/8/layout/hProcess9"/>
    <dgm:cxn modelId="{0A9918FC-8BD8-4797-8D9F-6FCA895647AA}" type="presParOf" srcId="{40430256-7510-467A-981C-9A8AFE3280CC}" destId="{D358F31D-E645-4994-AD07-3574D888BAAC}" srcOrd="0" destOrd="0" presId="urn:microsoft.com/office/officeart/2005/8/layout/hProcess9"/>
    <dgm:cxn modelId="{9939E319-EE82-4251-BC7C-E9A84242618D}" type="presParOf" srcId="{40430256-7510-467A-981C-9A8AFE3280CC}" destId="{313B2982-D5C1-4B1D-8F63-5BC01FFA5D35}" srcOrd="1" destOrd="0" presId="urn:microsoft.com/office/officeart/2005/8/layout/hProcess9"/>
    <dgm:cxn modelId="{30B9E52E-B3D3-41E8-BE6F-1EBC6CA3FA2A}" type="presParOf" srcId="{313B2982-D5C1-4B1D-8F63-5BC01FFA5D35}" destId="{65818B31-CB1F-46F5-A2A5-35E333BE9CC8}" srcOrd="0" destOrd="0" presId="urn:microsoft.com/office/officeart/2005/8/layout/hProcess9"/>
    <dgm:cxn modelId="{FD4136C0-8209-4FF6-A4F4-6F9DA38C012F}" type="presParOf" srcId="{313B2982-D5C1-4B1D-8F63-5BC01FFA5D35}" destId="{BF383597-0E92-4996-A869-F17F4E0DF243}" srcOrd="1" destOrd="0" presId="urn:microsoft.com/office/officeart/2005/8/layout/hProcess9"/>
    <dgm:cxn modelId="{1AE4C74B-5949-418D-9CD1-ADC9CDA499EF}" type="presParOf" srcId="{313B2982-D5C1-4B1D-8F63-5BC01FFA5D35}" destId="{DF374868-A6BC-4D4F-BEF6-2D0BC6AAFC2A}" srcOrd="2" destOrd="0" presId="urn:microsoft.com/office/officeart/2005/8/layout/hProcess9"/>
    <dgm:cxn modelId="{DF3BE6B1-0D92-41A7-8B21-43F33D08C724}" type="presParOf" srcId="{313B2982-D5C1-4B1D-8F63-5BC01FFA5D35}" destId="{8503756E-42C9-4181-B27D-971B2D72592A}" srcOrd="3" destOrd="0" presId="urn:microsoft.com/office/officeart/2005/8/layout/hProcess9"/>
    <dgm:cxn modelId="{E155E7FB-30B8-4940-9948-BD978C43E798}" type="presParOf" srcId="{313B2982-D5C1-4B1D-8F63-5BC01FFA5D35}" destId="{69B5EDF2-932B-4710-B213-A510420A07E7}" srcOrd="4" destOrd="0" presId="urn:microsoft.com/office/officeart/2005/8/layout/hProcess9"/>
    <dgm:cxn modelId="{6B25F68D-1E10-4414-BC2B-538D5128A569}" type="presParOf" srcId="{313B2982-D5C1-4B1D-8F63-5BC01FFA5D35}" destId="{1E203DA2-CB9B-47E0-89B9-621C52C7A044}" srcOrd="5" destOrd="0" presId="urn:microsoft.com/office/officeart/2005/8/layout/hProcess9"/>
    <dgm:cxn modelId="{0AA913BB-922E-47C1-8DC9-E915970E84F4}" type="presParOf" srcId="{313B2982-D5C1-4B1D-8F63-5BC01FFA5D35}" destId="{22B51050-8773-4530-A265-D93887C3D06B}" srcOrd="6" destOrd="0" presId="urn:microsoft.com/office/officeart/2005/8/layout/hProcess9"/>
    <dgm:cxn modelId="{F13D1B38-7F27-454B-9005-C3A7E6AA1ED4}" type="presParOf" srcId="{313B2982-D5C1-4B1D-8F63-5BC01FFA5D35}" destId="{031213C7-71A4-4C1F-B8A2-63E03C57F7E5}" srcOrd="7" destOrd="0" presId="urn:microsoft.com/office/officeart/2005/8/layout/hProcess9"/>
    <dgm:cxn modelId="{634ED21E-38B1-4BFD-A363-032C124C004C}" type="presParOf" srcId="{313B2982-D5C1-4B1D-8F63-5BC01FFA5D35}" destId="{07A001A5-35FA-4867-A3F6-9F23007D8594}" srcOrd="8" destOrd="0" presId="urn:microsoft.com/office/officeart/2005/8/layout/hProcess9"/>
    <dgm:cxn modelId="{D986243E-52BD-4038-9D1D-FD00BD2007FC}" type="presParOf" srcId="{313B2982-D5C1-4B1D-8F63-5BC01FFA5D35}" destId="{2993E52B-F06C-4CAB-9C86-5578DCC1A9CD}" srcOrd="9" destOrd="0" presId="urn:microsoft.com/office/officeart/2005/8/layout/hProcess9"/>
    <dgm:cxn modelId="{C50CEAE1-3958-4B00-A3B2-7D14034105EA}" type="presParOf" srcId="{313B2982-D5C1-4B1D-8F63-5BC01FFA5D35}" destId="{ED2BD155-6554-4544-93E7-E30435CE3D10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8F31D-E645-4994-AD07-3574D888BAAC}">
      <dsp:nvSpPr>
        <dsp:cNvPr id="0" name=""/>
        <dsp:cNvSpPr/>
      </dsp:nvSpPr>
      <dsp:spPr>
        <a:xfrm>
          <a:off x="799782" y="0"/>
          <a:ext cx="9064200" cy="3733800"/>
        </a:xfrm>
        <a:prstGeom prst="rightArrow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18B31-CB1F-46F5-A2A5-35E333BE9CC8}">
      <dsp:nvSpPr>
        <dsp:cNvPr id="0" name=""/>
        <dsp:cNvSpPr/>
      </dsp:nvSpPr>
      <dsp:spPr>
        <a:xfrm>
          <a:off x="2293" y="1120140"/>
          <a:ext cx="1636593" cy="1493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Planning</a:t>
          </a:r>
          <a:endParaRPr lang="en-US" sz="1800" kern="1200" dirty="0"/>
        </a:p>
      </dsp:txBody>
      <dsp:txXfrm>
        <a:off x="75201" y="1193048"/>
        <a:ext cx="1490777" cy="1347704"/>
      </dsp:txXfrm>
    </dsp:sp>
    <dsp:sp modelId="{DF374868-A6BC-4D4F-BEF6-2D0BC6AAFC2A}">
      <dsp:nvSpPr>
        <dsp:cNvPr id="0" name=""/>
        <dsp:cNvSpPr/>
      </dsp:nvSpPr>
      <dsp:spPr>
        <a:xfrm>
          <a:off x="1806810" y="1120140"/>
          <a:ext cx="1636593" cy="1493520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Design</a:t>
          </a:r>
          <a:endParaRPr lang="en-US" sz="1800" kern="1200" dirty="0"/>
        </a:p>
      </dsp:txBody>
      <dsp:txXfrm>
        <a:off x="1879718" y="1193048"/>
        <a:ext cx="1490777" cy="1347704"/>
      </dsp:txXfrm>
    </dsp:sp>
    <dsp:sp modelId="{69B5EDF2-932B-4710-B213-A510420A07E7}">
      <dsp:nvSpPr>
        <dsp:cNvPr id="0" name=""/>
        <dsp:cNvSpPr/>
      </dsp:nvSpPr>
      <dsp:spPr>
        <a:xfrm>
          <a:off x="3611327" y="1120140"/>
          <a:ext cx="1636593" cy="1493520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Development</a:t>
          </a:r>
          <a:endParaRPr lang="en-US" sz="1800" kern="1200" dirty="0"/>
        </a:p>
      </dsp:txBody>
      <dsp:txXfrm>
        <a:off x="3684235" y="1193048"/>
        <a:ext cx="1490777" cy="1347704"/>
      </dsp:txXfrm>
    </dsp:sp>
    <dsp:sp modelId="{22B51050-8773-4530-A265-D93887C3D06B}">
      <dsp:nvSpPr>
        <dsp:cNvPr id="0" name=""/>
        <dsp:cNvSpPr/>
      </dsp:nvSpPr>
      <dsp:spPr>
        <a:xfrm>
          <a:off x="5415844" y="1120140"/>
          <a:ext cx="1636593" cy="1493520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Testing</a:t>
          </a:r>
          <a:endParaRPr lang="en-US" sz="1800" kern="1200" dirty="0"/>
        </a:p>
      </dsp:txBody>
      <dsp:txXfrm>
        <a:off x="5488752" y="1193048"/>
        <a:ext cx="1490777" cy="1347704"/>
      </dsp:txXfrm>
    </dsp:sp>
    <dsp:sp modelId="{07A001A5-35FA-4867-A3F6-9F23007D8594}">
      <dsp:nvSpPr>
        <dsp:cNvPr id="0" name=""/>
        <dsp:cNvSpPr/>
      </dsp:nvSpPr>
      <dsp:spPr>
        <a:xfrm>
          <a:off x="7220360" y="1120140"/>
          <a:ext cx="1636593" cy="1493520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Deployment</a:t>
          </a:r>
          <a:endParaRPr lang="en-US" sz="1800" kern="1200" dirty="0"/>
        </a:p>
      </dsp:txBody>
      <dsp:txXfrm>
        <a:off x="7293268" y="1193048"/>
        <a:ext cx="1490777" cy="1347704"/>
      </dsp:txXfrm>
    </dsp:sp>
    <dsp:sp modelId="{ED2BD155-6554-4544-93E7-E30435CE3D10}">
      <dsp:nvSpPr>
        <dsp:cNvPr id="0" name=""/>
        <dsp:cNvSpPr/>
      </dsp:nvSpPr>
      <dsp:spPr>
        <a:xfrm>
          <a:off x="9024877" y="1120140"/>
          <a:ext cx="1636593" cy="149352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Maintenance</a:t>
          </a:r>
          <a:endParaRPr lang="en-US" sz="1800" kern="1200" dirty="0"/>
        </a:p>
      </dsp:txBody>
      <dsp:txXfrm>
        <a:off x="9097785" y="1193048"/>
        <a:ext cx="1490777" cy="13477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8F31D-E645-4994-AD07-3574D888BAAC}">
      <dsp:nvSpPr>
        <dsp:cNvPr id="0" name=""/>
        <dsp:cNvSpPr/>
      </dsp:nvSpPr>
      <dsp:spPr>
        <a:xfrm>
          <a:off x="799782" y="0"/>
          <a:ext cx="9064200" cy="2988833"/>
        </a:xfrm>
        <a:prstGeom prst="rightArrow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18B31-CB1F-46F5-A2A5-35E333BE9CC8}">
      <dsp:nvSpPr>
        <dsp:cNvPr id="0" name=""/>
        <dsp:cNvSpPr/>
      </dsp:nvSpPr>
      <dsp:spPr>
        <a:xfrm>
          <a:off x="2928" y="896649"/>
          <a:ext cx="1602753" cy="119553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Planning</a:t>
          </a:r>
          <a:endParaRPr lang="en-US" sz="1800" kern="1200" dirty="0"/>
        </a:p>
      </dsp:txBody>
      <dsp:txXfrm>
        <a:off x="61289" y="955010"/>
        <a:ext cx="1486031" cy="1078811"/>
      </dsp:txXfrm>
    </dsp:sp>
    <dsp:sp modelId="{DF374868-A6BC-4D4F-BEF6-2D0BC6AAFC2A}">
      <dsp:nvSpPr>
        <dsp:cNvPr id="0" name=""/>
        <dsp:cNvSpPr/>
      </dsp:nvSpPr>
      <dsp:spPr>
        <a:xfrm>
          <a:off x="1813959" y="896649"/>
          <a:ext cx="1602753" cy="1195533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Design</a:t>
          </a:r>
          <a:endParaRPr lang="en-US" sz="1800" kern="1200" dirty="0"/>
        </a:p>
      </dsp:txBody>
      <dsp:txXfrm>
        <a:off x="1872320" y="955010"/>
        <a:ext cx="1486031" cy="1078811"/>
      </dsp:txXfrm>
    </dsp:sp>
    <dsp:sp modelId="{69B5EDF2-932B-4710-B213-A510420A07E7}">
      <dsp:nvSpPr>
        <dsp:cNvPr id="0" name=""/>
        <dsp:cNvSpPr/>
      </dsp:nvSpPr>
      <dsp:spPr>
        <a:xfrm>
          <a:off x="3624990" y="896649"/>
          <a:ext cx="1602753" cy="1195533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Development</a:t>
          </a:r>
          <a:endParaRPr lang="en-US" sz="1800" kern="1200" dirty="0"/>
        </a:p>
      </dsp:txBody>
      <dsp:txXfrm>
        <a:off x="3683351" y="955010"/>
        <a:ext cx="1486031" cy="1078811"/>
      </dsp:txXfrm>
    </dsp:sp>
    <dsp:sp modelId="{22B51050-8773-4530-A265-D93887C3D06B}">
      <dsp:nvSpPr>
        <dsp:cNvPr id="0" name=""/>
        <dsp:cNvSpPr/>
      </dsp:nvSpPr>
      <dsp:spPr>
        <a:xfrm>
          <a:off x="5436020" y="896649"/>
          <a:ext cx="1602753" cy="1195533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Testing</a:t>
          </a:r>
          <a:endParaRPr lang="en-US" sz="1800" kern="1200" dirty="0"/>
        </a:p>
      </dsp:txBody>
      <dsp:txXfrm>
        <a:off x="5494381" y="955010"/>
        <a:ext cx="1486031" cy="1078811"/>
      </dsp:txXfrm>
    </dsp:sp>
    <dsp:sp modelId="{07A001A5-35FA-4867-A3F6-9F23007D8594}">
      <dsp:nvSpPr>
        <dsp:cNvPr id="0" name=""/>
        <dsp:cNvSpPr/>
      </dsp:nvSpPr>
      <dsp:spPr>
        <a:xfrm>
          <a:off x="7247051" y="896649"/>
          <a:ext cx="1602753" cy="1195533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Deployment</a:t>
          </a:r>
          <a:endParaRPr lang="en-US" sz="1800" kern="1200" dirty="0"/>
        </a:p>
      </dsp:txBody>
      <dsp:txXfrm>
        <a:off x="7305412" y="955010"/>
        <a:ext cx="1486031" cy="1078811"/>
      </dsp:txXfrm>
    </dsp:sp>
    <dsp:sp modelId="{ED2BD155-6554-4544-93E7-E30435CE3D10}">
      <dsp:nvSpPr>
        <dsp:cNvPr id="0" name=""/>
        <dsp:cNvSpPr/>
      </dsp:nvSpPr>
      <dsp:spPr>
        <a:xfrm>
          <a:off x="9058082" y="896649"/>
          <a:ext cx="1602753" cy="1195533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Maintenance</a:t>
          </a:r>
          <a:endParaRPr lang="en-US" sz="1800" kern="1200" dirty="0"/>
        </a:p>
      </dsp:txBody>
      <dsp:txXfrm>
        <a:off x="9116443" y="955010"/>
        <a:ext cx="1486031" cy="10788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8F31D-E645-4994-AD07-3574D888BAAC}">
      <dsp:nvSpPr>
        <dsp:cNvPr id="0" name=""/>
        <dsp:cNvSpPr/>
      </dsp:nvSpPr>
      <dsp:spPr>
        <a:xfrm>
          <a:off x="799782" y="0"/>
          <a:ext cx="9064200" cy="2988833"/>
        </a:xfrm>
        <a:prstGeom prst="rightArrow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18B31-CB1F-46F5-A2A5-35E333BE9CC8}">
      <dsp:nvSpPr>
        <dsp:cNvPr id="0" name=""/>
        <dsp:cNvSpPr/>
      </dsp:nvSpPr>
      <dsp:spPr>
        <a:xfrm>
          <a:off x="2928" y="896649"/>
          <a:ext cx="1602753" cy="119553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Planning</a:t>
          </a:r>
          <a:endParaRPr lang="en-US" sz="1800" kern="1200" dirty="0"/>
        </a:p>
      </dsp:txBody>
      <dsp:txXfrm>
        <a:off x="61289" y="955010"/>
        <a:ext cx="1486031" cy="1078811"/>
      </dsp:txXfrm>
    </dsp:sp>
    <dsp:sp modelId="{DF374868-A6BC-4D4F-BEF6-2D0BC6AAFC2A}">
      <dsp:nvSpPr>
        <dsp:cNvPr id="0" name=""/>
        <dsp:cNvSpPr/>
      </dsp:nvSpPr>
      <dsp:spPr>
        <a:xfrm>
          <a:off x="1813959" y="896649"/>
          <a:ext cx="1602753" cy="1195533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Design</a:t>
          </a:r>
          <a:endParaRPr lang="en-US" sz="1800" kern="1200" dirty="0"/>
        </a:p>
      </dsp:txBody>
      <dsp:txXfrm>
        <a:off x="1872320" y="955010"/>
        <a:ext cx="1486031" cy="1078811"/>
      </dsp:txXfrm>
    </dsp:sp>
    <dsp:sp modelId="{69B5EDF2-932B-4710-B213-A510420A07E7}">
      <dsp:nvSpPr>
        <dsp:cNvPr id="0" name=""/>
        <dsp:cNvSpPr/>
      </dsp:nvSpPr>
      <dsp:spPr>
        <a:xfrm>
          <a:off x="3624990" y="896649"/>
          <a:ext cx="1602753" cy="1195533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Development</a:t>
          </a:r>
          <a:endParaRPr lang="en-US" sz="1800" kern="1200" dirty="0"/>
        </a:p>
      </dsp:txBody>
      <dsp:txXfrm>
        <a:off x="3683351" y="955010"/>
        <a:ext cx="1486031" cy="1078811"/>
      </dsp:txXfrm>
    </dsp:sp>
    <dsp:sp modelId="{22B51050-8773-4530-A265-D93887C3D06B}">
      <dsp:nvSpPr>
        <dsp:cNvPr id="0" name=""/>
        <dsp:cNvSpPr/>
      </dsp:nvSpPr>
      <dsp:spPr>
        <a:xfrm>
          <a:off x="5436020" y="896649"/>
          <a:ext cx="1602753" cy="1195533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Testing</a:t>
          </a:r>
          <a:endParaRPr lang="en-US" sz="1800" kern="1200" dirty="0"/>
        </a:p>
      </dsp:txBody>
      <dsp:txXfrm>
        <a:off x="5494381" y="955010"/>
        <a:ext cx="1486031" cy="1078811"/>
      </dsp:txXfrm>
    </dsp:sp>
    <dsp:sp modelId="{07A001A5-35FA-4867-A3F6-9F23007D8594}">
      <dsp:nvSpPr>
        <dsp:cNvPr id="0" name=""/>
        <dsp:cNvSpPr/>
      </dsp:nvSpPr>
      <dsp:spPr>
        <a:xfrm>
          <a:off x="7247051" y="896649"/>
          <a:ext cx="1602753" cy="1195533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Deployment</a:t>
          </a:r>
          <a:endParaRPr lang="en-US" sz="1800" kern="1200" dirty="0"/>
        </a:p>
      </dsp:txBody>
      <dsp:txXfrm>
        <a:off x="7305412" y="955010"/>
        <a:ext cx="1486031" cy="1078811"/>
      </dsp:txXfrm>
    </dsp:sp>
    <dsp:sp modelId="{ED2BD155-6554-4544-93E7-E30435CE3D10}">
      <dsp:nvSpPr>
        <dsp:cNvPr id="0" name=""/>
        <dsp:cNvSpPr/>
      </dsp:nvSpPr>
      <dsp:spPr>
        <a:xfrm>
          <a:off x="9058082" y="896649"/>
          <a:ext cx="1602753" cy="1195533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Maintenance</a:t>
          </a:r>
          <a:endParaRPr lang="en-US" sz="1800" kern="1200" dirty="0"/>
        </a:p>
      </dsp:txBody>
      <dsp:txXfrm>
        <a:off x="9116443" y="955010"/>
        <a:ext cx="1486031" cy="10788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8F31D-E645-4994-AD07-3574D888BAAC}">
      <dsp:nvSpPr>
        <dsp:cNvPr id="0" name=""/>
        <dsp:cNvSpPr/>
      </dsp:nvSpPr>
      <dsp:spPr>
        <a:xfrm>
          <a:off x="799782" y="0"/>
          <a:ext cx="9064200" cy="2988833"/>
        </a:xfrm>
        <a:prstGeom prst="rightArrow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18B31-CB1F-46F5-A2A5-35E333BE9CC8}">
      <dsp:nvSpPr>
        <dsp:cNvPr id="0" name=""/>
        <dsp:cNvSpPr/>
      </dsp:nvSpPr>
      <dsp:spPr>
        <a:xfrm>
          <a:off x="2928" y="896649"/>
          <a:ext cx="1602753" cy="119553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Planning</a:t>
          </a:r>
          <a:endParaRPr lang="en-US" sz="1800" kern="1200" dirty="0"/>
        </a:p>
      </dsp:txBody>
      <dsp:txXfrm>
        <a:off x="61289" y="955010"/>
        <a:ext cx="1486031" cy="1078811"/>
      </dsp:txXfrm>
    </dsp:sp>
    <dsp:sp modelId="{DF374868-A6BC-4D4F-BEF6-2D0BC6AAFC2A}">
      <dsp:nvSpPr>
        <dsp:cNvPr id="0" name=""/>
        <dsp:cNvSpPr/>
      </dsp:nvSpPr>
      <dsp:spPr>
        <a:xfrm>
          <a:off x="1813959" y="896649"/>
          <a:ext cx="1602753" cy="1195533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Design</a:t>
          </a:r>
          <a:endParaRPr lang="en-US" sz="1800" kern="1200" dirty="0"/>
        </a:p>
      </dsp:txBody>
      <dsp:txXfrm>
        <a:off x="1872320" y="955010"/>
        <a:ext cx="1486031" cy="1078811"/>
      </dsp:txXfrm>
    </dsp:sp>
    <dsp:sp modelId="{69B5EDF2-932B-4710-B213-A510420A07E7}">
      <dsp:nvSpPr>
        <dsp:cNvPr id="0" name=""/>
        <dsp:cNvSpPr/>
      </dsp:nvSpPr>
      <dsp:spPr>
        <a:xfrm>
          <a:off x="3624990" y="896649"/>
          <a:ext cx="1602753" cy="1195533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Development</a:t>
          </a:r>
          <a:endParaRPr lang="en-US" sz="1800" kern="1200" dirty="0"/>
        </a:p>
      </dsp:txBody>
      <dsp:txXfrm>
        <a:off x="3683351" y="955010"/>
        <a:ext cx="1486031" cy="1078811"/>
      </dsp:txXfrm>
    </dsp:sp>
    <dsp:sp modelId="{22B51050-8773-4530-A265-D93887C3D06B}">
      <dsp:nvSpPr>
        <dsp:cNvPr id="0" name=""/>
        <dsp:cNvSpPr/>
      </dsp:nvSpPr>
      <dsp:spPr>
        <a:xfrm>
          <a:off x="5436020" y="896649"/>
          <a:ext cx="1602753" cy="1195533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Testing</a:t>
          </a:r>
          <a:endParaRPr lang="en-US" sz="1800" kern="1200" dirty="0"/>
        </a:p>
      </dsp:txBody>
      <dsp:txXfrm>
        <a:off x="5494381" y="955010"/>
        <a:ext cx="1486031" cy="1078811"/>
      </dsp:txXfrm>
    </dsp:sp>
    <dsp:sp modelId="{07A001A5-35FA-4867-A3F6-9F23007D8594}">
      <dsp:nvSpPr>
        <dsp:cNvPr id="0" name=""/>
        <dsp:cNvSpPr/>
      </dsp:nvSpPr>
      <dsp:spPr>
        <a:xfrm>
          <a:off x="7247051" y="896649"/>
          <a:ext cx="1602753" cy="1195533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Deployment</a:t>
          </a:r>
          <a:endParaRPr lang="en-US" sz="1800" kern="1200" dirty="0"/>
        </a:p>
      </dsp:txBody>
      <dsp:txXfrm>
        <a:off x="7305412" y="955010"/>
        <a:ext cx="1486031" cy="1078811"/>
      </dsp:txXfrm>
    </dsp:sp>
    <dsp:sp modelId="{ED2BD155-6554-4544-93E7-E30435CE3D10}">
      <dsp:nvSpPr>
        <dsp:cNvPr id="0" name=""/>
        <dsp:cNvSpPr/>
      </dsp:nvSpPr>
      <dsp:spPr>
        <a:xfrm>
          <a:off x="9058082" y="896649"/>
          <a:ext cx="1602753" cy="1195533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Maintenance</a:t>
          </a:r>
          <a:endParaRPr lang="en-US" sz="1800" kern="1200" dirty="0"/>
        </a:p>
      </dsp:txBody>
      <dsp:txXfrm>
        <a:off x="9116443" y="955010"/>
        <a:ext cx="1486031" cy="10788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8F31D-E645-4994-AD07-3574D888BAAC}">
      <dsp:nvSpPr>
        <dsp:cNvPr id="0" name=""/>
        <dsp:cNvSpPr/>
      </dsp:nvSpPr>
      <dsp:spPr>
        <a:xfrm>
          <a:off x="799782" y="0"/>
          <a:ext cx="9064200" cy="2988833"/>
        </a:xfrm>
        <a:prstGeom prst="rightArrow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18B31-CB1F-46F5-A2A5-35E333BE9CC8}">
      <dsp:nvSpPr>
        <dsp:cNvPr id="0" name=""/>
        <dsp:cNvSpPr/>
      </dsp:nvSpPr>
      <dsp:spPr>
        <a:xfrm>
          <a:off x="2928" y="896649"/>
          <a:ext cx="1602753" cy="119553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Planning</a:t>
          </a:r>
          <a:endParaRPr lang="en-US" sz="1800" kern="1200" dirty="0"/>
        </a:p>
      </dsp:txBody>
      <dsp:txXfrm>
        <a:off x="61289" y="955010"/>
        <a:ext cx="1486031" cy="1078811"/>
      </dsp:txXfrm>
    </dsp:sp>
    <dsp:sp modelId="{DF374868-A6BC-4D4F-BEF6-2D0BC6AAFC2A}">
      <dsp:nvSpPr>
        <dsp:cNvPr id="0" name=""/>
        <dsp:cNvSpPr/>
      </dsp:nvSpPr>
      <dsp:spPr>
        <a:xfrm>
          <a:off x="1813959" y="896649"/>
          <a:ext cx="1602753" cy="1195533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Design</a:t>
          </a:r>
          <a:endParaRPr lang="en-US" sz="1800" kern="1200" dirty="0"/>
        </a:p>
      </dsp:txBody>
      <dsp:txXfrm>
        <a:off x="1872320" y="955010"/>
        <a:ext cx="1486031" cy="1078811"/>
      </dsp:txXfrm>
    </dsp:sp>
    <dsp:sp modelId="{69B5EDF2-932B-4710-B213-A510420A07E7}">
      <dsp:nvSpPr>
        <dsp:cNvPr id="0" name=""/>
        <dsp:cNvSpPr/>
      </dsp:nvSpPr>
      <dsp:spPr>
        <a:xfrm>
          <a:off x="3624990" y="896649"/>
          <a:ext cx="1602753" cy="1195533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Development</a:t>
          </a:r>
          <a:endParaRPr lang="en-US" sz="1800" kern="1200" dirty="0"/>
        </a:p>
      </dsp:txBody>
      <dsp:txXfrm>
        <a:off x="3683351" y="955010"/>
        <a:ext cx="1486031" cy="1078811"/>
      </dsp:txXfrm>
    </dsp:sp>
    <dsp:sp modelId="{22B51050-8773-4530-A265-D93887C3D06B}">
      <dsp:nvSpPr>
        <dsp:cNvPr id="0" name=""/>
        <dsp:cNvSpPr/>
      </dsp:nvSpPr>
      <dsp:spPr>
        <a:xfrm>
          <a:off x="5436020" y="896649"/>
          <a:ext cx="1602753" cy="1195533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Testing</a:t>
          </a:r>
          <a:endParaRPr lang="en-US" sz="1800" kern="1200" dirty="0"/>
        </a:p>
      </dsp:txBody>
      <dsp:txXfrm>
        <a:off x="5494381" y="955010"/>
        <a:ext cx="1486031" cy="1078811"/>
      </dsp:txXfrm>
    </dsp:sp>
    <dsp:sp modelId="{07A001A5-35FA-4867-A3F6-9F23007D8594}">
      <dsp:nvSpPr>
        <dsp:cNvPr id="0" name=""/>
        <dsp:cNvSpPr/>
      </dsp:nvSpPr>
      <dsp:spPr>
        <a:xfrm>
          <a:off x="7247051" y="896649"/>
          <a:ext cx="1602753" cy="1195533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Deployment</a:t>
          </a:r>
          <a:endParaRPr lang="en-US" sz="1800" kern="1200" dirty="0"/>
        </a:p>
      </dsp:txBody>
      <dsp:txXfrm>
        <a:off x="7305412" y="955010"/>
        <a:ext cx="1486031" cy="1078811"/>
      </dsp:txXfrm>
    </dsp:sp>
    <dsp:sp modelId="{ED2BD155-6554-4544-93E7-E30435CE3D10}">
      <dsp:nvSpPr>
        <dsp:cNvPr id="0" name=""/>
        <dsp:cNvSpPr/>
      </dsp:nvSpPr>
      <dsp:spPr>
        <a:xfrm>
          <a:off x="9058082" y="896649"/>
          <a:ext cx="1602753" cy="1195533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Maintenance</a:t>
          </a:r>
          <a:endParaRPr lang="en-US" sz="1800" kern="1200" dirty="0"/>
        </a:p>
      </dsp:txBody>
      <dsp:txXfrm>
        <a:off x="9116443" y="955010"/>
        <a:ext cx="1486031" cy="10788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8F31D-E645-4994-AD07-3574D888BAAC}">
      <dsp:nvSpPr>
        <dsp:cNvPr id="0" name=""/>
        <dsp:cNvSpPr/>
      </dsp:nvSpPr>
      <dsp:spPr>
        <a:xfrm>
          <a:off x="799782" y="0"/>
          <a:ext cx="9064200" cy="2988833"/>
        </a:xfrm>
        <a:prstGeom prst="rightArrow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18B31-CB1F-46F5-A2A5-35E333BE9CC8}">
      <dsp:nvSpPr>
        <dsp:cNvPr id="0" name=""/>
        <dsp:cNvSpPr/>
      </dsp:nvSpPr>
      <dsp:spPr>
        <a:xfrm>
          <a:off x="2928" y="896649"/>
          <a:ext cx="1602753" cy="119553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Planning</a:t>
          </a:r>
          <a:endParaRPr lang="en-US" sz="1800" kern="1200" dirty="0"/>
        </a:p>
      </dsp:txBody>
      <dsp:txXfrm>
        <a:off x="61289" y="955010"/>
        <a:ext cx="1486031" cy="1078811"/>
      </dsp:txXfrm>
    </dsp:sp>
    <dsp:sp modelId="{DF374868-A6BC-4D4F-BEF6-2D0BC6AAFC2A}">
      <dsp:nvSpPr>
        <dsp:cNvPr id="0" name=""/>
        <dsp:cNvSpPr/>
      </dsp:nvSpPr>
      <dsp:spPr>
        <a:xfrm>
          <a:off x="1813959" y="896649"/>
          <a:ext cx="1602753" cy="1195533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Design</a:t>
          </a:r>
          <a:endParaRPr lang="en-US" sz="1800" kern="1200" dirty="0"/>
        </a:p>
      </dsp:txBody>
      <dsp:txXfrm>
        <a:off x="1872320" y="955010"/>
        <a:ext cx="1486031" cy="1078811"/>
      </dsp:txXfrm>
    </dsp:sp>
    <dsp:sp modelId="{69B5EDF2-932B-4710-B213-A510420A07E7}">
      <dsp:nvSpPr>
        <dsp:cNvPr id="0" name=""/>
        <dsp:cNvSpPr/>
      </dsp:nvSpPr>
      <dsp:spPr>
        <a:xfrm>
          <a:off x="3624990" y="896649"/>
          <a:ext cx="1602753" cy="1195533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Development</a:t>
          </a:r>
          <a:endParaRPr lang="en-US" sz="1800" kern="1200" dirty="0"/>
        </a:p>
      </dsp:txBody>
      <dsp:txXfrm>
        <a:off x="3683351" y="955010"/>
        <a:ext cx="1486031" cy="1078811"/>
      </dsp:txXfrm>
    </dsp:sp>
    <dsp:sp modelId="{22B51050-8773-4530-A265-D93887C3D06B}">
      <dsp:nvSpPr>
        <dsp:cNvPr id="0" name=""/>
        <dsp:cNvSpPr/>
      </dsp:nvSpPr>
      <dsp:spPr>
        <a:xfrm>
          <a:off x="5436020" y="896649"/>
          <a:ext cx="1602753" cy="1195533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Testing</a:t>
          </a:r>
          <a:endParaRPr lang="en-US" sz="1800" kern="1200" dirty="0"/>
        </a:p>
      </dsp:txBody>
      <dsp:txXfrm>
        <a:off x="5494381" y="955010"/>
        <a:ext cx="1486031" cy="1078811"/>
      </dsp:txXfrm>
    </dsp:sp>
    <dsp:sp modelId="{07A001A5-35FA-4867-A3F6-9F23007D8594}">
      <dsp:nvSpPr>
        <dsp:cNvPr id="0" name=""/>
        <dsp:cNvSpPr/>
      </dsp:nvSpPr>
      <dsp:spPr>
        <a:xfrm>
          <a:off x="7247051" y="896649"/>
          <a:ext cx="1602753" cy="1195533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Deployment</a:t>
          </a:r>
          <a:endParaRPr lang="en-US" sz="1800" kern="1200" dirty="0"/>
        </a:p>
      </dsp:txBody>
      <dsp:txXfrm>
        <a:off x="7305412" y="955010"/>
        <a:ext cx="1486031" cy="1078811"/>
      </dsp:txXfrm>
    </dsp:sp>
    <dsp:sp modelId="{ED2BD155-6554-4544-93E7-E30435CE3D10}">
      <dsp:nvSpPr>
        <dsp:cNvPr id="0" name=""/>
        <dsp:cNvSpPr/>
      </dsp:nvSpPr>
      <dsp:spPr>
        <a:xfrm>
          <a:off x="9058082" y="896649"/>
          <a:ext cx="1602753" cy="1195533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Maintenance</a:t>
          </a:r>
          <a:endParaRPr lang="en-US" sz="1800" kern="1200" dirty="0"/>
        </a:p>
      </dsp:txBody>
      <dsp:txXfrm>
        <a:off x="9116443" y="955010"/>
        <a:ext cx="1486031" cy="107881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8F31D-E645-4994-AD07-3574D888BAAC}">
      <dsp:nvSpPr>
        <dsp:cNvPr id="0" name=""/>
        <dsp:cNvSpPr/>
      </dsp:nvSpPr>
      <dsp:spPr>
        <a:xfrm>
          <a:off x="799782" y="0"/>
          <a:ext cx="9064200" cy="2988833"/>
        </a:xfrm>
        <a:prstGeom prst="rightArrow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18B31-CB1F-46F5-A2A5-35E333BE9CC8}">
      <dsp:nvSpPr>
        <dsp:cNvPr id="0" name=""/>
        <dsp:cNvSpPr/>
      </dsp:nvSpPr>
      <dsp:spPr>
        <a:xfrm>
          <a:off x="2928" y="896649"/>
          <a:ext cx="1602753" cy="119553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Planning</a:t>
          </a:r>
          <a:endParaRPr lang="en-US" sz="1800" kern="1200" dirty="0"/>
        </a:p>
      </dsp:txBody>
      <dsp:txXfrm>
        <a:off x="61289" y="955010"/>
        <a:ext cx="1486031" cy="1078811"/>
      </dsp:txXfrm>
    </dsp:sp>
    <dsp:sp modelId="{DF374868-A6BC-4D4F-BEF6-2D0BC6AAFC2A}">
      <dsp:nvSpPr>
        <dsp:cNvPr id="0" name=""/>
        <dsp:cNvSpPr/>
      </dsp:nvSpPr>
      <dsp:spPr>
        <a:xfrm>
          <a:off x="1813959" y="896649"/>
          <a:ext cx="1602753" cy="1195533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Design</a:t>
          </a:r>
          <a:endParaRPr lang="en-US" sz="1800" kern="1200" dirty="0"/>
        </a:p>
      </dsp:txBody>
      <dsp:txXfrm>
        <a:off x="1872320" y="955010"/>
        <a:ext cx="1486031" cy="1078811"/>
      </dsp:txXfrm>
    </dsp:sp>
    <dsp:sp modelId="{69B5EDF2-932B-4710-B213-A510420A07E7}">
      <dsp:nvSpPr>
        <dsp:cNvPr id="0" name=""/>
        <dsp:cNvSpPr/>
      </dsp:nvSpPr>
      <dsp:spPr>
        <a:xfrm>
          <a:off x="3624990" y="896649"/>
          <a:ext cx="1602753" cy="1195533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Development</a:t>
          </a:r>
          <a:endParaRPr lang="en-US" sz="1800" kern="1200" dirty="0"/>
        </a:p>
      </dsp:txBody>
      <dsp:txXfrm>
        <a:off x="3683351" y="955010"/>
        <a:ext cx="1486031" cy="1078811"/>
      </dsp:txXfrm>
    </dsp:sp>
    <dsp:sp modelId="{22B51050-8773-4530-A265-D93887C3D06B}">
      <dsp:nvSpPr>
        <dsp:cNvPr id="0" name=""/>
        <dsp:cNvSpPr/>
      </dsp:nvSpPr>
      <dsp:spPr>
        <a:xfrm>
          <a:off x="5436020" y="896649"/>
          <a:ext cx="1602753" cy="1195533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Testing</a:t>
          </a:r>
          <a:endParaRPr lang="en-US" sz="1800" kern="1200" dirty="0"/>
        </a:p>
      </dsp:txBody>
      <dsp:txXfrm>
        <a:off x="5494381" y="955010"/>
        <a:ext cx="1486031" cy="1078811"/>
      </dsp:txXfrm>
    </dsp:sp>
    <dsp:sp modelId="{07A001A5-35FA-4867-A3F6-9F23007D8594}">
      <dsp:nvSpPr>
        <dsp:cNvPr id="0" name=""/>
        <dsp:cNvSpPr/>
      </dsp:nvSpPr>
      <dsp:spPr>
        <a:xfrm>
          <a:off x="7247051" y="896649"/>
          <a:ext cx="1602753" cy="1195533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Deployment</a:t>
          </a:r>
          <a:endParaRPr lang="en-US" sz="1800" kern="1200" dirty="0"/>
        </a:p>
      </dsp:txBody>
      <dsp:txXfrm>
        <a:off x="7305412" y="955010"/>
        <a:ext cx="1486031" cy="1078811"/>
      </dsp:txXfrm>
    </dsp:sp>
    <dsp:sp modelId="{ED2BD155-6554-4544-93E7-E30435CE3D10}">
      <dsp:nvSpPr>
        <dsp:cNvPr id="0" name=""/>
        <dsp:cNvSpPr/>
      </dsp:nvSpPr>
      <dsp:spPr>
        <a:xfrm>
          <a:off x="9058082" y="896649"/>
          <a:ext cx="1602753" cy="1195533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Maintenance</a:t>
          </a:r>
          <a:endParaRPr lang="en-US" sz="1800" kern="1200" dirty="0"/>
        </a:p>
      </dsp:txBody>
      <dsp:txXfrm>
        <a:off x="9116443" y="955010"/>
        <a:ext cx="1486031" cy="107881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8F31D-E645-4994-AD07-3574D888BAAC}">
      <dsp:nvSpPr>
        <dsp:cNvPr id="0" name=""/>
        <dsp:cNvSpPr/>
      </dsp:nvSpPr>
      <dsp:spPr>
        <a:xfrm>
          <a:off x="799782" y="0"/>
          <a:ext cx="9064200" cy="3733800"/>
        </a:xfrm>
        <a:prstGeom prst="rightArrow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18B31-CB1F-46F5-A2A5-35E333BE9CC8}">
      <dsp:nvSpPr>
        <dsp:cNvPr id="0" name=""/>
        <dsp:cNvSpPr/>
      </dsp:nvSpPr>
      <dsp:spPr>
        <a:xfrm>
          <a:off x="2293" y="1120140"/>
          <a:ext cx="1636593" cy="1493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Planning</a:t>
          </a:r>
          <a:endParaRPr lang="en-US" sz="1800" kern="1200" dirty="0"/>
        </a:p>
      </dsp:txBody>
      <dsp:txXfrm>
        <a:off x="75201" y="1193048"/>
        <a:ext cx="1490777" cy="1347704"/>
      </dsp:txXfrm>
    </dsp:sp>
    <dsp:sp modelId="{DF374868-A6BC-4D4F-BEF6-2D0BC6AAFC2A}">
      <dsp:nvSpPr>
        <dsp:cNvPr id="0" name=""/>
        <dsp:cNvSpPr/>
      </dsp:nvSpPr>
      <dsp:spPr>
        <a:xfrm>
          <a:off x="1806810" y="1120140"/>
          <a:ext cx="1636593" cy="1493520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Design</a:t>
          </a:r>
          <a:endParaRPr lang="en-US" sz="1800" kern="1200" dirty="0"/>
        </a:p>
      </dsp:txBody>
      <dsp:txXfrm>
        <a:off x="1879718" y="1193048"/>
        <a:ext cx="1490777" cy="1347704"/>
      </dsp:txXfrm>
    </dsp:sp>
    <dsp:sp modelId="{69B5EDF2-932B-4710-B213-A510420A07E7}">
      <dsp:nvSpPr>
        <dsp:cNvPr id="0" name=""/>
        <dsp:cNvSpPr/>
      </dsp:nvSpPr>
      <dsp:spPr>
        <a:xfrm>
          <a:off x="3611327" y="1120140"/>
          <a:ext cx="1636593" cy="1493520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Development</a:t>
          </a:r>
          <a:endParaRPr lang="en-US" sz="1800" kern="1200" dirty="0"/>
        </a:p>
      </dsp:txBody>
      <dsp:txXfrm>
        <a:off x="3684235" y="1193048"/>
        <a:ext cx="1490777" cy="1347704"/>
      </dsp:txXfrm>
    </dsp:sp>
    <dsp:sp modelId="{22B51050-8773-4530-A265-D93887C3D06B}">
      <dsp:nvSpPr>
        <dsp:cNvPr id="0" name=""/>
        <dsp:cNvSpPr/>
      </dsp:nvSpPr>
      <dsp:spPr>
        <a:xfrm>
          <a:off x="5415844" y="1120140"/>
          <a:ext cx="1636593" cy="1493520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Testing</a:t>
          </a:r>
          <a:endParaRPr lang="en-US" sz="1800" kern="1200" dirty="0"/>
        </a:p>
      </dsp:txBody>
      <dsp:txXfrm>
        <a:off x="5488752" y="1193048"/>
        <a:ext cx="1490777" cy="1347704"/>
      </dsp:txXfrm>
    </dsp:sp>
    <dsp:sp modelId="{07A001A5-35FA-4867-A3F6-9F23007D8594}">
      <dsp:nvSpPr>
        <dsp:cNvPr id="0" name=""/>
        <dsp:cNvSpPr/>
      </dsp:nvSpPr>
      <dsp:spPr>
        <a:xfrm>
          <a:off x="7220360" y="1120140"/>
          <a:ext cx="1636593" cy="1493520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Deployment</a:t>
          </a:r>
          <a:endParaRPr lang="en-US" sz="1800" kern="1200" dirty="0"/>
        </a:p>
      </dsp:txBody>
      <dsp:txXfrm>
        <a:off x="7293268" y="1193048"/>
        <a:ext cx="1490777" cy="1347704"/>
      </dsp:txXfrm>
    </dsp:sp>
    <dsp:sp modelId="{ED2BD155-6554-4544-93E7-E30435CE3D10}">
      <dsp:nvSpPr>
        <dsp:cNvPr id="0" name=""/>
        <dsp:cNvSpPr/>
      </dsp:nvSpPr>
      <dsp:spPr>
        <a:xfrm>
          <a:off x="9024877" y="1120140"/>
          <a:ext cx="1636593" cy="149352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Maintenance</a:t>
          </a:r>
          <a:endParaRPr lang="en-US" sz="1800" kern="1200" dirty="0"/>
        </a:p>
      </dsp:txBody>
      <dsp:txXfrm>
        <a:off x="9097785" y="1193048"/>
        <a:ext cx="1490777" cy="13477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4/17/2024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993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168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623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608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543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811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85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886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882030" y="33992"/>
            <a:ext cx="4427935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Software Development Life Cycle (SDLC)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7" y="813880"/>
            <a:ext cx="11963399" cy="1477328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Imagine you're planning a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big project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like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building a house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You wouldn't just start hammering nails and laying bricks randomly, right? You'd have a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plan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—a step-by-step process to guide you from the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idea stage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all the way to a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finished house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That's kind of what the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Software Development Life Cycle, or SDLC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is like for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creating software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It's a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structured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approach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to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building software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that ensures it's done efficiently, correctly, and meets the needs of the people who will use it.</a:t>
            </a:r>
          </a:p>
        </p:txBody>
      </p:sp>
      <p:pic>
        <p:nvPicPr>
          <p:cNvPr id="8" name="Picture 2" descr="Interiors | A Step by Step Guide to Building your Home">
            <a:extLst>
              <a:ext uri="{FF2B5EF4-FFF2-40B4-BE49-F238E27FC236}">
                <a16:creationId xmlns:a16="http://schemas.microsoft.com/office/drawing/2014/main" id="{0960505C-6A2A-F093-323F-4C9B0C279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328" y="2959210"/>
            <a:ext cx="4848225" cy="335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882030" y="33992"/>
            <a:ext cx="4427935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Software Development Life Cycle (SDLC)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76B9438-1A9F-1977-B500-94A7C4B946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4487149"/>
              </p:ext>
            </p:extLst>
          </p:nvPr>
        </p:nvGraphicFramePr>
        <p:xfrm>
          <a:off x="613835" y="1676400"/>
          <a:ext cx="10663765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AA15FE3-2FB5-DC34-7574-7B48CBD2AE0E}"/>
              </a:ext>
            </a:extLst>
          </p:cNvPr>
          <p:cNvSpPr txBox="1"/>
          <p:nvPr/>
        </p:nvSpPr>
        <p:spPr>
          <a:xfrm>
            <a:off x="4685724" y="4946600"/>
            <a:ext cx="2519985" cy="47000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Stages in the SDLC</a:t>
            </a:r>
          </a:p>
        </p:txBody>
      </p:sp>
    </p:spTree>
    <p:extLst>
      <p:ext uri="{BB962C8B-B14F-4D97-AF65-F5344CB8AC3E}">
        <p14:creationId xmlns:p14="http://schemas.microsoft.com/office/powerpoint/2010/main" val="38990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882030" y="33992"/>
            <a:ext cx="4427935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Software Development Life Cycle (SDLC)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76B9438-1A9F-1977-B500-94A7C4B946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4588563"/>
              </p:ext>
            </p:extLst>
          </p:nvPr>
        </p:nvGraphicFramePr>
        <p:xfrm>
          <a:off x="1006058" y="2954766"/>
          <a:ext cx="10663765" cy="2988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39ECC603-DE0B-F75B-DD51-0DD2FFEFC9C2}"/>
              </a:ext>
            </a:extLst>
          </p:cNvPr>
          <p:cNvSpPr/>
          <p:nvPr/>
        </p:nvSpPr>
        <p:spPr>
          <a:xfrm>
            <a:off x="390015" y="1295400"/>
            <a:ext cx="11279807" cy="1295400"/>
          </a:xfrm>
          <a:prstGeom prst="wedgeRectCallout">
            <a:avLst>
              <a:gd name="adj1" fmla="val -34494"/>
              <a:gd name="adj2" fmla="val 1488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Planning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Just like you'd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plan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the layout of rooms and features for your house, in the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planning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stage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of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SDLC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you figure out what the software needs to do. You gather requirements, set goals, and make a roadmap for the project.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77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882030" y="33992"/>
            <a:ext cx="4427935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Software Development Life Cycle (SDLC)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76B9438-1A9F-1977-B500-94A7C4B946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7379517"/>
              </p:ext>
            </p:extLst>
          </p:nvPr>
        </p:nvGraphicFramePr>
        <p:xfrm>
          <a:off x="1006058" y="3640567"/>
          <a:ext cx="10663765" cy="2988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39ECC603-DE0B-F75B-DD51-0DD2FFEFC9C2}"/>
              </a:ext>
            </a:extLst>
          </p:cNvPr>
          <p:cNvSpPr/>
          <p:nvPr/>
        </p:nvSpPr>
        <p:spPr>
          <a:xfrm>
            <a:off x="390015" y="1981201"/>
            <a:ext cx="11725785" cy="1295400"/>
          </a:xfrm>
          <a:prstGeom prst="wedgeRectCallout">
            <a:avLst>
              <a:gd name="adj1" fmla="val -23812"/>
              <a:gd name="adj2" fmla="val 14388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Design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This is where you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sketch out the blueprints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for your house. In software development, you design the user interface, </a:t>
            </a:r>
            <a:r>
              <a:rPr lang="en-US" sz="24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class and sequence diagrams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and architecture of the software. You decide how everything will work together.</a:t>
            </a:r>
            <a:endParaRPr lang="en-US" sz="4800" dirty="0">
              <a:solidFill>
                <a:schemeClr val="tx1"/>
              </a:solidFill>
            </a:endParaRPr>
          </a:p>
        </p:txBody>
      </p:sp>
      <p:pic>
        <p:nvPicPr>
          <p:cNvPr id="2050" name="Picture 2" descr="3D Floor Plans">
            <a:extLst>
              <a:ext uri="{FF2B5EF4-FFF2-40B4-BE49-F238E27FC236}">
                <a16:creationId xmlns:a16="http://schemas.microsoft.com/office/drawing/2014/main" id="{F9461B92-3B37-48BC-F058-E11EFCE63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86789"/>
            <a:ext cx="3373964" cy="1698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69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882030" y="33992"/>
            <a:ext cx="4427935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Software Development Life Cycle (SDLC)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76B9438-1A9F-1977-B500-94A7C4B946C8}"/>
              </a:ext>
            </a:extLst>
          </p:cNvPr>
          <p:cNvGraphicFramePr/>
          <p:nvPr/>
        </p:nvGraphicFramePr>
        <p:xfrm>
          <a:off x="1006058" y="3640567"/>
          <a:ext cx="10663765" cy="2988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39ECC603-DE0B-F75B-DD51-0DD2FFEFC9C2}"/>
              </a:ext>
            </a:extLst>
          </p:cNvPr>
          <p:cNvSpPr/>
          <p:nvPr/>
        </p:nvSpPr>
        <p:spPr>
          <a:xfrm>
            <a:off x="390015" y="1981201"/>
            <a:ext cx="11497185" cy="1295400"/>
          </a:xfrm>
          <a:prstGeom prst="wedgeRectCallout">
            <a:avLst>
              <a:gd name="adj1" fmla="val -6741"/>
              <a:gd name="adj2" fmla="val 14637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Development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Time to start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building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! Developers write the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code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based on the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designs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It's like the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construction phase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of your house project—putting up walls, installing plumbing and wiring, and so on.</a:t>
            </a:r>
            <a:endParaRPr lang="en-US" sz="6600" dirty="0">
              <a:solidFill>
                <a:schemeClr val="tx1"/>
              </a:solidFill>
            </a:endParaRPr>
          </a:p>
        </p:txBody>
      </p:sp>
      <p:pic>
        <p:nvPicPr>
          <p:cNvPr id="2050" name="Picture 2" descr="3D Floor Plans">
            <a:extLst>
              <a:ext uri="{FF2B5EF4-FFF2-40B4-BE49-F238E27FC236}">
                <a16:creationId xmlns:a16="http://schemas.microsoft.com/office/drawing/2014/main" id="{F9461B92-3B37-48BC-F058-E11EFCE63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86789"/>
            <a:ext cx="3373964" cy="1698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30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882030" y="33992"/>
            <a:ext cx="4427935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Software Development Life Cycle (SDLC)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76B9438-1A9F-1977-B500-94A7C4B946C8}"/>
              </a:ext>
            </a:extLst>
          </p:cNvPr>
          <p:cNvGraphicFramePr/>
          <p:nvPr/>
        </p:nvGraphicFramePr>
        <p:xfrm>
          <a:off x="1006058" y="3640567"/>
          <a:ext cx="10663765" cy="2988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39ECC603-DE0B-F75B-DD51-0DD2FFEFC9C2}"/>
              </a:ext>
            </a:extLst>
          </p:cNvPr>
          <p:cNvSpPr/>
          <p:nvPr/>
        </p:nvSpPr>
        <p:spPr>
          <a:xfrm>
            <a:off x="152400" y="1981201"/>
            <a:ext cx="11832163" cy="1295400"/>
          </a:xfrm>
          <a:prstGeom prst="wedgeRectCallout">
            <a:avLst>
              <a:gd name="adj1" fmla="val 9567"/>
              <a:gd name="adj2" fmla="val 14471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Testing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You wouldn't move into a house without making sure everything works properly, right? Similarly, in software development,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testers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check the software to find and fix any bugs or issues. They make sure it does what it's supposed to do and works smoothly.</a:t>
            </a:r>
            <a:endParaRPr lang="en-US" sz="8800" dirty="0">
              <a:solidFill>
                <a:schemeClr val="tx1"/>
              </a:solidFill>
            </a:endParaRPr>
          </a:p>
        </p:txBody>
      </p:sp>
      <p:pic>
        <p:nvPicPr>
          <p:cNvPr id="2050" name="Picture 2" descr="3D Floor Plans">
            <a:extLst>
              <a:ext uri="{FF2B5EF4-FFF2-40B4-BE49-F238E27FC236}">
                <a16:creationId xmlns:a16="http://schemas.microsoft.com/office/drawing/2014/main" id="{F9461B92-3B37-48BC-F058-E11EFCE63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86789"/>
            <a:ext cx="3373964" cy="1698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55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882030" y="33992"/>
            <a:ext cx="4427935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Software Development Life Cycle (SDLC)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76B9438-1A9F-1977-B500-94A7C4B946C8}"/>
              </a:ext>
            </a:extLst>
          </p:cNvPr>
          <p:cNvGraphicFramePr/>
          <p:nvPr/>
        </p:nvGraphicFramePr>
        <p:xfrm>
          <a:off x="1006058" y="3640567"/>
          <a:ext cx="10663765" cy="2988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39ECC603-DE0B-F75B-DD51-0DD2FFEFC9C2}"/>
              </a:ext>
            </a:extLst>
          </p:cNvPr>
          <p:cNvSpPr/>
          <p:nvPr/>
        </p:nvSpPr>
        <p:spPr>
          <a:xfrm>
            <a:off x="390015" y="1981201"/>
            <a:ext cx="11279807" cy="1295400"/>
          </a:xfrm>
          <a:prstGeom prst="wedgeRectCallout">
            <a:avLst>
              <a:gd name="adj1" fmla="val 25685"/>
              <a:gd name="adj2" fmla="val 14969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Deployment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This is when the software is ready to be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released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to users. It's like moving into your new house and inviting guests over to see it. The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software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installed on servers or devices so people can start using it.</a:t>
            </a:r>
            <a:endParaRPr lang="en-US" sz="13800" dirty="0">
              <a:solidFill>
                <a:schemeClr val="tx1"/>
              </a:solidFill>
            </a:endParaRPr>
          </a:p>
        </p:txBody>
      </p:sp>
      <p:pic>
        <p:nvPicPr>
          <p:cNvPr id="2050" name="Picture 2" descr="3D Floor Plans">
            <a:extLst>
              <a:ext uri="{FF2B5EF4-FFF2-40B4-BE49-F238E27FC236}">
                <a16:creationId xmlns:a16="http://schemas.microsoft.com/office/drawing/2014/main" id="{F9461B92-3B37-48BC-F058-E11EFCE63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86789"/>
            <a:ext cx="3373964" cy="1698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02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882030" y="33992"/>
            <a:ext cx="4427935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Software Development Life Cycle (SDLC)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76B9438-1A9F-1977-B500-94A7C4B946C8}"/>
              </a:ext>
            </a:extLst>
          </p:cNvPr>
          <p:cNvGraphicFramePr/>
          <p:nvPr/>
        </p:nvGraphicFramePr>
        <p:xfrm>
          <a:off x="1006058" y="3640567"/>
          <a:ext cx="10663765" cy="2988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39ECC603-DE0B-F75B-DD51-0DD2FFEFC9C2}"/>
              </a:ext>
            </a:extLst>
          </p:cNvPr>
          <p:cNvSpPr/>
          <p:nvPr/>
        </p:nvSpPr>
        <p:spPr>
          <a:xfrm>
            <a:off x="390015" y="2145189"/>
            <a:ext cx="11279807" cy="1495378"/>
          </a:xfrm>
          <a:prstGeom prst="wedgeRectCallout">
            <a:avLst>
              <a:gd name="adj1" fmla="val 43233"/>
              <a:gd name="adj2" fmla="val 11406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Maintenance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After you've moved into your house, you might need to do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repairs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or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upgrades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over time. Similarly,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software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needs regular maintenance. Developers release updates, fix bugs, and make improvements to keep the software running smoothly and up-to-date.</a:t>
            </a:r>
            <a:endParaRPr lang="en-US" sz="23900" dirty="0">
              <a:solidFill>
                <a:schemeClr val="tx1"/>
              </a:solidFill>
            </a:endParaRPr>
          </a:p>
        </p:txBody>
      </p:sp>
      <p:pic>
        <p:nvPicPr>
          <p:cNvPr id="2050" name="Picture 2" descr="3D Floor Plans">
            <a:extLst>
              <a:ext uri="{FF2B5EF4-FFF2-40B4-BE49-F238E27FC236}">
                <a16:creationId xmlns:a16="http://schemas.microsoft.com/office/drawing/2014/main" id="{F9461B92-3B37-48BC-F058-E11EFCE63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86789"/>
            <a:ext cx="3373964" cy="1698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72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882030" y="33992"/>
            <a:ext cx="4427935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Software Development Life Cycle (SDLC)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76B9438-1A9F-1977-B500-94A7C4B946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5741807"/>
              </p:ext>
            </p:extLst>
          </p:nvPr>
        </p:nvGraphicFramePr>
        <p:xfrm>
          <a:off x="613835" y="2895600"/>
          <a:ext cx="10663765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5AED1EA-BA73-4693-6F8B-1CAE51E670F0}"/>
              </a:ext>
            </a:extLst>
          </p:cNvPr>
          <p:cNvSpPr/>
          <p:nvPr/>
        </p:nvSpPr>
        <p:spPr>
          <a:xfrm>
            <a:off x="304801" y="914400"/>
            <a:ext cx="11658600" cy="1295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SDLC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like a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roadmap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that guides software developers through the entire process of creating, testing, deploying, and maintaining software, ensuring that it's done efficiently and effectively, just like building a house!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65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91828</TotalTime>
  <Words>526</Words>
  <Application>Microsoft Office PowerPoint</Application>
  <PresentationFormat>Widescreen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9989</cp:revision>
  <dcterms:created xsi:type="dcterms:W3CDTF">2006-08-16T00:00:00Z</dcterms:created>
  <dcterms:modified xsi:type="dcterms:W3CDTF">2024-04-17T08:15:39Z</dcterms:modified>
</cp:coreProperties>
</file>