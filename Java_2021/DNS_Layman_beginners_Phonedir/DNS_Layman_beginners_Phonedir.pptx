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7"/>
  </p:notesMasterIdLst>
  <p:sldIdLst>
    <p:sldId id="474" r:id="rId2"/>
    <p:sldId id="475" r:id="rId3"/>
    <p:sldId id="476" r:id="rId4"/>
    <p:sldId id="477" r:id="rId5"/>
    <p:sldId id="478" r:id="rId6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77" autoAdjust="0"/>
    <p:restoredTop sz="94291" autoAdjust="0"/>
  </p:normalViewPr>
  <p:slideViewPr>
    <p:cSldViewPr>
      <p:cViewPr varScale="1">
        <p:scale>
          <a:sx n="71" d="100"/>
          <a:sy n="71" d="100"/>
        </p:scale>
        <p:origin x="1157" y="91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4/4/2024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88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760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535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065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694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961207"/>
            <a:ext cx="11832164" cy="120032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C00000"/>
                </a:solidFill>
                <a:effectLst/>
                <a:latin typeface="Söhne"/>
              </a:rPr>
              <a:t>DNS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 stands for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Söhne"/>
              </a:rPr>
              <a:t>Domain Name System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. It's like a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Söhne"/>
              </a:rPr>
              <a:t>big directory or phonebook 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for the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Söhne"/>
              </a:rPr>
              <a:t>internet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. Instead of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Söhne"/>
              </a:rPr>
              <a:t>phone numbers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,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Söhne"/>
              </a:rPr>
              <a:t>DNS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 matches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Söhne"/>
              </a:rPr>
              <a:t>website names 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(like google.com) to their unique internet addresses, called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Söhne"/>
              </a:rPr>
              <a:t>IP addresses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  <a:endParaRPr lang="en-US" sz="3600" b="0" i="0" dirty="0">
              <a:solidFill>
                <a:srgbClr val="1F1F1F"/>
              </a:solidFill>
              <a:effectLst/>
              <a:latin typeface="Google Sa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580D99-3D07-C52E-63F6-3920154ED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362200"/>
            <a:ext cx="7639051" cy="42640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1450525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What is DNS?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78D61-4C92-7941-58A9-5E82685F356E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</p:spTree>
    <p:extLst>
      <p:ext uri="{BB962C8B-B14F-4D97-AF65-F5344CB8AC3E}">
        <p14:creationId xmlns:p14="http://schemas.microsoft.com/office/powerpoint/2010/main" val="277380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38462" y="925841"/>
            <a:ext cx="11736592" cy="224676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When you type a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website name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into your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browser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your computer doesn't know where to find it. So, it asks a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DNS server.</a:t>
            </a:r>
            <a:b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</a:br>
            <a:endParaRPr lang="en-US" sz="2000" b="0" i="0" dirty="0">
              <a:solidFill>
                <a:srgbClr val="C00000"/>
              </a:solidFill>
              <a:effectLst/>
              <a:latin typeface="Söhne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The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DNS server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looks up the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website's name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and finds its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IP address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 It's like looking up a friend's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address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in a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phonebook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  <a:b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20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Once your computer knows the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website's IP address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it can connect to that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website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and load its content.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580D99-3D07-C52E-63F6-3920154ED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9" y="3429000"/>
            <a:ext cx="5984789" cy="33406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2196627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How does DNS work?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20169A-DB14-9A8F-B011-9BEE05C0F336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</p:spTree>
    <p:extLst>
      <p:ext uri="{BB962C8B-B14F-4D97-AF65-F5344CB8AC3E}">
        <p14:creationId xmlns:p14="http://schemas.microsoft.com/office/powerpoint/2010/main" val="43550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38462" y="925841"/>
            <a:ext cx="11736592" cy="1631216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DNS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makes it easy for us to use the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internet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 Imagine having to remember long strings of numbers for every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website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you visit!</a:t>
            </a:r>
            <a:b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20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With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DNS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we just need to remember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website names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, and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DNS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takes care of finding the right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addresses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for us.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580D99-3D07-C52E-63F6-3920154ED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2743200"/>
            <a:ext cx="7086600" cy="39556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2092624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Why is it important?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497E28-2E04-0DA3-B813-2AF6921BDE65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</p:spTree>
    <p:extLst>
      <p:ext uri="{BB962C8B-B14F-4D97-AF65-F5344CB8AC3E}">
        <p14:creationId xmlns:p14="http://schemas.microsoft.com/office/powerpoint/2010/main" val="2096766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28600" y="1011902"/>
            <a:ext cx="11736592" cy="132343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DNS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helps us find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websites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quickly and accurately. It's like having a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GPS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for the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internet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!</a:t>
            </a:r>
            <a:b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20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It also helps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websites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change servers or locations without you even noticing.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DNS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 updates the directory so your computer can still find the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Söhne"/>
              </a:rPr>
              <a:t>website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580D99-3D07-C52E-63F6-3920154ED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514600"/>
            <a:ext cx="7349916" cy="41026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1871731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How does it help?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C36E24-C9E6-DE2D-2C8F-DC039FA079C7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</p:spTree>
    <p:extLst>
      <p:ext uri="{BB962C8B-B14F-4D97-AF65-F5344CB8AC3E}">
        <p14:creationId xmlns:p14="http://schemas.microsoft.com/office/powerpoint/2010/main" val="388929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28600" y="1011902"/>
            <a:ext cx="11736592" cy="923330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ü"/>
            </a:pPr>
            <a:r>
              <a:rPr lang="en-US" sz="1800" b="0" i="0" dirty="0">
                <a:solidFill>
                  <a:srgbClr val="C00000"/>
                </a:solidFill>
                <a:effectLst/>
                <a:latin typeface="Söhne"/>
              </a:rPr>
              <a:t>DNS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 is a system that </a:t>
            </a:r>
            <a:r>
              <a:rPr lang="en-US" sz="1800" b="0" i="0" dirty="0">
                <a:solidFill>
                  <a:srgbClr val="C00000"/>
                </a:solidFill>
                <a:effectLst/>
                <a:latin typeface="Söhne"/>
              </a:rPr>
              <a:t>matches website names to their IP addresses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, making it easy for us to navigate the </a:t>
            </a:r>
            <a:r>
              <a:rPr lang="en-US" sz="1800" b="0" i="0" dirty="0">
                <a:solidFill>
                  <a:srgbClr val="C00000"/>
                </a:solidFill>
                <a:effectLst/>
                <a:latin typeface="Söhne"/>
              </a:rPr>
              <a:t>internet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  <a:b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</a:br>
            <a:endParaRPr lang="en-US" sz="1800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171450" indent="-171450" algn="l">
              <a:buFont typeface="Wingdings" panose="05000000000000000000" pitchFamily="2" charset="2"/>
              <a:buChar char="ü"/>
            </a:pP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It's like a </a:t>
            </a:r>
            <a:r>
              <a:rPr lang="en-US" sz="1800" b="0" i="0" dirty="0">
                <a:solidFill>
                  <a:srgbClr val="C00000"/>
                </a:solidFill>
                <a:effectLst/>
                <a:latin typeface="Söhne"/>
              </a:rPr>
              <a:t>big directory or phonebook 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that helps our computers find the </a:t>
            </a:r>
            <a:r>
              <a:rPr lang="en-US" sz="1800" b="0" i="0" dirty="0">
                <a:solidFill>
                  <a:srgbClr val="C00000"/>
                </a:solidFill>
                <a:effectLst/>
                <a:latin typeface="Söhne"/>
              </a:rPr>
              <a:t>right addresses for websites 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we want to visit.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580D99-3D07-C52E-63F6-3920154ED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133600"/>
            <a:ext cx="8229600" cy="45936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D1BC91-471D-C9CD-39B4-2D0792D039D3}"/>
              </a:ext>
            </a:extLst>
          </p:cNvPr>
          <p:cNvSpPr txBox="1"/>
          <p:nvPr/>
        </p:nvSpPr>
        <p:spPr>
          <a:xfrm>
            <a:off x="226808" y="542533"/>
            <a:ext cx="1372042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In Summary: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00D3A3-F258-61A2-4E50-2348F5F33FD5}"/>
              </a:ext>
            </a:extLst>
          </p:cNvPr>
          <p:cNvSpPr/>
          <p:nvPr/>
        </p:nvSpPr>
        <p:spPr>
          <a:xfrm>
            <a:off x="3905249" y="25434"/>
            <a:ext cx="4381502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Understanding DNS: A Beginner's Guide</a:t>
            </a:r>
          </a:p>
        </p:txBody>
      </p:sp>
    </p:spTree>
    <p:extLst>
      <p:ext uri="{BB962C8B-B14F-4D97-AF65-F5344CB8AC3E}">
        <p14:creationId xmlns:p14="http://schemas.microsoft.com/office/powerpoint/2010/main" val="304335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91737</TotalTime>
  <Words>314</Words>
  <Application>Microsoft Office PowerPoint</Application>
  <PresentationFormat>Widescreen</PresentationFormat>
  <Paragraphs>25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Google Sans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9949</cp:revision>
  <dcterms:created xsi:type="dcterms:W3CDTF">2006-08-16T00:00:00Z</dcterms:created>
  <dcterms:modified xsi:type="dcterms:W3CDTF">2024-04-04T08:10:20Z</dcterms:modified>
</cp:coreProperties>
</file>