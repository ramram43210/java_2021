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11"/>
  </p:notesMasterIdLst>
  <p:sldIdLst>
    <p:sldId id="472" r:id="rId2"/>
    <p:sldId id="474" r:id="rId3"/>
    <p:sldId id="475" r:id="rId4"/>
    <p:sldId id="476" r:id="rId5"/>
    <p:sldId id="477" r:id="rId6"/>
    <p:sldId id="473" r:id="rId7"/>
    <p:sldId id="478" r:id="rId8"/>
    <p:sldId id="479" r:id="rId9"/>
    <p:sldId id="480" r:id="rId10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mesh N" initials="RN" lastIdx="1" clrIdx="0">
    <p:extLst>
      <p:ext uri="{19B8F6BF-5375-455C-9EA6-DF929625EA0E}">
        <p15:presenceInfo xmlns:p15="http://schemas.microsoft.com/office/powerpoint/2012/main" userId="10c340b3cc87b96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1" autoAdjust="0"/>
    <p:restoredTop sz="94291" autoAdjust="0"/>
  </p:normalViewPr>
  <p:slideViewPr>
    <p:cSldViewPr>
      <p:cViewPr varScale="1">
        <p:scale>
          <a:sx n="71" d="100"/>
          <a:sy n="71" d="100"/>
        </p:scale>
        <p:origin x="1099" y="86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5FEB69-55EA-4875-9B01-F8586264FD8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79E365E-492C-41AE-B07D-32FDEEC6E49B}">
      <dgm:prSet phldrT="[Text]"/>
      <dgm:spPr/>
      <dgm:t>
        <a:bodyPr/>
        <a:lstStyle/>
        <a:p>
          <a:r>
            <a:rPr lang="en-US" b="1" i="0" dirty="0"/>
            <a:t>Individuals and interactions over processes and tools</a:t>
          </a:r>
          <a:endParaRPr lang="en-US" dirty="0"/>
        </a:p>
      </dgm:t>
    </dgm:pt>
    <dgm:pt modelId="{063CA0AD-1347-4571-814A-1E963A4CABBF}" type="parTrans" cxnId="{4A6FAA18-58FA-4604-9A34-E8F08D74319C}">
      <dgm:prSet/>
      <dgm:spPr/>
      <dgm:t>
        <a:bodyPr/>
        <a:lstStyle/>
        <a:p>
          <a:endParaRPr lang="en-US"/>
        </a:p>
      </dgm:t>
    </dgm:pt>
    <dgm:pt modelId="{87525620-417F-4C78-8F24-40EC0F1BBE81}" type="sibTrans" cxnId="{4A6FAA18-58FA-4604-9A34-E8F08D74319C}">
      <dgm:prSet/>
      <dgm:spPr/>
      <dgm:t>
        <a:bodyPr/>
        <a:lstStyle/>
        <a:p>
          <a:endParaRPr lang="en-US"/>
        </a:p>
      </dgm:t>
    </dgm:pt>
    <dgm:pt modelId="{41CD9CF5-272D-4EF3-81E0-DAABC8329D5E}">
      <dgm:prSet phldrT="[Text]"/>
      <dgm:spPr/>
      <dgm:t>
        <a:bodyPr/>
        <a:lstStyle/>
        <a:p>
          <a:r>
            <a:rPr lang="en-US" b="1" i="0" dirty="0"/>
            <a:t>Working software over comprehensive documentation</a:t>
          </a:r>
          <a:endParaRPr lang="en-US" dirty="0"/>
        </a:p>
      </dgm:t>
    </dgm:pt>
    <dgm:pt modelId="{21C13B15-CE70-4B74-B77C-7CD4F7BCDB50}" type="parTrans" cxnId="{17B72EC7-6B3D-4515-91ED-921715E58841}">
      <dgm:prSet/>
      <dgm:spPr/>
      <dgm:t>
        <a:bodyPr/>
        <a:lstStyle/>
        <a:p>
          <a:endParaRPr lang="en-US"/>
        </a:p>
      </dgm:t>
    </dgm:pt>
    <dgm:pt modelId="{B8DFE146-2CCD-401E-8C3B-BCE6D6E98BC4}" type="sibTrans" cxnId="{17B72EC7-6B3D-4515-91ED-921715E58841}">
      <dgm:prSet/>
      <dgm:spPr/>
      <dgm:t>
        <a:bodyPr/>
        <a:lstStyle/>
        <a:p>
          <a:endParaRPr lang="en-US"/>
        </a:p>
      </dgm:t>
    </dgm:pt>
    <dgm:pt modelId="{69B910A6-79F7-44BF-94E5-E74F04AE94F9}">
      <dgm:prSet phldrT="[Text]"/>
      <dgm:spPr/>
      <dgm:t>
        <a:bodyPr/>
        <a:lstStyle/>
        <a:p>
          <a:r>
            <a:rPr lang="en-US" b="1" i="0" dirty="0"/>
            <a:t>Customer collaboration over contract negotiation</a:t>
          </a:r>
          <a:endParaRPr lang="en-US" dirty="0"/>
        </a:p>
      </dgm:t>
    </dgm:pt>
    <dgm:pt modelId="{1D250EF3-83CC-413A-8BE3-5316651C00B8}" type="parTrans" cxnId="{7F1FAC1B-7E94-422B-8664-7DC9D2FC04D8}">
      <dgm:prSet/>
      <dgm:spPr/>
      <dgm:t>
        <a:bodyPr/>
        <a:lstStyle/>
        <a:p>
          <a:endParaRPr lang="en-US"/>
        </a:p>
      </dgm:t>
    </dgm:pt>
    <dgm:pt modelId="{F58370D3-B949-4910-90E3-B1FE28DFC1B1}" type="sibTrans" cxnId="{7F1FAC1B-7E94-422B-8664-7DC9D2FC04D8}">
      <dgm:prSet/>
      <dgm:spPr/>
      <dgm:t>
        <a:bodyPr/>
        <a:lstStyle/>
        <a:p>
          <a:endParaRPr lang="en-US"/>
        </a:p>
      </dgm:t>
    </dgm:pt>
    <dgm:pt modelId="{3E2F965E-9070-4B79-8A35-94CD1D1A557E}">
      <dgm:prSet phldrT="[Text]"/>
      <dgm:spPr/>
      <dgm:t>
        <a:bodyPr/>
        <a:lstStyle/>
        <a:p>
          <a:r>
            <a:rPr lang="en-US" b="1" i="0" dirty="0"/>
            <a:t>Responding to change over following a plan</a:t>
          </a:r>
          <a:endParaRPr lang="en-US" dirty="0"/>
        </a:p>
      </dgm:t>
    </dgm:pt>
    <dgm:pt modelId="{09D7A1F8-3418-4FCE-B46A-EF892557364B}" type="parTrans" cxnId="{80CE5B6F-DB5F-4EFF-8B92-834D44802B38}">
      <dgm:prSet/>
      <dgm:spPr/>
      <dgm:t>
        <a:bodyPr/>
        <a:lstStyle/>
        <a:p>
          <a:endParaRPr lang="en-US"/>
        </a:p>
      </dgm:t>
    </dgm:pt>
    <dgm:pt modelId="{07328214-E383-492A-BB62-E72F641864AC}" type="sibTrans" cxnId="{80CE5B6F-DB5F-4EFF-8B92-834D44802B38}">
      <dgm:prSet/>
      <dgm:spPr/>
      <dgm:t>
        <a:bodyPr/>
        <a:lstStyle/>
        <a:p>
          <a:endParaRPr lang="en-US"/>
        </a:p>
      </dgm:t>
    </dgm:pt>
    <dgm:pt modelId="{4E9A5B1A-3BDE-4737-A576-D21E81F45921}" type="pres">
      <dgm:prSet presAssocID="{7A5FEB69-55EA-4875-9B01-F8586264FD8B}" presName="diagram" presStyleCnt="0">
        <dgm:presLayoutVars>
          <dgm:dir/>
          <dgm:resizeHandles val="exact"/>
        </dgm:presLayoutVars>
      </dgm:prSet>
      <dgm:spPr/>
    </dgm:pt>
    <dgm:pt modelId="{BA71EC5F-95F6-407E-9083-6B06F7074550}" type="pres">
      <dgm:prSet presAssocID="{179E365E-492C-41AE-B07D-32FDEEC6E49B}" presName="node" presStyleLbl="node1" presStyleIdx="0" presStyleCnt="4">
        <dgm:presLayoutVars>
          <dgm:bulletEnabled val="1"/>
        </dgm:presLayoutVars>
      </dgm:prSet>
      <dgm:spPr/>
    </dgm:pt>
    <dgm:pt modelId="{03476883-8635-4839-91C8-0086A4D2D541}" type="pres">
      <dgm:prSet presAssocID="{87525620-417F-4C78-8F24-40EC0F1BBE81}" presName="sibTrans" presStyleCnt="0"/>
      <dgm:spPr/>
    </dgm:pt>
    <dgm:pt modelId="{822120BB-9E70-41F6-838C-2AB42B9F5B56}" type="pres">
      <dgm:prSet presAssocID="{41CD9CF5-272D-4EF3-81E0-DAABC8329D5E}" presName="node" presStyleLbl="node1" presStyleIdx="1" presStyleCnt="4">
        <dgm:presLayoutVars>
          <dgm:bulletEnabled val="1"/>
        </dgm:presLayoutVars>
      </dgm:prSet>
      <dgm:spPr/>
    </dgm:pt>
    <dgm:pt modelId="{9638821F-B4B2-49A4-ABF2-152F8767B834}" type="pres">
      <dgm:prSet presAssocID="{B8DFE146-2CCD-401E-8C3B-BCE6D6E98BC4}" presName="sibTrans" presStyleCnt="0"/>
      <dgm:spPr/>
    </dgm:pt>
    <dgm:pt modelId="{F45B26B3-55B9-4F65-B9B7-15C6781F5B0D}" type="pres">
      <dgm:prSet presAssocID="{69B910A6-79F7-44BF-94E5-E74F04AE94F9}" presName="node" presStyleLbl="node1" presStyleIdx="2" presStyleCnt="4">
        <dgm:presLayoutVars>
          <dgm:bulletEnabled val="1"/>
        </dgm:presLayoutVars>
      </dgm:prSet>
      <dgm:spPr/>
    </dgm:pt>
    <dgm:pt modelId="{991BFF56-5C7E-4DD9-98EB-F31CD23E8159}" type="pres">
      <dgm:prSet presAssocID="{F58370D3-B949-4910-90E3-B1FE28DFC1B1}" presName="sibTrans" presStyleCnt="0"/>
      <dgm:spPr/>
    </dgm:pt>
    <dgm:pt modelId="{D91992B5-8647-4DA3-BA19-0FBB00F83FE8}" type="pres">
      <dgm:prSet presAssocID="{3E2F965E-9070-4B79-8A35-94CD1D1A557E}" presName="node" presStyleLbl="node1" presStyleIdx="3" presStyleCnt="4">
        <dgm:presLayoutVars>
          <dgm:bulletEnabled val="1"/>
        </dgm:presLayoutVars>
      </dgm:prSet>
      <dgm:spPr/>
    </dgm:pt>
  </dgm:ptLst>
  <dgm:cxnLst>
    <dgm:cxn modelId="{4A6FAA18-58FA-4604-9A34-E8F08D74319C}" srcId="{7A5FEB69-55EA-4875-9B01-F8586264FD8B}" destId="{179E365E-492C-41AE-B07D-32FDEEC6E49B}" srcOrd="0" destOrd="0" parTransId="{063CA0AD-1347-4571-814A-1E963A4CABBF}" sibTransId="{87525620-417F-4C78-8F24-40EC0F1BBE81}"/>
    <dgm:cxn modelId="{7F1FAC1B-7E94-422B-8664-7DC9D2FC04D8}" srcId="{7A5FEB69-55EA-4875-9B01-F8586264FD8B}" destId="{69B910A6-79F7-44BF-94E5-E74F04AE94F9}" srcOrd="2" destOrd="0" parTransId="{1D250EF3-83CC-413A-8BE3-5316651C00B8}" sibTransId="{F58370D3-B949-4910-90E3-B1FE28DFC1B1}"/>
    <dgm:cxn modelId="{757BB763-069D-445F-8E87-4D3DEB3E935B}" type="presOf" srcId="{3E2F965E-9070-4B79-8A35-94CD1D1A557E}" destId="{D91992B5-8647-4DA3-BA19-0FBB00F83FE8}" srcOrd="0" destOrd="0" presId="urn:microsoft.com/office/officeart/2005/8/layout/default"/>
    <dgm:cxn modelId="{80CE5B6F-DB5F-4EFF-8B92-834D44802B38}" srcId="{7A5FEB69-55EA-4875-9B01-F8586264FD8B}" destId="{3E2F965E-9070-4B79-8A35-94CD1D1A557E}" srcOrd="3" destOrd="0" parTransId="{09D7A1F8-3418-4FCE-B46A-EF892557364B}" sibTransId="{07328214-E383-492A-BB62-E72F641864AC}"/>
    <dgm:cxn modelId="{CC214F87-2EDB-4B55-AA35-4AA0F1F7F0CB}" type="presOf" srcId="{41CD9CF5-272D-4EF3-81E0-DAABC8329D5E}" destId="{822120BB-9E70-41F6-838C-2AB42B9F5B56}" srcOrd="0" destOrd="0" presId="urn:microsoft.com/office/officeart/2005/8/layout/default"/>
    <dgm:cxn modelId="{FD9AEC96-3CDB-407F-85E7-4CE3983D6B26}" type="presOf" srcId="{179E365E-492C-41AE-B07D-32FDEEC6E49B}" destId="{BA71EC5F-95F6-407E-9083-6B06F7074550}" srcOrd="0" destOrd="0" presId="urn:microsoft.com/office/officeart/2005/8/layout/default"/>
    <dgm:cxn modelId="{9F1560B4-ACE4-4973-A1A5-037795D05C4B}" type="presOf" srcId="{69B910A6-79F7-44BF-94E5-E74F04AE94F9}" destId="{F45B26B3-55B9-4F65-B9B7-15C6781F5B0D}" srcOrd="0" destOrd="0" presId="urn:microsoft.com/office/officeart/2005/8/layout/default"/>
    <dgm:cxn modelId="{6824ECC1-C2DF-4EE2-B30A-94E10BB2E804}" type="presOf" srcId="{7A5FEB69-55EA-4875-9B01-F8586264FD8B}" destId="{4E9A5B1A-3BDE-4737-A576-D21E81F45921}" srcOrd="0" destOrd="0" presId="urn:microsoft.com/office/officeart/2005/8/layout/default"/>
    <dgm:cxn modelId="{17B72EC7-6B3D-4515-91ED-921715E58841}" srcId="{7A5FEB69-55EA-4875-9B01-F8586264FD8B}" destId="{41CD9CF5-272D-4EF3-81E0-DAABC8329D5E}" srcOrd="1" destOrd="0" parTransId="{21C13B15-CE70-4B74-B77C-7CD4F7BCDB50}" sibTransId="{B8DFE146-2CCD-401E-8C3B-BCE6D6E98BC4}"/>
    <dgm:cxn modelId="{A376ED33-E100-441E-9C91-9A92BA0F188F}" type="presParOf" srcId="{4E9A5B1A-3BDE-4737-A576-D21E81F45921}" destId="{BA71EC5F-95F6-407E-9083-6B06F7074550}" srcOrd="0" destOrd="0" presId="urn:microsoft.com/office/officeart/2005/8/layout/default"/>
    <dgm:cxn modelId="{B34D64DC-7F32-4FBE-999A-618DF9B4B14D}" type="presParOf" srcId="{4E9A5B1A-3BDE-4737-A576-D21E81F45921}" destId="{03476883-8635-4839-91C8-0086A4D2D541}" srcOrd="1" destOrd="0" presId="urn:microsoft.com/office/officeart/2005/8/layout/default"/>
    <dgm:cxn modelId="{20AF3091-3987-479F-AC28-F1130FFDB9BB}" type="presParOf" srcId="{4E9A5B1A-3BDE-4737-A576-D21E81F45921}" destId="{822120BB-9E70-41F6-838C-2AB42B9F5B56}" srcOrd="2" destOrd="0" presId="urn:microsoft.com/office/officeart/2005/8/layout/default"/>
    <dgm:cxn modelId="{30EC26FE-5F8C-47B7-9065-89925B966AEA}" type="presParOf" srcId="{4E9A5B1A-3BDE-4737-A576-D21E81F45921}" destId="{9638821F-B4B2-49A4-ABF2-152F8767B834}" srcOrd="3" destOrd="0" presId="urn:microsoft.com/office/officeart/2005/8/layout/default"/>
    <dgm:cxn modelId="{C9911168-2C21-4DE8-A3DD-0C6E6284836F}" type="presParOf" srcId="{4E9A5B1A-3BDE-4737-A576-D21E81F45921}" destId="{F45B26B3-55B9-4F65-B9B7-15C6781F5B0D}" srcOrd="4" destOrd="0" presId="urn:microsoft.com/office/officeart/2005/8/layout/default"/>
    <dgm:cxn modelId="{C7E874B6-F8F4-43CC-8AA5-04711A6329CD}" type="presParOf" srcId="{4E9A5B1A-3BDE-4737-A576-D21E81F45921}" destId="{991BFF56-5C7E-4DD9-98EB-F31CD23E8159}" srcOrd="5" destOrd="0" presId="urn:microsoft.com/office/officeart/2005/8/layout/default"/>
    <dgm:cxn modelId="{17005EEE-F262-4519-A9F7-8941E8DE11D5}" type="presParOf" srcId="{4E9A5B1A-3BDE-4737-A576-D21E81F45921}" destId="{D91992B5-8647-4DA3-BA19-0FBB00F83FE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5FEB69-55EA-4875-9B01-F8586264FD8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79E365E-492C-41AE-B07D-32FDEEC6E49B}">
      <dgm:prSet phldrT="[Text]"/>
      <dgm:spPr/>
      <dgm:t>
        <a:bodyPr/>
        <a:lstStyle/>
        <a:p>
          <a:r>
            <a:rPr lang="en-US" b="1" i="0" dirty="0"/>
            <a:t>Individuals and interactions over processes and tools</a:t>
          </a:r>
          <a:endParaRPr lang="en-US" dirty="0"/>
        </a:p>
      </dgm:t>
    </dgm:pt>
    <dgm:pt modelId="{063CA0AD-1347-4571-814A-1E963A4CABBF}" type="parTrans" cxnId="{4A6FAA18-58FA-4604-9A34-E8F08D74319C}">
      <dgm:prSet/>
      <dgm:spPr/>
      <dgm:t>
        <a:bodyPr/>
        <a:lstStyle/>
        <a:p>
          <a:endParaRPr lang="en-US"/>
        </a:p>
      </dgm:t>
    </dgm:pt>
    <dgm:pt modelId="{87525620-417F-4C78-8F24-40EC0F1BBE81}" type="sibTrans" cxnId="{4A6FAA18-58FA-4604-9A34-E8F08D74319C}">
      <dgm:prSet/>
      <dgm:spPr/>
      <dgm:t>
        <a:bodyPr/>
        <a:lstStyle/>
        <a:p>
          <a:endParaRPr lang="en-US"/>
        </a:p>
      </dgm:t>
    </dgm:pt>
    <dgm:pt modelId="{41CD9CF5-272D-4EF3-81E0-DAABC8329D5E}">
      <dgm:prSet phldrT="[Text]"/>
      <dgm:spPr/>
      <dgm:t>
        <a:bodyPr/>
        <a:lstStyle/>
        <a:p>
          <a:r>
            <a:rPr lang="en-US" b="1" i="0" dirty="0"/>
            <a:t>Working software over comprehensive documentation</a:t>
          </a:r>
          <a:endParaRPr lang="en-US" dirty="0"/>
        </a:p>
      </dgm:t>
    </dgm:pt>
    <dgm:pt modelId="{21C13B15-CE70-4B74-B77C-7CD4F7BCDB50}" type="parTrans" cxnId="{17B72EC7-6B3D-4515-91ED-921715E58841}">
      <dgm:prSet/>
      <dgm:spPr/>
      <dgm:t>
        <a:bodyPr/>
        <a:lstStyle/>
        <a:p>
          <a:endParaRPr lang="en-US"/>
        </a:p>
      </dgm:t>
    </dgm:pt>
    <dgm:pt modelId="{B8DFE146-2CCD-401E-8C3B-BCE6D6E98BC4}" type="sibTrans" cxnId="{17B72EC7-6B3D-4515-91ED-921715E58841}">
      <dgm:prSet/>
      <dgm:spPr/>
      <dgm:t>
        <a:bodyPr/>
        <a:lstStyle/>
        <a:p>
          <a:endParaRPr lang="en-US"/>
        </a:p>
      </dgm:t>
    </dgm:pt>
    <dgm:pt modelId="{69B910A6-79F7-44BF-94E5-E74F04AE94F9}">
      <dgm:prSet phldrT="[Text]"/>
      <dgm:spPr/>
      <dgm:t>
        <a:bodyPr/>
        <a:lstStyle/>
        <a:p>
          <a:r>
            <a:rPr lang="en-US" b="1" i="0" dirty="0"/>
            <a:t>Customer collaboration over contract negotiation</a:t>
          </a:r>
          <a:endParaRPr lang="en-US" dirty="0"/>
        </a:p>
      </dgm:t>
    </dgm:pt>
    <dgm:pt modelId="{1D250EF3-83CC-413A-8BE3-5316651C00B8}" type="parTrans" cxnId="{7F1FAC1B-7E94-422B-8664-7DC9D2FC04D8}">
      <dgm:prSet/>
      <dgm:spPr/>
      <dgm:t>
        <a:bodyPr/>
        <a:lstStyle/>
        <a:p>
          <a:endParaRPr lang="en-US"/>
        </a:p>
      </dgm:t>
    </dgm:pt>
    <dgm:pt modelId="{F58370D3-B949-4910-90E3-B1FE28DFC1B1}" type="sibTrans" cxnId="{7F1FAC1B-7E94-422B-8664-7DC9D2FC04D8}">
      <dgm:prSet/>
      <dgm:spPr/>
      <dgm:t>
        <a:bodyPr/>
        <a:lstStyle/>
        <a:p>
          <a:endParaRPr lang="en-US"/>
        </a:p>
      </dgm:t>
    </dgm:pt>
    <dgm:pt modelId="{3E2F965E-9070-4B79-8A35-94CD1D1A557E}">
      <dgm:prSet phldrT="[Text]"/>
      <dgm:spPr/>
      <dgm:t>
        <a:bodyPr/>
        <a:lstStyle/>
        <a:p>
          <a:r>
            <a:rPr lang="en-US" b="1" i="0" dirty="0"/>
            <a:t>Responding to change over following a plan</a:t>
          </a:r>
          <a:endParaRPr lang="en-US" dirty="0"/>
        </a:p>
      </dgm:t>
    </dgm:pt>
    <dgm:pt modelId="{09D7A1F8-3418-4FCE-B46A-EF892557364B}" type="parTrans" cxnId="{80CE5B6F-DB5F-4EFF-8B92-834D44802B38}">
      <dgm:prSet/>
      <dgm:spPr/>
      <dgm:t>
        <a:bodyPr/>
        <a:lstStyle/>
        <a:p>
          <a:endParaRPr lang="en-US"/>
        </a:p>
      </dgm:t>
    </dgm:pt>
    <dgm:pt modelId="{07328214-E383-492A-BB62-E72F641864AC}" type="sibTrans" cxnId="{80CE5B6F-DB5F-4EFF-8B92-834D44802B38}">
      <dgm:prSet/>
      <dgm:spPr/>
      <dgm:t>
        <a:bodyPr/>
        <a:lstStyle/>
        <a:p>
          <a:endParaRPr lang="en-US"/>
        </a:p>
      </dgm:t>
    </dgm:pt>
    <dgm:pt modelId="{4E9A5B1A-3BDE-4737-A576-D21E81F45921}" type="pres">
      <dgm:prSet presAssocID="{7A5FEB69-55EA-4875-9B01-F8586264FD8B}" presName="diagram" presStyleCnt="0">
        <dgm:presLayoutVars>
          <dgm:dir/>
          <dgm:resizeHandles val="exact"/>
        </dgm:presLayoutVars>
      </dgm:prSet>
      <dgm:spPr/>
    </dgm:pt>
    <dgm:pt modelId="{BA71EC5F-95F6-407E-9083-6B06F7074550}" type="pres">
      <dgm:prSet presAssocID="{179E365E-492C-41AE-B07D-32FDEEC6E49B}" presName="node" presStyleLbl="node1" presStyleIdx="0" presStyleCnt="4">
        <dgm:presLayoutVars>
          <dgm:bulletEnabled val="1"/>
        </dgm:presLayoutVars>
      </dgm:prSet>
      <dgm:spPr/>
    </dgm:pt>
    <dgm:pt modelId="{03476883-8635-4839-91C8-0086A4D2D541}" type="pres">
      <dgm:prSet presAssocID="{87525620-417F-4C78-8F24-40EC0F1BBE81}" presName="sibTrans" presStyleCnt="0"/>
      <dgm:spPr/>
    </dgm:pt>
    <dgm:pt modelId="{822120BB-9E70-41F6-838C-2AB42B9F5B56}" type="pres">
      <dgm:prSet presAssocID="{41CD9CF5-272D-4EF3-81E0-DAABC8329D5E}" presName="node" presStyleLbl="node1" presStyleIdx="1" presStyleCnt="4">
        <dgm:presLayoutVars>
          <dgm:bulletEnabled val="1"/>
        </dgm:presLayoutVars>
      </dgm:prSet>
      <dgm:spPr/>
    </dgm:pt>
    <dgm:pt modelId="{9638821F-B4B2-49A4-ABF2-152F8767B834}" type="pres">
      <dgm:prSet presAssocID="{B8DFE146-2CCD-401E-8C3B-BCE6D6E98BC4}" presName="sibTrans" presStyleCnt="0"/>
      <dgm:spPr/>
    </dgm:pt>
    <dgm:pt modelId="{F45B26B3-55B9-4F65-B9B7-15C6781F5B0D}" type="pres">
      <dgm:prSet presAssocID="{69B910A6-79F7-44BF-94E5-E74F04AE94F9}" presName="node" presStyleLbl="node1" presStyleIdx="2" presStyleCnt="4">
        <dgm:presLayoutVars>
          <dgm:bulletEnabled val="1"/>
        </dgm:presLayoutVars>
      </dgm:prSet>
      <dgm:spPr/>
    </dgm:pt>
    <dgm:pt modelId="{991BFF56-5C7E-4DD9-98EB-F31CD23E8159}" type="pres">
      <dgm:prSet presAssocID="{F58370D3-B949-4910-90E3-B1FE28DFC1B1}" presName="sibTrans" presStyleCnt="0"/>
      <dgm:spPr/>
    </dgm:pt>
    <dgm:pt modelId="{D91992B5-8647-4DA3-BA19-0FBB00F83FE8}" type="pres">
      <dgm:prSet presAssocID="{3E2F965E-9070-4B79-8A35-94CD1D1A557E}" presName="node" presStyleLbl="node1" presStyleIdx="3" presStyleCnt="4">
        <dgm:presLayoutVars>
          <dgm:bulletEnabled val="1"/>
        </dgm:presLayoutVars>
      </dgm:prSet>
      <dgm:spPr/>
    </dgm:pt>
  </dgm:ptLst>
  <dgm:cxnLst>
    <dgm:cxn modelId="{4A6FAA18-58FA-4604-9A34-E8F08D74319C}" srcId="{7A5FEB69-55EA-4875-9B01-F8586264FD8B}" destId="{179E365E-492C-41AE-B07D-32FDEEC6E49B}" srcOrd="0" destOrd="0" parTransId="{063CA0AD-1347-4571-814A-1E963A4CABBF}" sibTransId="{87525620-417F-4C78-8F24-40EC0F1BBE81}"/>
    <dgm:cxn modelId="{7F1FAC1B-7E94-422B-8664-7DC9D2FC04D8}" srcId="{7A5FEB69-55EA-4875-9B01-F8586264FD8B}" destId="{69B910A6-79F7-44BF-94E5-E74F04AE94F9}" srcOrd="2" destOrd="0" parTransId="{1D250EF3-83CC-413A-8BE3-5316651C00B8}" sibTransId="{F58370D3-B949-4910-90E3-B1FE28DFC1B1}"/>
    <dgm:cxn modelId="{757BB763-069D-445F-8E87-4D3DEB3E935B}" type="presOf" srcId="{3E2F965E-9070-4B79-8A35-94CD1D1A557E}" destId="{D91992B5-8647-4DA3-BA19-0FBB00F83FE8}" srcOrd="0" destOrd="0" presId="urn:microsoft.com/office/officeart/2005/8/layout/default"/>
    <dgm:cxn modelId="{80CE5B6F-DB5F-4EFF-8B92-834D44802B38}" srcId="{7A5FEB69-55EA-4875-9B01-F8586264FD8B}" destId="{3E2F965E-9070-4B79-8A35-94CD1D1A557E}" srcOrd="3" destOrd="0" parTransId="{09D7A1F8-3418-4FCE-B46A-EF892557364B}" sibTransId="{07328214-E383-492A-BB62-E72F641864AC}"/>
    <dgm:cxn modelId="{CC214F87-2EDB-4B55-AA35-4AA0F1F7F0CB}" type="presOf" srcId="{41CD9CF5-272D-4EF3-81E0-DAABC8329D5E}" destId="{822120BB-9E70-41F6-838C-2AB42B9F5B56}" srcOrd="0" destOrd="0" presId="urn:microsoft.com/office/officeart/2005/8/layout/default"/>
    <dgm:cxn modelId="{FD9AEC96-3CDB-407F-85E7-4CE3983D6B26}" type="presOf" srcId="{179E365E-492C-41AE-B07D-32FDEEC6E49B}" destId="{BA71EC5F-95F6-407E-9083-6B06F7074550}" srcOrd="0" destOrd="0" presId="urn:microsoft.com/office/officeart/2005/8/layout/default"/>
    <dgm:cxn modelId="{9F1560B4-ACE4-4973-A1A5-037795D05C4B}" type="presOf" srcId="{69B910A6-79F7-44BF-94E5-E74F04AE94F9}" destId="{F45B26B3-55B9-4F65-B9B7-15C6781F5B0D}" srcOrd="0" destOrd="0" presId="urn:microsoft.com/office/officeart/2005/8/layout/default"/>
    <dgm:cxn modelId="{6824ECC1-C2DF-4EE2-B30A-94E10BB2E804}" type="presOf" srcId="{7A5FEB69-55EA-4875-9B01-F8586264FD8B}" destId="{4E9A5B1A-3BDE-4737-A576-D21E81F45921}" srcOrd="0" destOrd="0" presId="urn:microsoft.com/office/officeart/2005/8/layout/default"/>
    <dgm:cxn modelId="{17B72EC7-6B3D-4515-91ED-921715E58841}" srcId="{7A5FEB69-55EA-4875-9B01-F8586264FD8B}" destId="{41CD9CF5-272D-4EF3-81E0-DAABC8329D5E}" srcOrd="1" destOrd="0" parTransId="{21C13B15-CE70-4B74-B77C-7CD4F7BCDB50}" sibTransId="{B8DFE146-2CCD-401E-8C3B-BCE6D6E98BC4}"/>
    <dgm:cxn modelId="{A376ED33-E100-441E-9C91-9A92BA0F188F}" type="presParOf" srcId="{4E9A5B1A-3BDE-4737-A576-D21E81F45921}" destId="{BA71EC5F-95F6-407E-9083-6B06F7074550}" srcOrd="0" destOrd="0" presId="urn:microsoft.com/office/officeart/2005/8/layout/default"/>
    <dgm:cxn modelId="{B34D64DC-7F32-4FBE-999A-618DF9B4B14D}" type="presParOf" srcId="{4E9A5B1A-3BDE-4737-A576-D21E81F45921}" destId="{03476883-8635-4839-91C8-0086A4D2D541}" srcOrd="1" destOrd="0" presId="urn:microsoft.com/office/officeart/2005/8/layout/default"/>
    <dgm:cxn modelId="{20AF3091-3987-479F-AC28-F1130FFDB9BB}" type="presParOf" srcId="{4E9A5B1A-3BDE-4737-A576-D21E81F45921}" destId="{822120BB-9E70-41F6-838C-2AB42B9F5B56}" srcOrd="2" destOrd="0" presId="urn:microsoft.com/office/officeart/2005/8/layout/default"/>
    <dgm:cxn modelId="{30EC26FE-5F8C-47B7-9065-89925B966AEA}" type="presParOf" srcId="{4E9A5B1A-3BDE-4737-A576-D21E81F45921}" destId="{9638821F-B4B2-49A4-ABF2-152F8767B834}" srcOrd="3" destOrd="0" presId="urn:microsoft.com/office/officeart/2005/8/layout/default"/>
    <dgm:cxn modelId="{C9911168-2C21-4DE8-A3DD-0C6E6284836F}" type="presParOf" srcId="{4E9A5B1A-3BDE-4737-A576-D21E81F45921}" destId="{F45B26B3-55B9-4F65-B9B7-15C6781F5B0D}" srcOrd="4" destOrd="0" presId="urn:microsoft.com/office/officeart/2005/8/layout/default"/>
    <dgm:cxn modelId="{C7E874B6-F8F4-43CC-8AA5-04711A6329CD}" type="presParOf" srcId="{4E9A5B1A-3BDE-4737-A576-D21E81F45921}" destId="{991BFF56-5C7E-4DD9-98EB-F31CD23E8159}" srcOrd="5" destOrd="0" presId="urn:microsoft.com/office/officeart/2005/8/layout/default"/>
    <dgm:cxn modelId="{17005EEE-F262-4519-A9F7-8941E8DE11D5}" type="presParOf" srcId="{4E9A5B1A-3BDE-4737-A576-D21E81F45921}" destId="{D91992B5-8647-4DA3-BA19-0FBB00F83FE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5FEB69-55EA-4875-9B01-F8586264FD8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79E365E-492C-41AE-B07D-32FDEEC6E49B}">
      <dgm:prSet phldrT="[Text]"/>
      <dgm:spPr/>
      <dgm:t>
        <a:bodyPr/>
        <a:lstStyle/>
        <a:p>
          <a:r>
            <a:rPr lang="en-US" b="1" i="0" dirty="0"/>
            <a:t>Individuals and interactions over processes and tools</a:t>
          </a:r>
          <a:endParaRPr lang="en-US" dirty="0"/>
        </a:p>
      </dgm:t>
    </dgm:pt>
    <dgm:pt modelId="{063CA0AD-1347-4571-814A-1E963A4CABBF}" type="parTrans" cxnId="{4A6FAA18-58FA-4604-9A34-E8F08D74319C}">
      <dgm:prSet/>
      <dgm:spPr/>
      <dgm:t>
        <a:bodyPr/>
        <a:lstStyle/>
        <a:p>
          <a:endParaRPr lang="en-US"/>
        </a:p>
      </dgm:t>
    </dgm:pt>
    <dgm:pt modelId="{87525620-417F-4C78-8F24-40EC0F1BBE81}" type="sibTrans" cxnId="{4A6FAA18-58FA-4604-9A34-E8F08D74319C}">
      <dgm:prSet/>
      <dgm:spPr/>
      <dgm:t>
        <a:bodyPr/>
        <a:lstStyle/>
        <a:p>
          <a:endParaRPr lang="en-US"/>
        </a:p>
      </dgm:t>
    </dgm:pt>
    <dgm:pt modelId="{41CD9CF5-272D-4EF3-81E0-DAABC8329D5E}">
      <dgm:prSet phldrT="[Text]"/>
      <dgm:spPr/>
      <dgm:t>
        <a:bodyPr/>
        <a:lstStyle/>
        <a:p>
          <a:r>
            <a:rPr lang="en-US" b="1" i="0" dirty="0"/>
            <a:t>Working software over comprehensive documentation</a:t>
          </a:r>
          <a:endParaRPr lang="en-US" dirty="0"/>
        </a:p>
      </dgm:t>
    </dgm:pt>
    <dgm:pt modelId="{21C13B15-CE70-4B74-B77C-7CD4F7BCDB50}" type="parTrans" cxnId="{17B72EC7-6B3D-4515-91ED-921715E58841}">
      <dgm:prSet/>
      <dgm:spPr/>
      <dgm:t>
        <a:bodyPr/>
        <a:lstStyle/>
        <a:p>
          <a:endParaRPr lang="en-US"/>
        </a:p>
      </dgm:t>
    </dgm:pt>
    <dgm:pt modelId="{B8DFE146-2CCD-401E-8C3B-BCE6D6E98BC4}" type="sibTrans" cxnId="{17B72EC7-6B3D-4515-91ED-921715E58841}">
      <dgm:prSet/>
      <dgm:spPr/>
      <dgm:t>
        <a:bodyPr/>
        <a:lstStyle/>
        <a:p>
          <a:endParaRPr lang="en-US"/>
        </a:p>
      </dgm:t>
    </dgm:pt>
    <dgm:pt modelId="{69B910A6-79F7-44BF-94E5-E74F04AE94F9}">
      <dgm:prSet phldrT="[Text]"/>
      <dgm:spPr/>
      <dgm:t>
        <a:bodyPr/>
        <a:lstStyle/>
        <a:p>
          <a:r>
            <a:rPr lang="en-US" b="1" i="0" dirty="0"/>
            <a:t>Customer collaboration over contract negotiation</a:t>
          </a:r>
          <a:endParaRPr lang="en-US" dirty="0"/>
        </a:p>
      </dgm:t>
    </dgm:pt>
    <dgm:pt modelId="{1D250EF3-83CC-413A-8BE3-5316651C00B8}" type="parTrans" cxnId="{7F1FAC1B-7E94-422B-8664-7DC9D2FC04D8}">
      <dgm:prSet/>
      <dgm:spPr/>
      <dgm:t>
        <a:bodyPr/>
        <a:lstStyle/>
        <a:p>
          <a:endParaRPr lang="en-US"/>
        </a:p>
      </dgm:t>
    </dgm:pt>
    <dgm:pt modelId="{F58370D3-B949-4910-90E3-B1FE28DFC1B1}" type="sibTrans" cxnId="{7F1FAC1B-7E94-422B-8664-7DC9D2FC04D8}">
      <dgm:prSet/>
      <dgm:spPr/>
      <dgm:t>
        <a:bodyPr/>
        <a:lstStyle/>
        <a:p>
          <a:endParaRPr lang="en-US"/>
        </a:p>
      </dgm:t>
    </dgm:pt>
    <dgm:pt modelId="{3E2F965E-9070-4B79-8A35-94CD1D1A557E}">
      <dgm:prSet phldrT="[Text]"/>
      <dgm:spPr/>
      <dgm:t>
        <a:bodyPr/>
        <a:lstStyle/>
        <a:p>
          <a:r>
            <a:rPr lang="en-US" b="1" i="0" dirty="0"/>
            <a:t>Responding to change over following a plan</a:t>
          </a:r>
          <a:endParaRPr lang="en-US" dirty="0"/>
        </a:p>
      </dgm:t>
    </dgm:pt>
    <dgm:pt modelId="{09D7A1F8-3418-4FCE-B46A-EF892557364B}" type="parTrans" cxnId="{80CE5B6F-DB5F-4EFF-8B92-834D44802B38}">
      <dgm:prSet/>
      <dgm:spPr/>
      <dgm:t>
        <a:bodyPr/>
        <a:lstStyle/>
        <a:p>
          <a:endParaRPr lang="en-US"/>
        </a:p>
      </dgm:t>
    </dgm:pt>
    <dgm:pt modelId="{07328214-E383-492A-BB62-E72F641864AC}" type="sibTrans" cxnId="{80CE5B6F-DB5F-4EFF-8B92-834D44802B38}">
      <dgm:prSet/>
      <dgm:spPr/>
      <dgm:t>
        <a:bodyPr/>
        <a:lstStyle/>
        <a:p>
          <a:endParaRPr lang="en-US"/>
        </a:p>
      </dgm:t>
    </dgm:pt>
    <dgm:pt modelId="{4E9A5B1A-3BDE-4737-A576-D21E81F45921}" type="pres">
      <dgm:prSet presAssocID="{7A5FEB69-55EA-4875-9B01-F8586264FD8B}" presName="diagram" presStyleCnt="0">
        <dgm:presLayoutVars>
          <dgm:dir/>
          <dgm:resizeHandles val="exact"/>
        </dgm:presLayoutVars>
      </dgm:prSet>
      <dgm:spPr/>
    </dgm:pt>
    <dgm:pt modelId="{BA71EC5F-95F6-407E-9083-6B06F7074550}" type="pres">
      <dgm:prSet presAssocID="{179E365E-492C-41AE-B07D-32FDEEC6E49B}" presName="node" presStyleLbl="node1" presStyleIdx="0" presStyleCnt="4">
        <dgm:presLayoutVars>
          <dgm:bulletEnabled val="1"/>
        </dgm:presLayoutVars>
      </dgm:prSet>
      <dgm:spPr/>
    </dgm:pt>
    <dgm:pt modelId="{03476883-8635-4839-91C8-0086A4D2D541}" type="pres">
      <dgm:prSet presAssocID="{87525620-417F-4C78-8F24-40EC0F1BBE81}" presName="sibTrans" presStyleCnt="0"/>
      <dgm:spPr/>
    </dgm:pt>
    <dgm:pt modelId="{822120BB-9E70-41F6-838C-2AB42B9F5B56}" type="pres">
      <dgm:prSet presAssocID="{41CD9CF5-272D-4EF3-81E0-DAABC8329D5E}" presName="node" presStyleLbl="node1" presStyleIdx="1" presStyleCnt="4">
        <dgm:presLayoutVars>
          <dgm:bulletEnabled val="1"/>
        </dgm:presLayoutVars>
      </dgm:prSet>
      <dgm:spPr/>
    </dgm:pt>
    <dgm:pt modelId="{9638821F-B4B2-49A4-ABF2-152F8767B834}" type="pres">
      <dgm:prSet presAssocID="{B8DFE146-2CCD-401E-8C3B-BCE6D6E98BC4}" presName="sibTrans" presStyleCnt="0"/>
      <dgm:spPr/>
    </dgm:pt>
    <dgm:pt modelId="{F45B26B3-55B9-4F65-B9B7-15C6781F5B0D}" type="pres">
      <dgm:prSet presAssocID="{69B910A6-79F7-44BF-94E5-E74F04AE94F9}" presName="node" presStyleLbl="node1" presStyleIdx="2" presStyleCnt="4">
        <dgm:presLayoutVars>
          <dgm:bulletEnabled val="1"/>
        </dgm:presLayoutVars>
      </dgm:prSet>
      <dgm:spPr/>
    </dgm:pt>
    <dgm:pt modelId="{991BFF56-5C7E-4DD9-98EB-F31CD23E8159}" type="pres">
      <dgm:prSet presAssocID="{F58370D3-B949-4910-90E3-B1FE28DFC1B1}" presName="sibTrans" presStyleCnt="0"/>
      <dgm:spPr/>
    </dgm:pt>
    <dgm:pt modelId="{D91992B5-8647-4DA3-BA19-0FBB00F83FE8}" type="pres">
      <dgm:prSet presAssocID="{3E2F965E-9070-4B79-8A35-94CD1D1A557E}" presName="node" presStyleLbl="node1" presStyleIdx="3" presStyleCnt="4">
        <dgm:presLayoutVars>
          <dgm:bulletEnabled val="1"/>
        </dgm:presLayoutVars>
      </dgm:prSet>
      <dgm:spPr/>
    </dgm:pt>
  </dgm:ptLst>
  <dgm:cxnLst>
    <dgm:cxn modelId="{4A6FAA18-58FA-4604-9A34-E8F08D74319C}" srcId="{7A5FEB69-55EA-4875-9B01-F8586264FD8B}" destId="{179E365E-492C-41AE-B07D-32FDEEC6E49B}" srcOrd="0" destOrd="0" parTransId="{063CA0AD-1347-4571-814A-1E963A4CABBF}" sibTransId="{87525620-417F-4C78-8F24-40EC0F1BBE81}"/>
    <dgm:cxn modelId="{7F1FAC1B-7E94-422B-8664-7DC9D2FC04D8}" srcId="{7A5FEB69-55EA-4875-9B01-F8586264FD8B}" destId="{69B910A6-79F7-44BF-94E5-E74F04AE94F9}" srcOrd="2" destOrd="0" parTransId="{1D250EF3-83CC-413A-8BE3-5316651C00B8}" sibTransId="{F58370D3-B949-4910-90E3-B1FE28DFC1B1}"/>
    <dgm:cxn modelId="{757BB763-069D-445F-8E87-4D3DEB3E935B}" type="presOf" srcId="{3E2F965E-9070-4B79-8A35-94CD1D1A557E}" destId="{D91992B5-8647-4DA3-BA19-0FBB00F83FE8}" srcOrd="0" destOrd="0" presId="urn:microsoft.com/office/officeart/2005/8/layout/default"/>
    <dgm:cxn modelId="{80CE5B6F-DB5F-4EFF-8B92-834D44802B38}" srcId="{7A5FEB69-55EA-4875-9B01-F8586264FD8B}" destId="{3E2F965E-9070-4B79-8A35-94CD1D1A557E}" srcOrd="3" destOrd="0" parTransId="{09D7A1F8-3418-4FCE-B46A-EF892557364B}" sibTransId="{07328214-E383-492A-BB62-E72F641864AC}"/>
    <dgm:cxn modelId="{CC214F87-2EDB-4B55-AA35-4AA0F1F7F0CB}" type="presOf" srcId="{41CD9CF5-272D-4EF3-81E0-DAABC8329D5E}" destId="{822120BB-9E70-41F6-838C-2AB42B9F5B56}" srcOrd="0" destOrd="0" presId="urn:microsoft.com/office/officeart/2005/8/layout/default"/>
    <dgm:cxn modelId="{FD9AEC96-3CDB-407F-85E7-4CE3983D6B26}" type="presOf" srcId="{179E365E-492C-41AE-B07D-32FDEEC6E49B}" destId="{BA71EC5F-95F6-407E-9083-6B06F7074550}" srcOrd="0" destOrd="0" presId="urn:microsoft.com/office/officeart/2005/8/layout/default"/>
    <dgm:cxn modelId="{9F1560B4-ACE4-4973-A1A5-037795D05C4B}" type="presOf" srcId="{69B910A6-79F7-44BF-94E5-E74F04AE94F9}" destId="{F45B26B3-55B9-4F65-B9B7-15C6781F5B0D}" srcOrd="0" destOrd="0" presId="urn:microsoft.com/office/officeart/2005/8/layout/default"/>
    <dgm:cxn modelId="{6824ECC1-C2DF-4EE2-B30A-94E10BB2E804}" type="presOf" srcId="{7A5FEB69-55EA-4875-9B01-F8586264FD8B}" destId="{4E9A5B1A-3BDE-4737-A576-D21E81F45921}" srcOrd="0" destOrd="0" presId="urn:microsoft.com/office/officeart/2005/8/layout/default"/>
    <dgm:cxn modelId="{17B72EC7-6B3D-4515-91ED-921715E58841}" srcId="{7A5FEB69-55EA-4875-9B01-F8586264FD8B}" destId="{41CD9CF5-272D-4EF3-81E0-DAABC8329D5E}" srcOrd="1" destOrd="0" parTransId="{21C13B15-CE70-4B74-B77C-7CD4F7BCDB50}" sibTransId="{B8DFE146-2CCD-401E-8C3B-BCE6D6E98BC4}"/>
    <dgm:cxn modelId="{A376ED33-E100-441E-9C91-9A92BA0F188F}" type="presParOf" srcId="{4E9A5B1A-3BDE-4737-A576-D21E81F45921}" destId="{BA71EC5F-95F6-407E-9083-6B06F7074550}" srcOrd="0" destOrd="0" presId="urn:microsoft.com/office/officeart/2005/8/layout/default"/>
    <dgm:cxn modelId="{B34D64DC-7F32-4FBE-999A-618DF9B4B14D}" type="presParOf" srcId="{4E9A5B1A-3BDE-4737-A576-D21E81F45921}" destId="{03476883-8635-4839-91C8-0086A4D2D541}" srcOrd="1" destOrd="0" presId="urn:microsoft.com/office/officeart/2005/8/layout/default"/>
    <dgm:cxn modelId="{20AF3091-3987-479F-AC28-F1130FFDB9BB}" type="presParOf" srcId="{4E9A5B1A-3BDE-4737-A576-D21E81F45921}" destId="{822120BB-9E70-41F6-838C-2AB42B9F5B56}" srcOrd="2" destOrd="0" presId="urn:microsoft.com/office/officeart/2005/8/layout/default"/>
    <dgm:cxn modelId="{30EC26FE-5F8C-47B7-9065-89925B966AEA}" type="presParOf" srcId="{4E9A5B1A-3BDE-4737-A576-D21E81F45921}" destId="{9638821F-B4B2-49A4-ABF2-152F8767B834}" srcOrd="3" destOrd="0" presId="urn:microsoft.com/office/officeart/2005/8/layout/default"/>
    <dgm:cxn modelId="{C9911168-2C21-4DE8-A3DD-0C6E6284836F}" type="presParOf" srcId="{4E9A5B1A-3BDE-4737-A576-D21E81F45921}" destId="{F45B26B3-55B9-4F65-B9B7-15C6781F5B0D}" srcOrd="4" destOrd="0" presId="urn:microsoft.com/office/officeart/2005/8/layout/default"/>
    <dgm:cxn modelId="{C7E874B6-F8F4-43CC-8AA5-04711A6329CD}" type="presParOf" srcId="{4E9A5B1A-3BDE-4737-A576-D21E81F45921}" destId="{991BFF56-5C7E-4DD9-98EB-F31CD23E8159}" srcOrd="5" destOrd="0" presId="urn:microsoft.com/office/officeart/2005/8/layout/default"/>
    <dgm:cxn modelId="{17005EEE-F262-4519-A9F7-8941E8DE11D5}" type="presParOf" srcId="{4E9A5B1A-3BDE-4737-A576-D21E81F45921}" destId="{D91992B5-8647-4DA3-BA19-0FBB00F83FE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5FEB69-55EA-4875-9B01-F8586264FD8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79E365E-492C-41AE-B07D-32FDEEC6E49B}">
      <dgm:prSet phldrT="[Text]"/>
      <dgm:spPr/>
      <dgm:t>
        <a:bodyPr/>
        <a:lstStyle/>
        <a:p>
          <a:r>
            <a:rPr lang="en-US" b="1" i="0" dirty="0"/>
            <a:t>Individuals and interactions over processes and tools</a:t>
          </a:r>
          <a:endParaRPr lang="en-US" dirty="0"/>
        </a:p>
      </dgm:t>
    </dgm:pt>
    <dgm:pt modelId="{063CA0AD-1347-4571-814A-1E963A4CABBF}" type="parTrans" cxnId="{4A6FAA18-58FA-4604-9A34-E8F08D74319C}">
      <dgm:prSet/>
      <dgm:spPr/>
      <dgm:t>
        <a:bodyPr/>
        <a:lstStyle/>
        <a:p>
          <a:endParaRPr lang="en-US"/>
        </a:p>
      </dgm:t>
    </dgm:pt>
    <dgm:pt modelId="{87525620-417F-4C78-8F24-40EC0F1BBE81}" type="sibTrans" cxnId="{4A6FAA18-58FA-4604-9A34-E8F08D74319C}">
      <dgm:prSet/>
      <dgm:spPr/>
      <dgm:t>
        <a:bodyPr/>
        <a:lstStyle/>
        <a:p>
          <a:endParaRPr lang="en-US"/>
        </a:p>
      </dgm:t>
    </dgm:pt>
    <dgm:pt modelId="{41CD9CF5-272D-4EF3-81E0-DAABC8329D5E}">
      <dgm:prSet phldrT="[Text]"/>
      <dgm:spPr/>
      <dgm:t>
        <a:bodyPr/>
        <a:lstStyle/>
        <a:p>
          <a:r>
            <a:rPr lang="en-US" b="1" i="0" dirty="0"/>
            <a:t>Working software over comprehensive documentation</a:t>
          </a:r>
          <a:endParaRPr lang="en-US" dirty="0"/>
        </a:p>
      </dgm:t>
    </dgm:pt>
    <dgm:pt modelId="{21C13B15-CE70-4B74-B77C-7CD4F7BCDB50}" type="parTrans" cxnId="{17B72EC7-6B3D-4515-91ED-921715E58841}">
      <dgm:prSet/>
      <dgm:spPr/>
      <dgm:t>
        <a:bodyPr/>
        <a:lstStyle/>
        <a:p>
          <a:endParaRPr lang="en-US"/>
        </a:p>
      </dgm:t>
    </dgm:pt>
    <dgm:pt modelId="{B8DFE146-2CCD-401E-8C3B-BCE6D6E98BC4}" type="sibTrans" cxnId="{17B72EC7-6B3D-4515-91ED-921715E58841}">
      <dgm:prSet/>
      <dgm:spPr/>
      <dgm:t>
        <a:bodyPr/>
        <a:lstStyle/>
        <a:p>
          <a:endParaRPr lang="en-US"/>
        </a:p>
      </dgm:t>
    </dgm:pt>
    <dgm:pt modelId="{69B910A6-79F7-44BF-94E5-E74F04AE94F9}">
      <dgm:prSet phldrT="[Text]"/>
      <dgm:spPr/>
      <dgm:t>
        <a:bodyPr/>
        <a:lstStyle/>
        <a:p>
          <a:r>
            <a:rPr lang="en-US" b="1" i="0" dirty="0"/>
            <a:t>Customer collaboration over contract negotiation</a:t>
          </a:r>
          <a:endParaRPr lang="en-US" dirty="0"/>
        </a:p>
      </dgm:t>
    </dgm:pt>
    <dgm:pt modelId="{1D250EF3-83CC-413A-8BE3-5316651C00B8}" type="parTrans" cxnId="{7F1FAC1B-7E94-422B-8664-7DC9D2FC04D8}">
      <dgm:prSet/>
      <dgm:spPr/>
      <dgm:t>
        <a:bodyPr/>
        <a:lstStyle/>
        <a:p>
          <a:endParaRPr lang="en-US"/>
        </a:p>
      </dgm:t>
    </dgm:pt>
    <dgm:pt modelId="{F58370D3-B949-4910-90E3-B1FE28DFC1B1}" type="sibTrans" cxnId="{7F1FAC1B-7E94-422B-8664-7DC9D2FC04D8}">
      <dgm:prSet/>
      <dgm:spPr/>
      <dgm:t>
        <a:bodyPr/>
        <a:lstStyle/>
        <a:p>
          <a:endParaRPr lang="en-US"/>
        </a:p>
      </dgm:t>
    </dgm:pt>
    <dgm:pt modelId="{3E2F965E-9070-4B79-8A35-94CD1D1A557E}">
      <dgm:prSet phldrT="[Text]"/>
      <dgm:spPr/>
      <dgm:t>
        <a:bodyPr/>
        <a:lstStyle/>
        <a:p>
          <a:r>
            <a:rPr lang="en-US" b="1" i="0" dirty="0"/>
            <a:t>Responding to change over following a plan</a:t>
          </a:r>
          <a:endParaRPr lang="en-US" dirty="0"/>
        </a:p>
      </dgm:t>
    </dgm:pt>
    <dgm:pt modelId="{09D7A1F8-3418-4FCE-B46A-EF892557364B}" type="parTrans" cxnId="{80CE5B6F-DB5F-4EFF-8B92-834D44802B38}">
      <dgm:prSet/>
      <dgm:spPr/>
      <dgm:t>
        <a:bodyPr/>
        <a:lstStyle/>
        <a:p>
          <a:endParaRPr lang="en-US"/>
        </a:p>
      </dgm:t>
    </dgm:pt>
    <dgm:pt modelId="{07328214-E383-492A-BB62-E72F641864AC}" type="sibTrans" cxnId="{80CE5B6F-DB5F-4EFF-8B92-834D44802B38}">
      <dgm:prSet/>
      <dgm:spPr/>
      <dgm:t>
        <a:bodyPr/>
        <a:lstStyle/>
        <a:p>
          <a:endParaRPr lang="en-US"/>
        </a:p>
      </dgm:t>
    </dgm:pt>
    <dgm:pt modelId="{4E9A5B1A-3BDE-4737-A576-D21E81F45921}" type="pres">
      <dgm:prSet presAssocID="{7A5FEB69-55EA-4875-9B01-F8586264FD8B}" presName="diagram" presStyleCnt="0">
        <dgm:presLayoutVars>
          <dgm:dir/>
          <dgm:resizeHandles val="exact"/>
        </dgm:presLayoutVars>
      </dgm:prSet>
      <dgm:spPr/>
    </dgm:pt>
    <dgm:pt modelId="{BA71EC5F-95F6-407E-9083-6B06F7074550}" type="pres">
      <dgm:prSet presAssocID="{179E365E-492C-41AE-B07D-32FDEEC6E49B}" presName="node" presStyleLbl="node1" presStyleIdx="0" presStyleCnt="4">
        <dgm:presLayoutVars>
          <dgm:bulletEnabled val="1"/>
        </dgm:presLayoutVars>
      </dgm:prSet>
      <dgm:spPr/>
    </dgm:pt>
    <dgm:pt modelId="{03476883-8635-4839-91C8-0086A4D2D541}" type="pres">
      <dgm:prSet presAssocID="{87525620-417F-4C78-8F24-40EC0F1BBE81}" presName="sibTrans" presStyleCnt="0"/>
      <dgm:spPr/>
    </dgm:pt>
    <dgm:pt modelId="{822120BB-9E70-41F6-838C-2AB42B9F5B56}" type="pres">
      <dgm:prSet presAssocID="{41CD9CF5-272D-4EF3-81E0-DAABC8329D5E}" presName="node" presStyleLbl="node1" presStyleIdx="1" presStyleCnt="4">
        <dgm:presLayoutVars>
          <dgm:bulletEnabled val="1"/>
        </dgm:presLayoutVars>
      </dgm:prSet>
      <dgm:spPr/>
    </dgm:pt>
    <dgm:pt modelId="{9638821F-B4B2-49A4-ABF2-152F8767B834}" type="pres">
      <dgm:prSet presAssocID="{B8DFE146-2CCD-401E-8C3B-BCE6D6E98BC4}" presName="sibTrans" presStyleCnt="0"/>
      <dgm:spPr/>
    </dgm:pt>
    <dgm:pt modelId="{F45B26B3-55B9-4F65-B9B7-15C6781F5B0D}" type="pres">
      <dgm:prSet presAssocID="{69B910A6-79F7-44BF-94E5-E74F04AE94F9}" presName="node" presStyleLbl="node1" presStyleIdx="2" presStyleCnt="4">
        <dgm:presLayoutVars>
          <dgm:bulletEnabled val="1"/>
        </dgm:presLayoutVars>
      </dgm:prSet>
      <dgm:spPr/>
    </dgm:pt>
    <dgm:pt modelId="{991BFF56-5C7E-4DD9-98EB-F31CD23E8159}" type="pres">
      <dgm:prSet presAssocID="{F58370D3-B949-4910-90E3-B1FE28DFC1B1}" presName="sibTrans" presStyleCnt="0"/>
      <dgm:spPr/>
    </dgm:pt>
    <dgm:pt modelId="{D91992B5-8647-4DA3-BA19-0FBB00F83FE8}" type="pres">
      <dgm:prSet presAssocID="{3E2F965E-9070-4B79-8A35-94CD1D1A557E}" presName="node" presStyleLbl="node1" presStyleIdx="3" presStyleCnt="4">
        <dgm:presLayoutVars>
          <dgm:bulletEnabled val="1"/>
        </dgm:presLayoutVars>
      </dgm:prSet>
      <dgm:spPr/>
    </dgm:pt>
  </dgm:ptLst>
  <dgm:cxnLst>
    <dgm:cxn modelId="{4A6FAA18-58FA-4604-9A34-E8F08D74319C}" srcId="{7A5FEB69-55EA-4875-9B01-F8586264FD8B}" destId="{179E365E-492C-41AE-B07D-32FDEEC6E49B}" srcOrd="0" destOrd="0" parTransId="{063CA0AD-1347-4571-814A-1E963A4CABBF}" sibTransId="{87525620-417F-4C78-8F24-40EC0F1BBE81}"/>
    <dgm:cxn modelId="{7F1FAC1B-7E94-422B-8664-7DC9D2FC04D8}" srcId="{7A5FEB69-55EA-4875-9B01-F8586264FD8B}" destId="{69B910A6-79F7-44BF-94E5-E74F04AE94F9}" srcOrd="2" destOrd="0" parTransId="{1D250EF3-83CC-413A-8BE3-5316651C00B8}" sibTransId="{F58370D3-B949-4910-90E3-B1FE28DFC1B1}"/>
    <dgm:cxn modelId="{757BB763-069D-445F-8E87-4D3DEB3E935B}" type="presOf" srcId="{3E2F965E-9070-4B79-8A35-94CD1D1A557E}" destId="{D91992B5-8647-4DA3-BA19-0FBB00F83FE8}" srcOrd="0" destOrd="0" presId="urn:microsoft.com/office/officeart/2005/8/layout/default"/>
    <dgm:cxn modelId="{80CE5B6F-DB5F-4EFF-8B92-834D44802B38}" srcId="{7A5FEB69-55EA-4875-9B01-F8586264FD8B}" destId="{3E2F965E-9070-4B79-8A35-94CD1D1A557E}" srcOrd="3" destOrd="0" parTransId="{09D7A1F8-3418-4FCE-B46A-EF892557364B}" sibTransId="{07328214-E383-492A-BB62-E72F641864AC}"/>
    <dgm:cxn modelId="{CC214F87-2EDB-4B55-AA35-4AA0F1F7F0CB}" type="presOf" srcId="{41CD9CF5-272D-4EF3-81E0-DAABC8329D5E}" destId="{822120BB-9E70-41F6-838C-2AB42B9F5B56}" srcOrd="0" destOrd="0" presId="urn:microsoft.com/office/officeart/2005/8/layout/default"/>
    <dgm:cxn modelId="{FD9AEC96-3CDB-407F-85E7-4CE3983D6B26}" type="presOf" srcId="{179E365E-492C-41AE-B07D-32FDEEC6E49B}" destId="{BA71EC5F-95F6-407E-9083-6B06F7074550}" srcOrd="0" destOrd="0" presId="urn:microsoft.com/office/officeart/2005/8/layout/default"/>
    <dgm:cxn modelId="{9F1560B4-ACE4-4973-A1A5-037795D05C4B}" type="presOf" srcId="{69B910A6-79F7-44BF-94E5-E74F04AE94F9}" destId="{F45B26B3-55B9-4F65-B9B7-15C6781F5B0D}" srcOrd="0" destOrd="0" presId="urn:microsoft.com/office/officeart/2005/8/layout/default"/>
    <dgm:cxn modelId="{6824ECC1-C2DF-4EE2-B30A-94E10BB2E804}" type="presOf" srcId="{7A5FEB69-55EA-4875-9B01-F8586264FD8B}" destId="{4E9A5B1A-3BDE-4737-A576-D21E81F45921}" srcOrd="0" destOrd="0" presId="urn:microsoft.com/office/officeart/2005/8/layout/default"/>
    <dgm:cxn modelId="{17B72EC7-6B3D-4515-91ED-921715E58841}" srcId="{7A5FEB69-55EA-4875-9B01-F8586264FD8B}" destId="{41CD9CF5-272D-4EF3-81E0-DAABC8329D5E}" srcOrd="1" destOrd="0" parTransId="{21C13B15-CE70-4B74-B77C-7CD4F7BCDB50}" sibTransId="{B8DFE146-2CCD-401E-8C3B-BCE6D6E98BC4}"/>
    <dgm:cxn modelId="{A376ED33-E100-441E-9C91-9A92BA0F188F}" type="presParOf" srcId="{4E9A5B1A-3BDE-4737-A576-D21E81F45921}" destId="{BA71EC5F-95F6-407E-9083-6B06F7074550}" srcOrd="0" destOrd="0" presId="urn:microsoft.com/office/officeart/2005/8/layout/default"/>
    <dgm:cxn modelId="{B34D64DC-7F32-4FBE-999A-618DF9B4B14D}" type="presParOf" srcId="{4E9A5B1A-3BDE-4737-A576-D21E81F45921}" destId="{03476883-8635-4839-91C8-0086A4D2D541}" srcOrd="1" destOrd="0" presId="urn:microsoft.com/office/officeart/2005/8/layout/default"/>
    <dgm:cxn modelId="{20AF3091-3987-479F-AC28-F1130FFDB9BB}" type="presParOf" srcId="{4E9A5B1A-3BDE-4737-A576-D21E81F45921}" destId="{822120BB-9E70-41F6-838C-2AB42B9F5B56}" srcOrd="2" destOrd="0" presId="urn:microsoft.com/office/officeart/2005/8/layout/default"/>
    <dgm:cxn modelId="{30EC26FE-5F8C-47B7-9065-89925B966AEA}" type="presParOf" srcId="{4E9A5B1A-3BDE-4737-A576-D21E81F45921}" destId="{9638821F-B4B2-49A4-ABF2-152F8767B834}" srcOrd="3" destOrd="0" presId="urn:microsoft.com/office/officeart/2005/8/layout/default"/>
    <dgm:cxn modelId="{C9911168-2C21-4DE8-A3DD-0C6E6284836F}" type="presParOf" srcId="{4E9A5B1A-3BDE-4737-A576-D21E81F45921}" destId="{F45B26B3-55B9-4F65-B9B7-15C6781F5B0D}" srcOrd="4" destOrd="0" presId="urn:microsoft.com/office/officeart/2005/8/layout/default"/>
    <dgm:cxn modelId="{C7E874B6-F8F4-43CC-8AA5-04711A6329CD}" type="presParOf" srcId="{4E9A5B1A-3BDE-4737-A576-D21E81F45921}" destId="{991BFF56-5C7E-4DD9-98EB-F31CD23E8159}" srcOrd="5" destOrd="0" presId="urn:microsoft.com/office/officeart/2005/8/layout/default"/>
    <dgm:cxn modelId="{17005EEE-F262-4519-A9F7-8941E8DE11D5}" type="presParOf" srcId="{4E9A5B1A-3BDE-4737-A576-D21E81F45921}" destId="{D91992B5-8647-4DA3-BA19-0FBB00F83FE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5FEB69-55EA-4875-9B01-F8586264FD8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79E365E-492C-41AE-B07D-32FDEEC6E49B}">
      <dgm:prSet phldrT="[Text]"/>
      <dgm:spPr/>
      <dgm:t>
        <a:bodyPr/>
        <a:lstStyle/>
        <a:p>
          <a:r>
            <a:rPr lang="en-US" b="1" i="0" dirty="0"/>
            <a:t>Individuals and interactions over processes and tools</a:t>
          </a:r>
          <a:endParaRPr lang="en-US" dirty="0"/>
        </a:p>
      </dgm:t>
    </dgm:pt>
    <dgm:pt modelId="{063CA0AD-1347-4571-814A-1E963A4CABBF}" type="parTrans" cxnId="{4A6FAA18-58FA-4604-9A34-E8F08D74319C}">
      <dgm:prSet/>
      <dgm:spPr/>
      <dgm:t>
        <a:bodyPr/>
        <a:lstStyle/>
        <a:p>
          <a:endParaRPr lang="en-US"/>
        </a:p>
      </dgm:t>
    </dgm:pt>
    <dgm:pt modelId="{87525620-417F-4C78-8F24-40EC0F1BBE81}" type="sibTrans" cxnId="{4A6FAA18-58FA-4604-9A34-E8F08D74319C}">
      <dgm:prSet/>
      <dgm:spPr/>
      <dgm:t>
        <a:bodyPr/>
        <a:lstStyle/>
        <a:p>
          <a:endParaRPr lang="en-US"/>
        </a:p>
      </dgm:t>
    </dgm:pt>
    <dgm:pt modelId="{41CD9CF5-272D-4EF3-81E0-DAABC8329D5E}">
      <dgm:prSet phldrT="[Text]"/>
      <dgm:spPr/>
      <dgm:t>
        <a:bodyPr/>
        <a:lstStyle/>
        <a:p>
          <a:r>
            <a:rPr lang="en-US" b="1" i="0" dirty="0"/>
            <a:t>Working software over comprehensive documentation</a:t>
          </a:r>
          <a:endParaRPr lang="en-US" dirty="0"/>
        </a:p>
      </dgm:t>
    </dgm:pt>
    <dgm:pt modelId="{21C13B15-CE70-4B74-B77C-7CD4F7BCDB50}" type="parTrans" cxnId="{17B72EC7-6B3D-4515-91ED-921715E58841}">
      <dgm:prSet/>
      <dgm:spPr/>
      <dgm:t>
        <a:bodyPr/>
        <a:lstStyle/>
        <a:p>
          <a:endParaRPr lang="en-US"/>
        </a:p>
      </dgm:t>
    </dgm:pt>
    <dgm:pt modelId="{B8DFE146-2CCD-401E-8C3B-BCE6D6E98BC4}" type="sibTrans" cxnId="{17B72EC7-6B3D-4515-91ED-921715E58841}">
      <dgm:prSet/>
      <dgm:spPr/>
      <dgm:t>
        <a:bodyPr/>
        <a:lstStyle/>
        <a:p>
          <a:endParaRPr lang="en-US"/>
        </a:p>
      </dgm:t>
    </dgm:pt>
    <dgm:pt modelId="{69B910A6-79F7-44BF-94E5-E74F04AE94F9}">
      <dgm:prSet phldrT="[Text]"/>
      <dgm:spPr/>
      <dgm:t>
        <a:bodyPr/>
        <a:lstStyle/>
        <a:p>
          <a:r>
            <a:rPr lang="en-US" b="1" i="0" dirty="0"/>
            <a:t>Customer collaboration over contract negotiation</a:t>
          </a:r>
          <a:endParaRPr lang="en-US" dirty="0"/>
        </a:p>
      </dgm:t>
    </dgm:pt>
    <dgm:pt modelId="{1D250EF3-83CC-413A-8BE3-5316651C00B8}" type="parTrans" cxnId="{7F1FAC1B-7E94-422B-8664-7DC9D2FC04D8}">
      <dgm:prSet/>
      <dgm:spPr/>
      <dgm:t>
        <a:bodyPr/>
        <a:lstStyle/>
        <a:p>
          <a:endParaRPr lang="en-US"/>
        </a:p>
      </dgm:t>
    </dgm:pt>
    <dgm:pt modelId="{F58370D3-B949-4910-90E3-B1FE28DFC1B1}" type="sibTrans" cxnId="{7F1FAC1B-7E94-422B-8664-7DC9D2FC04D8}">
      <dgm:prSet/>
      <dgm:spPr/>
      <dgm:t>
        <a:bodyPr/>
        <a:lstStyle/>
        <a:p>
          <a:endParaRPr lang="en-US"/>
        </a:p>
      </dgm:t>
    </dgm:pt>
    <dgm:pt modelId="{3E2F965E-9070-4B79-8A35-94CD1D1A557E}">
      <dgm:prSet phldrT="[Text]"/>
      <dgm:spPr/>
      <dgm:t>
        <a:bodyPr/>
        <a:lstStyle/>
        <a:p>
          <a:r>
            <a:rPr lang="en-US" b="1" i="0" dirty="0"/>
            <a:t>Responding to change over following a plan</a:t>
          </a:r>
          <a:endParaRPr lang="en-US" dirty="0"/>
        </a:p>
      </dgm:t>
    </dgm:pt>
    <dgm:pt modelId="{09D7A1F8-3418-4FCE-B46A-EF892557364B}" type="parTrans" cxnId="{80CE5B6F-DB5F-4EFF-8B92-834D44802B38}">
      <dgm:prSet/>
      <dgm:spPr/>
      <dgm:t>
        <a:bodyPr/>
        <a:lstStyle/>
        <a:p>
          <a:endParaRPr lang="en-US"/>
        </a:p>
      </dgm:t>
    </dgm:pt>
    <dgm:pt modelId="{07328214-E383-492A-BB62-E72F641864AC}" type="sibTrans" cxnId="{80CE5B6F-DB5F-4EFF-8B92-834D44802B38}">
      <dgm:prSet/>
      <dgm:spPr/>
      <dgm:t>
        <a:bodyPr/>
        <a:lstStyle/>
        <a:p>
          <a:endParaRPr lang="en-US"/>
        </a:p>
      </dgm:t>
    </dgm:pt>
    <dgm:pt modelId="{4E9A5B1A-3BDE-4737-A576-D21E81F45921}" type="pres">
      <dgm:prSet presAssocID="{7A5FEB69-55EA-4875-9B01-F8586264FD8B}" presName="diagram" presStyleCnt="0">
        <dgm:presLayoutVars>
          <dgm:dir/>
          <dgm:resizeHandles val="exact"/>
        </dgm:presLayoutVars>
      </dgm:prSet>
      <dgm:spPr/>
    </dgm:pt>
    <dgm:pt modelId="{BA71EC5F-95F6-407E-9083-6B06F7074550}" type="pres">
      <dgm:prSet presAssocID="{179E365E-492C-41AE-B07D-32FDEEC6E49B}" presName="node" presStyleLbl="node1" presStyleIdx="0" presStyleCnt="4">
        <dgm:presLayoutVars>
          <dgm:bulletEnabled val="1"/>
        </dgm:presLayoutVars>
      </dgm:prSet>
      <dgm:spPr/>
    </dgm:pt>
    <dgm:pt modelId="{03476883-8635-4839-91C8-0086A4D2D541}" type="pres">
      <dgm:prSet presAssocID="{87525620-417F-4C78-8F24-40EC0F1BBE81}" presName="sibTrans" presStyleCnt="0"/>
      <dgm:spPr/>
    </dgm:pt>
    <dgm:pt modelId="{822120BB-9E70-41F6-838C-2AB42B9F5B56}" type="pres">
      <dgm:prSet presAssocID="{41CD9CF5-272D-4EF3-81E0-DAABC8329D5E}" presName="node" presStyleLbl="node1" presStyleIdx="1" presStyleCnt="4">
        <dgm:presLayoutVars>
          <dgm:bulletEnabled val="1"/>
        </dgm:presLayoutVars>
      </dgm:prSet>
      <dgm:spPr/>
    </dgm:pt>
    <dgm:pt modelId="{9638821F-B4B2-49A4-ABF2-152F8767B834}" type="pres">
      <dgm:prSet presAssocID="{B8DFE146-2CCD-401E-8C3B-BCE6D6E98BC4}" presName="sibTrans" presStyleCnt="0"/>
      <dgm:spPr/>
    </dgm:pt>
    <dgm:pt modelId="{F45B26B3-55B9-4F65-B9B7-15C6781F5B0D}" type="pres">
      <dgm:prSet presAssocID="{69B910A6-79F7-44BF-94E5-E74F04AE94F9}" presName="node" presStyleLbl="node1" presStyleIdx="2" presStyleCnt="4">
        <dgm:presLayoutVars>
          <dgm:bulletEnabled val="1"/>
        </dgm:presLayoutVars>
      </dgm:prSet>
      <dgm:spPr/>
    </dgm:pt>
    <dgm:pt modelId="{991BFF56-5C7E-4DD9-98EB-F31CD23E8159}" type="pres">
      <dgm:prSet presAssocID="{F58370D3-B949-4910-90E3-B1FE28DFC1B1}" presName="sibTrans" presStyleCnt="0"/>
      <dgm:spPr/>
    </dgm:pt>
    <dgm:pt modelId="{D91992B5-8647-4DA3-BA19-0FBB00F83FE8}" type="pres">
      <dgm:prSet presAssocID="{3E2F965E-9070-4B79-8A35-94CD1D1A557E}" presName="node" presStyleLbl="node1" presStyleIdx="3" presStyleCnt="4">
        <dgm:presLayoutVars>
          <dgm:bulletEnabled val="1"/>
        </dgm:presLayoutVars>
      </dgm:prSet>
      <dgm:spPr/>
    </dgm:pt>
  </dgm:ptLst>
  <dgm:cxnLst>
    <dgm:cxn modelId="{4A6FAA18-58FA-4604-9A34-E8F08D74319C}" srcId="{7A5FEB69-55EA-4875-9B01-F8586264FD8B}" destId="{179E365E-492C-41AE-B07D-32FDEEC6E49B}" srcOrd="0" destOrd="0" parTransId="{063CA0AD-1347-4571-814A-1E963A4CABBF}" sibTransId="{87525620-417F-4C78-8F24-40EC0F1BBE81}"/>
    <dgm:cxn modelId="{7F1FAC1B-7E94-422B-8664-7DC9D2FC04D8}" srcId="{7A5FEB69-55EA-4875-9B01-F8586264FD8B}" destId="{69B910A6-79F7-44BF-94E5-E74F04AE94F9}" srcOrd="2" destOrd="0" parTransId="{1D250EF3-83CC-413A-8BE3-5316651C00B8}" sibTransId="{F58370D3-B949-4910-90E3-B1FE28DFC1B1}"/>
    <dgm:cxn modelId="{757BB763-069D-445F-8E87-4D3DEB3E935B}" type="presOf" srcId="{3E2F965E-9070-4B79-8A35-94CD1D1A557E}" destId="{D91992B5-8647-4DA3-BA19-0FBB00F83FE8}" srcOrd="0" destOrd="0" presId="urn:microsoft.com/office/officeart/2005/8/layout/default"/>
    <dgm:cxn modelId="{80CE5B6F-DB5F-4EFF-8B92-834D44802B38}" srcId="{7A5FEB69-55EA-4875-9B01-F8586264FD8B}" destId="{3E2F965E-9070-4B79-8A35-94CD1D1A557E}" srcOrd="3" destOrd="0" parTransId="{09D7A1F8-3418-4FCE-B46A-EF892557364B}" sibTransId="{07328214-E383-492A-BB62-E72F641864AC}"/>
    <dgm:cxn modelId="{CC214F87-2EDB-4B55-AA35-4AA0F1F7F0CB}" type="presOf" srcId="{41CD9CF5-272D-4EF3-81E0-DAABC8329D5E}" destId="{822120BB-9E70-41F6-838C-2AB42B9F5B56}" srcOrd="0" destOrd="0" presId="urn:microsoft.com/office/officeart/2005/8/layout/default"/>
    <dgm:cxn modelId="{FD9AEC96-3CDB-407F-85E7-4CE3983D6B26}" type="presOf" srcId="{179E365E-492C-41AE-B07D-32FDEEC6E49B}" destId="{BA71EC5F-95F6-407E-9083-6B06F7074550}" srcOrd="0" destOrd="0" presId="urn:microsoft.com/office/officeart/2005/8/layout/default"/>
    <dgm:cxn modelId="{9F1560B4-ACE4-4973-A1A5-037795D05C4B}" type="presOf" srcId="{69B910A6-79F7-44BF-94E5-E74F04AE94F9}" destId="{F45B26B3-55B9-4F65-B9B7-15C6781F5B0D}" srcOrd="0" destOrd="0" presId="urn:microsoft.com/office/officeart/2005/8/layout/default"/>
    <dgm:cxn modelId="{6824ECC1-C2DF-4EE2-B30A-94E10BB2E804}" type="presOf" srcId="{7A5FEB69-55EA-4875-9B01-F8586264FD8B}" destId="{4E9A5B1A-3BDE-4737-A576-D21E81F45921}" srcOrd="0" destOrd="0" presId="urn:microsoft.com/office/officeart/2005/8/layout/default"/>
    <dgm:cxn modelId="{17B72EC7-6B3D-4515-91ED-921715E58841}" srcId="{7A5FEB69-55EA-4875-9B01-F8586264FD8B}" destId="{41CD9CF5-272D-4EF3-81E0-DAABC8329D5E}" srcOrd="1" destOrd="0" parTransId="{21C13B15-CE70-4B74-B77C-7CD4F7BCDB50}" sibTransId="{B8DFE146-2CCD-401E-8C3B-BCE6D6E98BC4}"/>
    <dgm:cxn modelId="{A376ED33-E100-441E-9C91-9A92BA0F188F}" type="presParOf" srcId="{4E9A5B1A-3BDE-4737-A576-D21E81F45921}" destId="{BA71EC5F-95F6-407E-9083-6B06F7074550}" srcOrd="0" destOrd="0" presId="urn:microsoft.com/office/officeart/2005/8/layout/default"/>
    <dgm:cxn modelId="{B34D64DC-7F32-4FBE-999A-618DF9B4B14D}" type="presParOf" srcId="{4E9A5B1A-3BDE-4737-A576-D21E81F45921}" destId="{03476883-8635-4839-91C8-0086A4D2D541}" srcOrd="1" destOrd="0" presId="urn:microsoft.com/office/officeart/2005/8/layout/default"/>
    <dgm:cxn modelId="{20AF3091-3987-479F-AC28-F1130FFDB9BB}" type="presParOf" srcId="{4E9A5B1A-3BDE-4737-A576-D21E81F45921}" destId="{822120BB-9E70-41F6-838C-2AB42B9F5B56}" srcOrd="2" destOrd="0" presId="urn:microsoft.com/office/officeart/2005/8/layout/default"/>
    <dgm:cxn modelId="{30EC26FE-5F8C-47B7-9065-89925B966AEA}" type="presParOf" srcId="{4E9A5B1A-3BDE-4737-A576-D21E81F45921}" destId="{9638821F-B4B2-49A4-ABF2-152F8767B834}" srcOrd="3" destOrd="0" presId="urn:microsoft.com/office/officeart/2005/8/layout/default"/>
    <dgm:cxn modelId="{C9911168-2C21-4DE8-A3DD-0C6E6284836F}" type="presParOf" srcId="{4E9A5B1A-3BDE-4737-A576-D21E81F45921}" destId="{F45B26B3-55B9-4F65-B9B7-15C6781F5B0D}" srcOrd="4" destOrd="0" presId="urn:microsoft.com/office/officeart/2005/8/layout/default"/>
    <dgm:cxn modelId="{C7E874B6-F8F4-43CC-8AA5-04711A6329CD}" type="presParOf" srcId="{4E9A5B1A-3BDE-4737-A576-D21E81F45921}" destId="{991BFF56-5C7E-4DD9-98EB-F31CD23E8159}" srcOrd="5" destOrd="0" presId="urn:microsoft.com/office/officeart/2005/8/layout/default"/>
    <dgm:cxn modelId="{17005EEE-F262-4519-A9F7-8941E8DE11D5}" type="presParOf" srcId="{4E9A5B1A-3BDE-4737-A576-D21E81F45921}" destId="{D91992B5-8647-4DA3-BA19-0FBB00F83FE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A5FEB69-55EA-4875-9B01-F8586264FD8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79E365E-492C-41AE-B07D-32FDEEC6E49B}">
      <dgm:prSet phldrT="[Text]" custT="1"/>
      <dgm:spPr/>
      <dgm:t>
        <a:bodyPr/>
        <a:lstStyle/>
        <a:p>
          <a:r>
            <a:rPr lang="en-US" sz="4400" b="1" i="0" dirty="0"/>
            <a:t>Scrum</a:t>
          </a:r>
          <a:endParaRPr lang="en-US" sz="4400" dirty="0"/>
        </a:p>
      </dgm:t>
    </dgm:pt>
    <dgm:pt modelId="{063CA0AD-1347-4571-814A-1E963A4CABBF}" type="parTrans" cxnId="{4A6FAA18-58FA-4604-9A34-E8F08D74319C}">
      <dgm:prSet/>
      <dgm:spPr/>
      <dgm:t>
        <a:bodyPr/>
        <a:lstStyle/>
        <a:p>
          <a:endParaRPr lang="en-US"/>
        </a:p>
      </dgm:t>
    </dgm:pt>
    <dgm:pt modelId="{87525620-417F-4C78-8F24-40EC0F1BBE81}" type="sibTrans" cxnId="{4A6FAA18-58FA-4604-9A34-E8F08D74319C}">
      <dgm:prSet/>
      <dgm:spPr/>
      <dgm:t>
        <a:bodyPr/>
        <a:lstStyle/>
        <a:p>
          <a:endParaRPr lang="en-US"/>
        </a:p>
      </dgm:t>
    </dgm:pt>
    <dgm:pt modelId="{41CD9CF5-272D-4EF3-81E0-DAABC8329D5E}">
      <dgm:prSet phldrT="[Text]" custT="1"/>
      <dgm:spPr/>
      <dgm:t>
        <a:bodyPr/>
        <a:lstStyle/>
        <a:p>
          <a:r>
            <a:rPr lang="en-US" sz="4000" b="1" i="0" dirty="0"/>
            <a:t>Kanban</a:t>
          </a:r>
          <a:endParaRPr lang="en-US" sz="4000" dirty="0"/>
        </a:p>
      </dgm:t>
    </dgm:pt>
    <dgm:pt modelId="{21C13B15-CE70-4B74-B77C-7CD4F7BCDB50}" type="parTrans" cxnId="{17B72EC7-6B3D-4515-91ED-921715E58841}">
      <dgm:prSet/>
      <dgm:spPr/>
      <dgm:t>
        <a:bodyPr/>
        <a:lstStyle/>
        <a:p>
          <a:endParaRPr lang="en-US"/>
        </a:p>
      </dgm:t>
    </dgm:pt>
    <dgm:pt modelId="{B8DFE146-2CCD-401E-8C3B-BCE6D6E98BC4}" type="sibTrans" cxnId="{17B72EC7-6B3D-4515-91ED-921715E58841}">
      <dgm:prSet/>
      <dgm:spPr/>
      <dgm:t>
        <a:bodyPr/>
        <a:lstStyle/>
        <a:p>
          <a:endParaRPr lang="en-US"/>
        </a:p>
      </dgm:t>
    </dgm:pt>
    <dgm:pt modelId="{69B910A6-79F7-44BF-94E5-E74F04AE94F9}">
      <dgm:prSet phldrT="[Text]" custT="1"/>
      <dgm:spPr/>
      <dgm:t>
        <a:bodyPr/>
        <a:lstStyle/>
        <a:p>
          <a:r>
            <a:rPr lang="en-US" sz="2400" b="1" i="0" dirty="0"/>
            <a:t>Extreme Programming (XP)</a:t>
          </a:r>
          <a:endParaRPr lang="en-US" sz="2400" dirty="0"/>
        </a:p>
      </dgm:t>
    </dgm:pt>
    <dgm:pt modelId="{1D250EF3-83CC-413A-8BE3-5316651C00B8}" type="parTrans" cxnId="{7F1FAC1B-7E94-422B-8664-7DC9D2FC04D8}">
      <dgm:prSet/>
      <dgm:spPr/>
      <dgm:t>
        <a:bodyPr/>
        <a:lstStyle/>
        <a:p>
          <a:endParaRPr lang="en-US"/>
        </a:p>
      </dgm:t>
    </dgm:pt>
    <dgm:pt modelId="{F58370D3-B949-4910-90E3-B1FE28DFC1B1}" type="sibTrans" cxnId="{7F1FAC1B-7E94-422B-8664-7DC9D2FC04D8}">
      <dgm:prSet/>
      <dgm:spPr/>
      <dgm:t>
        <a:bodyPr/>
        <a:lstStyle/>
        <a:p>
          <a:endParaRPr lang="en-US"/>
        </a:p>
      </dgm:t>
    </dgm:pt>
    <dgm:pt modelId="{4E9A5B1A-3BDE-4737-A576-D21E81F45921}" type="pres">
      <dgm:prSet presAssocID="{7A5FEB69-55EA-4875-9B01-F8586264FD8B}" presName="diagram" presStyleCnt="0">
        <dgm:presLayoutVars>
          <dgm:dir/>
          <dgm:resizeHandles val="exact"/>
        </dgm:presLayoutVars>
      </dgm:prSet>
      <dgm:spPr/>
    </dgm:pt>
    <dgm:pt modelId="{BA71EC5F-95F6-407E-9083-6B06F7074550}" type="pres">
      <dgm:prSet presAssocID="{179E365E-492C-41AE-B07D-32FDEEC6E49B}" presName="node" presStyleLbl="node1" presStyleIdx="0" presStyleCnt="3">
        <dgm:presLayoutVars>
          <dgm:bulletEnabled val="1"/>
        </dgm:presLayoutVars>
      </dgm:prSet>
      <dgm:spPr/>
    </dgm:pt>
    <dgm:pt modelId="{03476883-8635-4839-91C8-0086A4D2D541}" type="pres">
      <dgm:prSet presAssocID="{87525620-417F-4C78-8F24-40EC0F1BBE81}" presName="sibTrans" presStyleCnt="0"/>
      <dgm:spPr/>
    </dgm:pt>
    <dgm:pt modelId="{822120BB-9E70-41F6-838C-2AB42B9F5B56}" type="pres">
      <dgm:prSet presAssocID="{41CD9CF5-272D-4EF3-81E0-DAABC8329D5E}" presName="node" presStyleLbl="node1" presStyleIdx="1" presStyleCnt="3">
        <dgm:presLayoutVars>
          <dgm:bulletEnabled val="1"/>
        </dgm:presLayoutVars>
      </dgm:prSet>
      <dgm:spPr/>
    </dgm:pt>
    <dgm:pt modelId="{9638821F-B4B2-49A4-ABF2-152F8767B834}" type="pres">
      <dgm:prSet presAssocID="{B8DFE146-2CCD-401E-8C3B-BCE6D6E98BC4}" presName="sibTrans" presStyleCnt="0"/>
      <dgm:spPr/>
    </dgm:pt>
    <dgm:pt modelId="{F45B26B3-55B9-4F65-B9B7-15C6781F5B0D}" type="pres">
      <dgm:prSet presAssocID="{69B910A6-79F7-44BF-94E5-E74F04AE94F9}" presName="node" presStyleLbl="node1" presStyleIdx="2" presStyleCnt="3">
        <dgm:presLayoutVars>
          <dgm:bulletEnabled val="1"/>
        </dgm:presLayoutVars>
      </dgm:prSet>
      <dgm:spPr/>
    </dgm:pt>
  </dgm:ptLst>
  <dgm:cxnLst>
    <dgm:cxn modelId="{4A6FAA18-58FA-4604-9A34-E8F08D74319C}" srcId="{7A5FEB69-55EA-4875-9B01-F8586264FD8B}" destId="{179E365E-492C-41AE-B07D-32FDEEC6E49B}" srcOrd="0" destOrd="0" parTransId="{063CA0AD-1347-4571-814A-1E963A4CABBF}" sibTransId="{87525620-417F-4C78-8F24-40EC0F1BBE81}"/>
    <dgm:cxn modelId="{7F1FAC1B-7E94-422B-8664-7DC9D2FC04D8}" srcId="{7A5FEB69-55EA-4875-9B01-F8586264FD8B}" destId="{69B910A6-79F7-44BF-94E5-E74F04AE94F9}" srcOrd="2" destOrd="0" parTransId="{1D250EF3-83CC-413A-8BE3-5316651C00B8}" sibTransId="{F58370D3-B949-4910-90E3-B1FE28DFC1B1}"/>
    <dgm:cxn modelId="{CC214F87-2EDB-4B55-AA35-4AA0F1F7F0CB}" type="presOf" srcId="{41CD9CF5-272D-4EF3-81E0-DAABC8329D5E}" destId="{822120BB-9E70-41F6-838C-2AB42B9F5B56}" srcOrd="0" destOrd="0" presId="urn:microsoft.com/office/officeart/2005/8/layout/default"/>
    <dgm:cxn modelId="{FD9AEC96-3CDB-407F-85E7-4CE3983D6B26}" type="presOf" srcId="{179E365E-492C-41AE-B07D-32FDEEC6E49B}" destId="{BA71EC5F-95F6-407E-9083-6B06F7074550}" srcOrd="0" destOrd="0" presId="urn:microsoft.com/office/officeart/2005/8/layout/default"/>
    <dgm:cxn modelId="{9F1560B4-ACE4-4973-A1A5-037795D05C4B}" type="presOf" srcId="{69B910A6-79F7-44BF-94E5-E74F04AE94F9}" destId="{F45B26B3-55B9-4F65-B9B7-15C6781F5B0D}" srcOrd="0" destOrd="0" presId="urn:microsoft.com/office/officeart/2005/8/layout/default"/>
    <dgm:cxn modelId="{6824ECC1-C2DF-4EE2-B30A-94E10BB2E804}" type="presOf" srcId="{7A5FEB69-55EA-4875-9B01-F8586264FD8B}" destId="{4E9A5B1A-3BDE-4737-A576-D21E81F45921}" srcOrd="0" destOrd="0" presId="urn:microsoft.com/office/officeart/2005/8/layout/default"/>
    <dgm:cxn modelId="{17B72EC7-6B3D-4515-91ED-921715E58841}" srcId="{7A5FEB69-55EA-4875-9B01-F8586264FD8B}" destId="{41CD9CF5-272D-4EF3-81E0-DAABC8329D5E}" srcOrd="1" destOrd="0" parTransId="{21C13B15-CE70-4B74-B77C-7CD4F7BCDB50}" sibTransId="{B8DFE146-2CCD-401E-8C3B-BCE6D6E98BC4}"/>
    <dgm:cxn modelId="{A376ED33-E100-441E-9C91-9A92BA0F188F}" type="presParOf" srcId="{4E9A5B1A-3BDE-4737-A576-D21E81F45921}" destId="{BA71EC5F-95F6-407E-9083-6B06F7074550}" srcOrd="0" destOrd="0" presId="urn:microsoft.com/office/officeart/2005/8/layout/default"/>
    <dgm:cxn modelId="{B34D64DC-7F32-4FBE-999A-618DF9B4B14D}" type="presParOf" srcId="{4E9A5B1A-3BDE-4737-A576-D21E81F45921}" destId="{03476883-8635-4839-91C8-0086A4D2D541}" srcOrd="1" destOrd="0" presId="urn:microsoft.com/office/officeart/2005/8/layout/default"/>
    <dgm:cxn modelId="{20AF3091-3987-479F-AC28-F1130FFDB9BB}" type="presParOf" srcId="{4E9A5B1A-3BDE-4737-A576-D21E81F45921}" destId="{822120BB-9E70-41F6-838C-2AB42B9F5B56}" srcOrd="2" destOrd="0" presId="urn:microsoft.com/office/officeart/2005/8/layout/default"/>
    <dgm:cxn modelId="{30EC26FE-5F8C-47B7-9065-89925B966AEA}" type="presParOf" srcId="{4E9A5B1A-3BDE-4737-A576-D21E81F45921}" destId="{9638821F-B4B2-49A4-ABF2-152F8767B834}" srcOrd="3" destOrd="0" presId="urn:microsoft.com/office/officeart/2005/8/layout/default"/>
    <dgm:cxn modelId="{C9911168-2C21-4DE8-A3DD-0C6E6284836F}" type="presParOf" srcId="{4E9A5B1A-3BDE-4737-A576-D21E81F45921}" destId="{F45B26B3-55B9-4F65-B9B7-15C6781F5B0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5FEB69-55EA-4875-9B01-F8586264FD8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79E365E-492C-41AE-B07D-32FDEEC6E49B}">
      <dgm:prSet phldrT="[Text]" custT="1"/>
      <dgm:spPr/>
      <dgm:t>
        <a:bodyPr/>
        <a:lstStyle/>
        <a:p>
          <a:r>
            <a:rPr lang="en-US" sz="4400" b="1" i="0" dirty="0"/>
            <a:t>Scrum</a:t>
          </a:r>
          <a:endParaRPr lang="en-US" sz="4400" dirty="0"/>
        </a:p>
      </dgm:t>
    </dgm:pt>
    <dgm:pt modelId="{063CA0AD-1347-4571-814A-1E963A4CABBF}" type="parTrans" cxnId="{4A6FAA18-58FA-4604-9A34-E8F08D74319C}">
      <dgm:prSet/>
      <dgm:spPr/>
      <dgm:t>
        <a:bodyPr/>
        <a:lstStyle/>
        <a:p>
          <a:endParaRPr lang="en-US"/>
        </a:p>
      </dgm:t>
    </dgm:pt>
    <dgm:pt modelId="{87525620-417F-4C78-8F24-40EC0F1BBE81}" type="sibTrans" cxnId="{4A6FAA18-58FA-4604-9A34-E8F08D74319C}">
      <dgm:prSet/>
      <dgm:spPr/>
      <dgm:t>
        <a:bodyPr/>
        <a:lstStyle/>
        <a:p>
          <a:endParaRPr lang="en-US"/>
        </a:p>
      </dgm:t>
    </dgm:pt>
    <dgm:pt modelId="{41CD9CF5-272D-4EF3-81E0-DAABC8329D5E}">
      <dgm:prSet phldrT="[Text]" custT="1"/>
      <dgm:spPr/>
      <dgm:t>
        <a:bodyPr/>
        <a:lstStyle/>
        <a:p>
          <a:r>
            <a:rPr lang="en-US" sz="4000" b="1" i="0" dirty="0"/>
            <a:t>Kanban</a:t>
          </a:r>
          <a:endParaRPr lang="en-US" sz="4000" dirty="0"/>
        </a:p>
      </dgm:t>
    </dgm:pt>
    <dgm:pt modelId="{21C13B15-CE70-4B74-B77C-7CD4F7BCDB50}" type="parTrans" cxnId="{17B72EC7-6B3D-4515-91ED-921715E58841}">
      <dgm:prSet/>
      <dgm:spPr/>
      <dgm:t>
        <a:bodyPr/>
        <a:lstStyle/>
        <a:p>
          <a:endParaRPr lang="en-US"/>
        </a:p>
      </dgm:t>
    </dgm:pt>
    <dgm:pt modelId="{B8DFE146-2CCD-401E-8C3B-BCE6D6E98BC4}" type="sibTrans" cxnId="{17B72EC7-6B3D-4515-91ED-921715E58841}">
      <dgm:prSet/>
      <dgm:spPr/>
      <dgm:t>
        <a:bodyPr/>
        <a:lstStyle/>
        <a:p>
          <a:endParaRPr lang="en-US"/>
        </a:p>
      </dgm:t>
    </dgm:pt>
    <dgm:pt modelId="{69B910A6-79F7-44BF-94E5-E74F04AE94F9}">
      <dgm:prSet phldrT="[Text]" custT="1"/>
      <dgm:spPr/>
      <dgm:t>
        <a:bodyPr/>
        <a:lstStyle/>
        <a:p>
          <a:r>
            <a:rPr lang="en-US" sz="2400" b="1" i="0" dirty="0"/>
            <a:t>Extreme Programming (XP)</a:t>
          </a:r>
          <a:endParaRPr lang="en-US" sz="2400" dirty="0"/>
        </a:p>
      </dgm:t>
    </dgm:pt>
    <dgm:pt modelId="{1D250EF3-83CC-413A-8BE3-5316651C00B8}" type="parTrans" cxnId="{7F1FAC1B-7E94-422B-8664-7DC9D2FC04D8}">
      <dgm:prSet/>
      <dgm:spPr/>
      <dgm:t>
        <a:bodyPr/>
        <a:lstStyle/>
        <a:p>
          <a:endParaRPr lang="en-US"/>
        </a:p>
      </dgm:t>
    </dgm:pt>
    <dgm:pt modelId="{F58370D3-B949-4910-90E3-B1FE28DFC1B1}" type="sibTrans" cxnId="{7F1FAC1B-7E94-422B-8664-7DC9D2FC04D8}">
      <dgm:prSet/>
      <dgm:spPr/>
      <dgm:t>
        <a:bodyPr/>
        <a:lstStyle/>
        <a:p>
          <a:endParaRPr lang="en-US"/>
        </a:p>
      </dgm:t>
    </dgm:pt>
    <dgm:pt modelId="{4E9A5B1A-3BDE-4737-A576-D21E81F45921}" type="pres">
      <dgm:prSet presAssocID="{7A5FEB69-55EA-4875-9B01-F8586264FD8B}" presName="diagram" presStyleCnt="0">
        <dgm:presLayoutVars>
          <dgm:dir/>
          <dgm:resizeHandles val="exact"/>
        </dgm:presLayoutVars>
      </dgm:prSet>
      <dgm:spPr/>
    </dgm:pt>
    <dgm:pt modelId="{BA71EC5F-95F6-407E-9083-6B06F7074550}" type="pres">
      <dgm:prSet presAssocID="{179E365E-492C-41AE-B07D-32FDEEC6E49B}" presName="node" presStyleLbl="node1" presStyleIdx="0" presStyleCnt="3">
        <dgm:presLayoutVars>
          <dgm:bulletEnabled val="1"/>
        </dgm:presLayoutVars>
      </dgm:prSet>
      <dgm:spPr/>
    </dgm:pt>
    <dgm:pt modelId="{03476883-8635-4839-91C8-0086A4D2D541}" type="pres">
      <dgm:prSet presAssocID="{87525620-417F-4C78-8F24-40EC0F1BBE81}" presName="sibTrans" presStyleCnt="0"/>
      <dgm:spPr/>
    </dgm:pt>
    <dgm:pt modelId="{822120BB-9E70-41F6-838C-2AB42B9F5B56}" type="pres">
      <dgm:prSet presAssocID="{41CD9CF5-272D-4EF3-81E0-DAABC8329D5E}" presName="node" presStyleLbl="node1" presStyleIdx="1" presStyleCnt="3">
        <dgm:presLayoutVars>
          <dgm:bulletEnabled val="1"/>
        </dgm:presLayoutVars>
      </dgm:prSet>
      <dgm:spPr/>
    </dgm:pt>
    <dgm:pt modelId="{9638821F-B4B2-49A4-ABF2-152F8767B834}" type="pres">
      <dgm:prSet presAssocID="{B8DFE146-2CCD-401E-8C3B-BCE6D6E98BC4}" presName="sibTrans" presStyleCnt="0"/>
      <dgm:spPr/>
    </dgm:pt>
    <dgm:pt modelId="{F45B26B3-55B9-4F65-B9B7-15C6781F5B0D}" type="pres">
      <dgm:prSet presAssocID="{69B910A6-79F7-44BF-94E5-E74F04AE94F9}" presName="node" presStyleLbl="node1" presStyleIdx="2" presStyleCnt="3">
        <dgm:presLayoutVars>
          <dgm:bulletEnabled val="1"/>
        </dgm:presLayoutVars>
      </dgm:prSet>
      <dgm:spPr/>
    </dgm:pt>
  </dgm:ptLst>
  <dgm:cxnLst>
    <dgm:cxn modelId="{4A6FAA18-58FA-4604-9A34-E8F08D74319C}" srcId="{7A5FEB69-55EA-4875-9B01-F8586264FD8B}" destId="{179E365E-492C-41AE-B07D-32FDEEC6E49B}" srcOrd="0" destOrd="0" parTransId="{063CA0AD-1347-4571-814A-1E963A4CABBF}" sibTransId="{87525620-417F-4C78-8F24-40EC0F1BBE81}"/>
    <dgm:cxn modelId="{7F1FAC1B-7E94-422B-8664-7DC9D2FC04D8}" srcId="{7A5FEB69-55EA-4875-9B01-F8586264FD8B}" destId="{69B910A6-79F7-44BF-94E5-E74F04AE94F9}" srcOrd="2" destOrd="0" parTransId="{1D250EF3-83CC-413A-8BE3-5316651C00B8}" sibTransId="{F58370D3-B949-4910-90E3-B1FE28DFC1B1}"/>
    <dgm:cxn modelId="{CC214F87-2EDB-4B55-AA35-4AA0F1F7F0CB}" type="presOf" srcId="{41CD9CF5-272D-4EF3-81E0-DAABC8329D5E}" destId="{822120BB-9E70-41F6-838C-2AB42B9F5B56}" srcOrd="0" destOrd="0" presId="urn:microsoft.com/office/officeart/2005/8/layout/default"/>
    <dgm:cxn modelId="{FD9AEC96-3CDB-407F-85E7-4CE3983D6B26}" type="presOf" srcId="{179E365E-492C-41AE-B07D-32FDEEC6E49B}" destId="{BA71EC5F-95F6-407E-9083-6B06F7074550}" srcOrd="0" destOrd="0" presId="urn:microsoft.com/office/officeart/2005/8/layout/default"/>
    <dgm:cxn modelId="{9F1560B4-ACE4-4973-A1A5-037795D05C4B}" type="presOf" srcId="{69B910A6-79F7-44BF-94E5-E74F04AE94F9}" destId="{F45B26B3-55B9-4F65-B9B7-15C6781F5B0D}" srcOrd="0" destOrd="0" presId="urn:microsoft.com/office/officeart/2005/8/layout/default"/>
    <dgm:cxn modelId="{6824ECC1-C2DF-4EE2-B30A-94E10BB2E804}" type="presOf" srcId="{7A5FEB69-55EA-4875-9B01-F8586264FD8B}" destId="{4E9A5B1A-3BDE-4737-A576-D21E81F45921}" srcOrd="0" destOrd="0" presId="urn:microsoft.com/office/officeart/2005/8/layout/default"/>
    <dgm:cxn modelId="{17B72EC7-6B3D-4515-91ED-921715E58841}" srcId="{7A5FEB69-55EA-4875-9B01-F8586264FD8B}" destId="{41CD9CF5-272D-4EF3-81E0-DAABC8329D5E}" srcOrd="1" destOrd="0" parTransId="{21C13B15-CE70-4B74-B77C-7CD4F7BCDB50}" sibTransId="{B8DFE146-2CCD-401E-8C3B-BCE6D6E98BC4}"/>
    <dgm:cxn modelId="{A376ED33-E100-441E-9C91-9A92BA0F188F}" type="presParOf" srcId="{4E9A5B1A-3BDE-4737-A576-D21E81F45921}" destId="{BA71EC5F-95F6-407E-9083-6B06F7074550}" srcOrd="0" destOrd="0" presId="urn:microsoft.com/office/officeart/2005/8/layout/default"/>
    <dgm:cxn modelId="{B34D64DC-7F32-4FBE-999A-618DF9B4B14D}" type="presParOf" srcId="{4E9A5B1A-3BDE-4737-A576-D21E81F45921}" destId="{03476883-8635-4839-91C8-0086A4D2D541}" srcOrd="1" destOrd="0" presId="urn:microsoft.com/office/officeart/2005/8/layout/default"/>
    <dgm:cxn modelId="{20AF3091-3987-479F-AC28-F1130FFDB9BB}" type="presParOf" srcId="{4E9A5B1A-3BDE-4737-A576-D21E81F45921}" destId="{822120BB-9E70-41F6-838C-2AB42B9F5B56}" srcOrd="2" destOrd="0" presId="urn:microsoft.com/office/officeart/2005/8/layout/default"/>
    <dgm:cxn modelId="{30EC26FE-5F8C-47B7-9065-89925B966AEA}" type="presParOf" srcId="{4E9A5B1A-3BDE-4737-A576-D21E81F45921}" destId="{9638821F-B4B2-49A4-ABF2-152F8767B834}" srcOrd="3" destOrd="0" presId="urn:microsoft.com/office/officeart/2005/8/layout/default"/>
    <dgm:cxn modelId="{C9911168-2C21-4DE8-A3DD-0C6E6284836F}" type="presParOf" srcId="{4E9A5B1A-3BDE-4737-A576-D21E81F45921}" destId="{F45B26B3-55B9-4F65-B9B7-15C6781F5B0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EC5F-95F6-407E-9083-6B06F7074550}">
      <dsp:nvSpPr>
        <dsp:cNvPr id="0" name=""/>
        <dsp:cNvSpPr/>
      </dsp:nvSpPr>
      <dsp:spPr>
        <a:xfrm>
          <a:off x="1251392" y="2390"/>
          <a:ext cx="2666578" cy="15999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Individuals and interactions over processes and tools</a:t>
          </a:r>
          <a:endParaRPr lang="en-US" sz="2500" kern="1200" dirty="0"/>
        </a:p>
      </dsp:txBody>
      <dsp:txXfrm>
        <a:off x="1251392" y="2390"/>
        <a:ext cx="2666578" cy="1599946"/>
      </dsp:txXfrm>
    </dsp:sp>
    <dsp:sp modelId="{822120BB-9E70-41F6-838C-2AB42B9F5B56}">
      <dsp:nvSpPr>
        <dsp:cNvPr id="0" name=""/>
        <dsp:cNvSpPr/>
      </dsp:nvSpPr>
      <dsp:spPr>
        <a:xfrm>
          <a:off x="4184628" y="2390"/>
          <a:ext cx="2666578" cy="1599946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Working software over comprehensive documentation</a:t>
          </a:r>
          <a:endParaRPr lang="en-US" sz="2500" kern="1200" dirty="0"/>
        </a:p>
      </dsp:txBody>
      <dsp:txXfrm>
        <a:off x="4184628" y="2390"/>
        <a:ext cx="2666578" cy="1599946"/>
      </dsp:txXfrm>
    </dsp:sp>
    <dsp:sp modelId="{F45B26B3-55B9-4F65-B9B7-15C6781F5B0D}">
      <dsp:nvSpPr>
        <dsp:cNvPr id="0" name=""/>
        <dsp:cNvSpPr/>
      </dsp:nvSpPr>
      <dsp:spPr>
        <a:xfrm>
          <a:off x="1251392" y="1868995"/>
          <a:ext cx="2666578" cy="1599946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Customer collaboration over contract negotiation</a:t>
          </a:r>
          <a:endParaRPr lang="en-US" sz="2500" kern="1200" dirty="0"/>
        </a:p>
      </dsp:txBody>
      <dsp:txXfrm>
        <a:off x="1251392" y="1868995"/>
        <a:ext cx="2666578" cy="1599946"/>
      </dsp:txXfrm>
    </dsp:sp>
    <dsp:sp modelId="{D91992B5-8647-4DA3-BA19-0FBB00F83FE8}">
      <dsp:nvSpPr>
        <dsp:cNvPr id="0" name=""/>
        <dsp:cNvSpPr/>
      </dsp:nvSpPr>
      <dsp:spPr>
        <a:xfrm>
          <a:off x="4184628" y="1868995"/>
          <a:ext cx="2666578" cy="1599946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Responding to change over following a plan</a:t>
          </a:r>
          <a:endParaRPr lang="en-US" sz="2500" kern="1200" dirty="0"/>
        </a:p>
      </dsp:txBody>
      <dsp:txXfrm>
        <a:off x="4184628" y="1868995"/>
        <a:ext cx="2666578" cy="15999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EC5F-95F6-407E-9083-6B06F7074550}">
      <dsp:nvSpPr>
        <dsp:cNvPr id="0" name=""/>
        <dsp:cNvSpPr/>
      </dsp:nvSpPr>
      <dsp:spPr>
        <a:xfrm>
          <a:off x="1251392" y="2390"/>
          <a:ext cx="2666578" cy="15999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Individuals and interactions over processes and tools</a:t>
          </a:r>
          <a:endParaRPr lang="en-US" sz="2500" kern="1200" dirty="0"/>
        </a:p>
      </dsp:txBody>
      <dsp:txXfrm>
        <a:off x="1251392" y="2390"/>
        <a:ext cx="2666578" cy="1599946"/>
      </dsp:txXfrm>
    </dsp:sp>
    <dsp:sp modelId="{822120BB-9E70-41F6-838C-2AB42B9F5B56}">
      <dsp:nvSpPr>
        <dsp:cNvPr id="0" name=""/>
        <dsp:cNvSpPr/>
      </dsp:nvSpPr>
      <dsp:spPr>
        <a:xfrm>
          <a:off x="4184628" y="2390"/>
          <a:ext cx="2666578" cy="1599946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Working software over comprehensive documentation</a:t>
          </a:r>
          <a:endParaRPr lang="en-US" sz="2500" kern="1200" dirty="0"/>
        </a:p>
      </dsp:txBody>
      <dsp:txXfrm>
        <a:off x="4184628" y="2390"/>
        <a:ext cx="2666578" cy="1599946"/>
      </dsp:txXfrm>
    </dsp:sp>
    <dsp:sp modelId="{F45B26B3-55B9-4F65-B9B7-15C6781F5B0D}">
      <dsp:nvSpPr>
        <dsp:cNvPr id="0" name=""/>
        <dsp:cNvSpPr/>
      </dsp:nvSpPr>
      <dsp:spPr>
        <a:xfrm>
          <a:off x="1251392" y="1868995"/>
          <a:ext cx="2666578" cy="1599946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Customer collaboration over contract negotiation</a:t>
          </a:r>
          <a:endParaRPr lang="en-US" sz="2500" kern="1200" dirty="0"/>
        </a:p>
      </dsp:txBody>
      <dsp:txXfrm>
        <a:off x="1251392" y="1868995"/>
        <a:ext cx="2666578" cy="1599946"/>
      </dsp:txXfrm>
    </dsp:sp>
    <dsp:sp modelId="{D91992B5-8647-4DA3-BA19-0FBB00F83FE8}">
      <dsp:nvSpPr>
        <dsp:cNvPr id="0" name=""/>
        <dsp:cNvSpPr/>
      </dsp:nvSpPr>
      <dsp:spPr>
        <a:xfrm>
          <a:off x="4184628" y="1868995"/>
          <a:ext cx="2666578" cy="1599946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Responding to change over following a plan</a:t>
          </a:r>
          <a:endParaRPr lang="en-US" sz="2500" kern="1200" dirty="0"/>
        </a:p>
      </dsp:txBody>
      <dsp:txXfrm>
        <a:off x="4184628" y="1868995"/>
        <a:ext cx="2666578" cy="15999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EC5F-95F6-407E-9083-6B06F7074550}">
      <dsp:nvSpPr>
        <dsp:cNvPr id="0" name=""/>
        <dsp:cNvSpPr/>
      </dsp:nvSpPr>
      <dsp:spPr>
        <a:xfrm>
          <a:off x="1251392" y="2390"/>
          <a:ext cx="2666578" cy="15999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Individuals and interactions over processes and tools</a:t>
          </a:r>
          <a:endParaRPr lang="en-US" sz="2500" kern="1200" dirty="0"/>
        </a:p>
      </dsp:txBody>
      <dsp:txXfrm>
        <a:off x="1251392" y="2390"/>
        <a:ext cx="2666578" cy="1599946"/>
      </dsp:txXfrm>
    </dsp:sp>
    <dsp:sp modelId="{822120BB-9E70-41F6-838C-2AB42B9F5B56}">
      <dsp:nvSpPr>
        <dsp:cNvPr id="0" name=""/>
        <dsp:cNvSpPr/>
      </dsp:nvSpPr>
      <dsp:spPr>
        <a:xfrm>
          <a:off x="4184628" y="2390"/>
          <a:ext cx="2666578" cy="1599946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Working software over comprehensive documentation</a:t>
          </a:r>
          <a:endParaRPr lang="en-US" sz="2500" kern="1200" dirty="0"/>
        </a:p>
      </dsp:txBody>
      <dsp:txXfrm>
        <a:off x="4184628" y="2390"/>
        <a:ext cx="2666578" cy="1599946"/>
      </dsp:txXfrm>
    </dsp:sp>
    <dsp:sp modelId="{F45B26B3-55B9-4F65-B9B7-15C6781F5B0D}">
      <dsp:nvSpPr>
        <dsp:cNvPr id="0" name=""/>
        <dsp:cNvSpPr/>
      </dsp:nvSpPr>
      <dsp:spPr>
        <a:xfrm>
          <a:off x="1251392" y="1868995"/>
          <a:ext cx="2666578" cy="1599946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Customer collaboration over contract negotiation</a:t>
          </a:r>
          <a:endParaRPr lang="en-US" sz="2500" kern="1200" dirty="0"/>
        </a:p>
      </dsp:txBody>
      <dsp:txXfrm>
        <a:off x="1251392" y="1868995"/>
        <a:ext cx="2666578" cy="1599946"/>
      </dsp:txXfrm>
    </dsp:sp>
    <dsp:sp modelId="{D91992B5-8647-4DA3-BA19-0FBB00F83FE8}">
      <dsp:nvSpPr>
        <dsp:cNvPr id="0" name=""/>
        <dsp:cNvSpPr/>
      </dsp:nvSpPr>
      <dsp:spPr>
        <a:xfrm>
          <a:off x="4184628" y="1868995"/>
          <a:ext cx="2666578" cy="1599946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Responding to change over following a plan</a:t>
          </a:r>
          <a:endParaRPr lang="en-US" sz="2500" kern="1200" dirty="0"/>
        </a:p>
      </dsp:txBody>
      <dsp:txXfrm>
        <a:off x="4184628" y="1868995"/>
        <a:ext cx="2666578" cy="15999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EC5F-95F6-407E-9083-6B06F7074550}">
      <dsp:nvSpPr>
        <dsp:cNvPr id="0" name=""/>
        <dsp:cNvSpPr/>
      </dsp:nvSpPr>
      <dsp:spPr>
        <a:xfrm>
          <a:off x="1251392" y="2390"/>
          <a:ext cx="2666578" cy="15999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Individuals and interactions over processes and tools</a:t>
          </a:r>
          <a:endParaRPr lang="en-US" sz="2500" kern="1200" dirty="0"/>
        </a:p>
      </dsp:txBody>
      <dsp:txXfrm>
        <a:off x="1251392" y="2390"/>
        <a:ext cx="2666578" cy="1599946"/>
      </dsp:txXfrm>
    </dsp:sp>
    <dsp:sp modelId="{822120BB-9E70-41F6-838C-2AB42B9F5B56}">
      <dsp:nvSpPr>
        <dsp:cNvPr id="0" name=""/>
        <dsp:cNvSpPr/>
      </dsp:nvSpPr>
      <dsp:spPr>
        <a:xfrm>
          <a:off x="4184628" y="2390"/>
          <a:ext cx="2666578" cy="1599946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Working software over comprehensive documentation</a:t>
          </a:r>
          <a:endParaRPr lang="en-US" sz="2500" kern="1200" dirty="0"/>
        </a:p>
      </dsp:txBody>
      <dsp:txXfrm>
        <a:off x="4184628" y="2390"/>
        <a:ext cx="2666578" cy="1599946"/>
      </dsp:txXfrm>
    </dsp:sp>
    <dsp:sp modelId="{F45B26B3-55B9-4F65-B9B7-15C6781F5B0D}">
      <dsp:nvSpPr>
        <dsp:cNvPr id="0" name=""/>
        <dsp:cNvSpPr/>
      </dsp:nvSpPr>
      <dsp:spPr>
        <a:xfrm>
          <a:off x="1251392" y="1868995"/>
          <a:ext cx="2666578" cy="1599946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Customer collaboration over contract negotiation</a:t>
          </a:r>
          <a:endParaRPr lang="en-US" sz="2500" kern="1200" dirty="0"/>
        </a:p>
      </dsp:txBody>
      <dsp:txXfrm>
        <a:off x="1251392" y="1868995"/>
        <a:ext cx="2666578" cy="1599946"/>
      </dsp:txXfrm>
    </dsp:sp>
    <dsp:sp modelId="{D91992B5-8647-4DA3-BA19-0FBB00F83FE8}">
      <dsp:nvSpPr>
        <dsp:cNvPr id="0" name=""/>
        <dsp:cNvSpPr/>
      </dsp:nvSpPr>
      <dsp:spPr>
        <a:xfrm>
          <a:off x="4184628" y="1868995"/>
          <a:ext cx="2666578" cy="1599946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Responding to change over following a plan</a:t>
          </a:r>
          <a:endParaRPr lang="en-US" sz="2500" kern="1200" dirty="0"/>
        </a:p>
      </dsp:txBody>
      <dsp:txXfrm>
        <a:off x="4184628" y="1868995"/>
        <a:ext cx="2666578" cy="15999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EC5F-95F6-407E-9083-6B06F7074550}">
      <dsp:nvSpPr>
        <dsp:cNvPr id="0" name=""/>
        <dsp:cNvSpPr/>
      </dsp:nvSpPr>
      <dsp:spPr>
        <a:xfrm>
          <a:off x="1251392" y="2390"/>
          <a:ext cx="2666578" cy="15999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Individuals and interactions over processes and tools</a:t>
          </a:r>
          <a:endParaRPr lang="en-US" sz="2500" kern="1200" dirty="0"/>
        </a:p>
      </dsp:txBody>
      <dsp:txXfrm>
        <a:off x="1251392" y="2390"/>
        <a:ext cx="2666578" cy="1599946"/>
      </dsp:txXfrm>
    </dsp:sp>
    <dsp:sp modelId="{822120BB-9E70-41F6-838C-2AB42B9F5B56}">
      <dsp:nvSpPr>
        <dsp:cNvPr id="0" name=""/>
        <dsp:cNvSpPr/>
      </dsp:nvSpPr>
      <dsp:spPr>
        <a:xfrm>
          <a:off x="4184628" y="2390"/>
          <a:ext cx="2666578" cy="1599946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Working software over comprehensive documentation</a:t>
          </a:r>
          <a:endParaRPr lang="en-US" sz="2500" kern="1200" dirty="0"/>
        </a:p>
      </dsp:txBody>
      <dsp:txXfrm>
        <a:off x="4184628" y="2390"/>
        <a:ext cx="2666578" cy="1599946"/>
      </dsp:txXfrm>
    </dsp:sp>
    <dsp:sp modelId="{F45B26B3-55B9-4F65-B9B7-15C6781F5B0D}">
      <dsp:nvSpPr>
        <dsp:cNvPr id="0" name=""/>
        <dsp:cNvSpPr/>
      </dsp:nvSpPr>
      <dsp:spPr>
        <a:xfrm>
          <a:off x="1251392" y="1868995"/>
          <a:ext cx="2666578" cy="1599946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Customer collaboration over contract negotiation</a:t>
          </a:r>
          <a:endParaRPr lang="en-US" sz="2500" kern="1200" dirty="0"/>
        </a:p>
      </dsp:txBody>
      <dsp:txXfrm>
        <a:off x="1251392" y="1868995"/>
        <a:ext cx="2666578" cy="1599946"/>
      </dsp:txXfrm>
    </dsp:sp>
    <dsp:sp modelId="{D91992B5-8647-4DA3-BA19-0FBB00F83FE8}">
      <dsp:nvSpPr>
        <dsp:cNvPr id="0" name=""/>
        <dsp:cNvSpPr/>
      </dsp:nvSpPr>
      <dsp:spPr>
        <a:xfrm>
          <a:off x="4184628" y="1868995"/>
          <a:ext cx="2666578" cy="1599946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Responding to change over following a plan</a:t>
          </a:r>
          <a:endParaRPr lang="en-US" sz="2500" kern="1200" dirty="0"/>
        </a:p>
      </dsp:txBody>
      <dsp:txXfrm>
        <a:off x="4184628" y="1868995"/>
        <a:ext cx="2666578" cy="15999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EC5F-95F6-407E-9083-6B06F7074550}">
      <dsp:nvSpPr>
        <dsp:cNvPr id="0" name=""/>
        <dsp:cNvSpPr/>
      </dsp:nvSpPr>
      <dsp:spPr>
        <a:xfrm>
          <a:off x="1130851" y="643"/>
          <a:ext cx="2152426" cy="12914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i="0" kern="1200" dirty="0"/>
            <a:t>Scrum</a:t>
          </a:r>
          <a:endParaRPr lang="en-US" sz="4400" kern="1200" dirty="0"/>
        </a:p>
      </dsp:txBody>
      <dsp:txXfrm>
        <a:off x="1130851" y="643"/>
        <a:ext cx="2152426" cy="1291456"/>
      </dsp:txXfrm>
    </dsp:sp>
    <dsp:sp modelId="{822120BB-9E70-41F6-838C-2AB42B9F5B56}">
      <dsp:nvSpPr>
        <dsp:cNvPr id="0" name=""/>
        <dsp:cNvSpPr/>
      </dsp:nvSpPr>
      <dsp:spPr>
        <a:xfrm>
          <a:off x="3498521" y="643"/>
          <a:ext cx="2152426" cy="1291456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i="0" kern="1200" dirty="0"/>
            <a:t>Kanban</a:t>
          </a:r>
          <a:endParaRPr lang="en-US" sz="4000" kern="1200" dirty="0"/>
        </a:p>
      </dsp:txBody>
      <dsp:txXfrm>
        <a:off x="3498521" y="643"/>
        <a:ext cx="2152426" cy="1291456"/>
      </dsp:txXfrm>
    </dsp:sp>
    <dsp:sp modelId="{F45B26B3-55B9-4F65-B9B7-15C6781F5B0D}">
      <dsp:nvSpPr>
        <dsp:cNvPr id="0" name=""/>
        <dsp:cNvSpPr/>
      </dsp:nvSpPr>
      <dsp:spPr>
        <a:xfrm>
          <a:off x="2314686" y="1507341"/>
          <a:ext cx="2152426" cy="1291456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Extreme Programming (XP)</a:t>
          </a:r>
          <a:endParaRPr lang="en-US" sz="2400" kern="1200" dirty="0"/>
        </a:p>
      </dsp:txBody>
      <dsp:txXfrm>
        <a:off x="2314686" y="1507341"/>
        <a:ext cx="2152426" cy="12914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EC5F-95F6-407E-9083-6B06F7074550}">
      <dsp:nvSpPr>
        <dsp:cNvPr id="0" name=""/>
        <dsp:cNvSpPr/>
      </dsp:nvSpPr>
      <dsp:spPr>
        <a:xfrm>
          <a:off x="1130851" y="643"/>
          <a:ext cx="2152426" cy="12914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i="0" kern="1200" dirty="0"/>
            <a:t>Scrum</a:t>
          </a:r>
          <a:endParaRPr lang="en-US" sz="4400" kern="1200" dirty="0"/>
        </a:p>
      </dsp:txBody>
      <dsp:txXfrm>
        <a:off x="1130851" y="643"/>
        <a:ext cx="2152426" cy="1291456"/>
      </dsp:txXfrm>
    </dsp:sp>
    <dsp:sp modelId="{822120BB-9E70-41F6-838C-2AB42B9F5B56}">
      <dsp:nvSpPr>
        <dsp:cNvPr id="0" name=""/>
        <dsp:cNvSpPr/>
      </dsp:nvSpPr>
      <dsp:spPr>
        <a:xfrm>
          <a:off x="3498521" y="643"/>
          <a:ext cx="2152426" cy="1291456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i="0" kern="1200" dirty="0"/>
            <a:t>Kanban</a:t>
          </a:r>
          <a:endParaRPr lang="en-US" sz="4000" kern="1200" dirty="0"/>
        </a:p>
      </dsp:txBody>
      <dsp:txXfrm>
        <a:off x="3498521" y="643"/>
        <a:ext cx="2152426" cy="1291456"/>
      </dsp:txXfrm>
    </dsp:sp>
    <dsp:sp modelId="{F45B26B3-55B9-4F65-B9B7-15C6781F5B0D}">
      <dsp:nvSpPr>
        <dsp:cNvPr id="0" name=""/>
        <dsp:cNvSpPr/>
      </dsp:nvSpPr>
      <dsp:spPr>
        <a:xfrm>
          <a:off x="2314686" y="1507341"/>
          <a:ext cx="2152426" cy="1291456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Extreme Programming (XP)</a:t>
          </a:r>
          <a:endParaRPr lang="en-US" sz="2400" kern="1200" dirty="0"/>
        </a:p>
      </dsp:txBody>
      <dsp:txXfrm>
        <a:off x="2314686" y="1507341"/>
        <a:ext cx="2152426" cy="12914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5/3/2024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114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528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258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421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841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54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483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01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581055"/>
            <a:ext cx="11755964" cy="1938992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Agile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is a set of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values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,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principles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, and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methodologies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for software development and project management that emphasizes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flexibility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,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collaboration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, and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continuous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improvement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2000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Agile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emerged as a response to traditional,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rigid development methodologies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, such as the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waterfall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model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, which often led to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lengthy development cycles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,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limited adaptability to change</a:t>
            </a:r>
            <a:r>
              <a:rPr lang="en-US" sz="2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, and a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lack of customer involvement.</a:t>
            </a:r>
            <a:endParaRPr lang="en-US" sz="4400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9984A8-D5CB-4771-289A-68A6992EA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0105709"/>
              </p:ext>
            </p:extLst>
          </p:nvPr>
        </p:nvGraphicFramePr>
        <p:xfrm>
          <a:off x="2044700" y="3276600"/>
          <a:ext cx="8102600" cy="3471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691709-B7B5-E5D8-DD43-CBED2FAFF376}"/>
              </a:ext>
            </a:extLst>
          </p:cNvPr>
          <p:cNvSpPr txBox="1"/>
          <p:nvPr/>
        </p:nvSpPr>
        <p:spPr>
          <a:xfrm>
            <a:off x="4641922" y="2677960"/>
            <a:ext cx="3136756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Principles of Agile:</a:t>
            </a:r>
          </a:p>
        </p:txBody>
      </p:sp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Agile Basics: A Beginner's Guide to Flexible Project Management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9984A8-D5CB-4771-289A-68A6992EA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2584985"/>
              </p:ext>
            </p:extLst>
          </p:nvPr>
        </p:nvGraphicFramePr>
        <p:xfrm>
          <a:off x="2133600" y="3200400"/>
          <a:ext cx="8102600" cy="3471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3647068E-3366-E7B1-6953-28AF9E7894A0}"/>
              </a:ext>
            </a:extLst>
          </p:cNvPr>
          <p:cNvSpPr/>
          <p:nvPr/>
        </p:nvSpPr>
        <p:spPr>
          <a:xfrm>
            <a:off x="207436" y="1066800"/>
            <a:ext cx="10993963" cy="1447800"/>
          </a:xfrm>
          <a:prstGeom prst="wedgeRectCallout">
            <a:avLst>
              <a:gd name="adj1" fmla="val -13602"/>
              <a:gd name="adj2" fmla="val 10039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1. Individuals and interactions over processes and tools</a:t>
            </a:r>
            <a:r>
              <a:rPr lang="en-US" sz="2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Agile places importance on collaboration, communication, and teamwork. It values the input of individuals and emphasizes face-to-face communication over rigid processes and tools.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58684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Agile Basics: A Beginner's Guide to Flexible Project Management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9984A8-D5CB-4771-289A-68A6992EA0DB}"/>
              </a:ext>
            </a:extLst>
          </p:cNvPr>
          <p:cNvGraphicFramePr/>
          <p:nvPr/>
        </p:nvGraphicFramePr>
        <p:xfrm>
          <a:off x="2133600" y="3200400"/>
          <a:ext cx="8102600" cy="3471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3647068E-3366-E7B1-6953-28AF9E7894A0}"/>
              </a:ext>
            </a:extLst>
          </p:cNvPr>
          <p:cNvSpPr/>
          <p:nvPr/>
        </p:nvSpPr>
        <p:spPr>
          <a:xfrm>
            <a:off x="207436" y="899589"/>
            <a:ext cx="10993963" cy="1615011"/>
          </a:xfrm>
          <a:prstGeom prst="wedgeRectCallout">
            <a:avLst>
              <a:gd name="adj1" fmla="val 12915"/>
              <a:gd name="adj2" fmla="val 9816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2. Working software over comprehensive documentation</a:t>
            </a:r>
            <a:r>
              <a:rPr lang="en-US" sz="2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Agile prioritizes delivering working software that meets the customer's needs over extensive documentation. While documentation is still important, it is not seen as the primary measure of progress.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862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Agile Basics: A Beginner's Guide to Flexible Project Management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9984A8-D5CB-4771-289A-68A6992EA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848172"/>
              </p:ext>
            </p:extLst>
          </p:nvPr>
        </p:nvGraphicFramePr>
        <p:xfrm>
          <a:off x="1828800" y="914400"/>
          <a:ext cx="8102600" cy="3471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3647068E-3366-E7B1-6953-28AF9E7894A0}"/>
              </a:ext>
            </a:extLst>
          </p:cNvPr>
          <p:cNvSpPr/>
          <p:nvPr/>
        </p:nvSpPr>
        <p:spPr>
          <a:xfrm>
            <a:off x="597699" y="4724400"/>
            <a:ext cx="10993963" cy="1615011"/>
          </a:xfrm>
          <a:prstGeom prst="wedgeRectCallout">
            <a:avLst>
              <a:gd name="adj1" fmla="val -12330"/>
              <a:gd name="adj2" fmla="val -7235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3. Customer collaboration over contract negotiation: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Agile encourages close collaboration with customers throughout the development process. This helps ensure that the product meets their requirements and allows for feedback and adjustments along the way.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974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Agile Basics: A Beginner's Guide to Flexible Project Management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9984A8-D5CB-4771-289A-68A6992EA0DB}"/>
              </a:ext>
            </a:extLst>
          </p:cNvPr>
          <p:cNvGraphicFramePr/>
          <p:nvPr/>
        </p:nvGraphicFramePr>
        <p:xfrm>
          <a:off x="1828800" y="914400"/>
          <a:ext cx="8102600" cy="3471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3647068E-3366-E7B1-6953-28AF9E7894A0}"/>
              </a:ext>
            </a:extLst>
          </p:cNvPr>
          <p:cNvSpPr/>
          <p:nvPr/>
        </p:nvSpPr>
        <p:spPr>
          <a:xfrm>
            <a:off x="597699" y="4724400"/>
            <a:ext cx="10993963" cy="1615011"/>
          </a:xfrm>
          <a:prstGeom prst="wedgeRectCallout">
            <a:avLst>
              <a:gd name="adj1" fmla="val -12330"/>
              <a:gd name="adj2" fmla="val -7235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4. Responding to change over following a plan: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Agile recognizes that requirements and priorities can change over time. Rather than sticking rigidly to a predefined plan, agile teams are flexible and responsive, adapting to changes quickly to deliver the most value.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750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7" y="813880"/>
            <a:ext cx="11963399" cy="258532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Agile methodologies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such as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Kanban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and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Extreme Programming (XP),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provide specific frameworks and practices for implementing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agile principles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 software development projects. These methodologies typically involve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iterative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and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incremental development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frequent customer feedback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and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continuous improvement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sz="1800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Agile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encourages a mindset of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continuous learning, adaptability, and empowerment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among team members. It promotes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transparency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trust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and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accountability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fostering a culture of collaboration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innovation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within organizations. 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sz="1800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Agile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not just a methodology for software development but a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mindset and set of principles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that can drive positive change and innovation across teams and organizations.</a:t>
            </a:r>
            <a:endParaRPr lang="en-US" sz="4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6FEE9754-C99A-8B7B-E115-04ACCD342B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651710"/>
              </p:ext>
            </p:extLst>
          </p:nvPr>
        </p:nvGraphicFramePr>
        <p:xfrm>
          <a:off x="3048000" y="3886200"/>
          <a:ext cx="6781800" cy="2799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7691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304" y="1068164"/>
            <a:ext cx="11963399" cy="258532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Scrum: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 Scrum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one of the most widely adopted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Agile frameworks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It emphasizes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iterative development cycles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known as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sprints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with regular review and adaptation through ceremonies like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 planning, daily stand-ups, sprint review, and retrospective meetings.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Kanban: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 Kanban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a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visual management method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that focuses on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continuous delivery and flow of work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It uses a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Kanban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board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to visualize tasks, limit work in progress, and optimize workflow efficiency.</a:t>
            </a:r>
            <a:b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1800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Extreme Programming (XP):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 XP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an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Agile methodology </a:t>
            </a:r>
            <a:r>
              <a:rPr lang="en-US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that emphasizes engineering practices such as </a:t>
            </a:r>
            <a:r>
              <a:rPr lang="en-US" sz="1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test-driven development, continuous integration, pair programming, and frequent releases.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9984A8-D5CB-4771-289A-68A6992EA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1436863"/>
              </p:ext>
            </p:extLst>
          </p:nvPr>
        </p:nvGraphicFramePr>
        <p:xfrm>
          <a:off x="3048000" y="3886200"/>
          <a:ext cx="6781800" cy="2799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B887E6C-5710-CE9D-3FA6-C552CA3094E4}"/>
              </a:ext>
            </a:extLst>
          </p:cNvPr>
          <p:cNvSpPr txBox="1"/>
          <p:nvPr/>
        </p:nvSpPr>
        <p:spPr>
          <a:xfrm>
            <a:off x="114304" y="548570"/>
            <a:ext cx="4226863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Common Agile Methodologies:</a:t>
            </a:r>
          </a:p>
        </p:txBody>
      </p:sp>
    </p:spTree>
    <p:extLst>
      <p:ext uri="{BB962C8B-B14F-4D97-AF65-F5344CB8AC3E}">
        <p14:creationId xmlns:p14="http://schemas.microsoft.com/office/powerpoint/2010/main" val="91345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304" y="1068164"/>
            <a:ext cx="11963399" cy="526297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Flexibility and Adaptability: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Agile methodologies allow teams to respond quickly to changing requirements and market conditions, enabling faster delivery of valuable software.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Increased Collaboration: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Agile fosters collaboration among cross-functional teams, stakeholders, and customers, leading to better alignment of priorities and improved 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decision-making.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Higher Quality Products: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By emphasizing continuous testing, feedback, and improvement, Agile methodologies help teams deliver higher quality software that better meets customer needs.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Improved Stakeholder Satisfaction: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Agile encourages regular communication and collaboration with stakeholders, resulting in increased transparency, trust, and satisfaction with the final product.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87E6C-5710-CE9D-3FA6-C552CA3094E4}"/>
              </a:ext>
            </a:extLst>
          </p:cNvPr>
          <p:cNvSpPr txBox="1"/>
          <p:nvPr/>
        </p:nvSpPr>
        <p:spPr>
          <a:xfrm>
            <a:off x="114304" y="548570"/>
            <a:ext cx="2404120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Benefits of Agile:</a:t>
            </a:r>
          </a:p>
        </p:txBody>
      </p:sp>
    </p:spTree>
    <p:extLst>
      <p:ext uri="{BB962C8B-B14F-4D97-AF65-F5344CB8AC3E}">
        <p14:creationId xmlns:p14="http://schemas.microsoft.com/office/powerpoint/2010/main" val="2457434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43200" y="33992"/>
            <a:ext cx="6934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Agile Basics: A Beginner's Guide to Flexible Project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304" y="2881794"/>
            <a:ext cx="11963399" cy="120032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Agile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methodologies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provide a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flexible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collaborative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approach to software development and project management, enabling teams to deliver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high-quality software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efficiently while 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adapting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to change and maximizing customer value.</a:t>
            </a:r>
            <a:endParaRPr lang="en-US" sz="3600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87E6C-5710-CE9D-3FA6-C552CA3094E4}"/>
              </a:ext>
            </a:extLst>
          </p:cNvPr>
          <p:cNvSpPr txBox="1"/>
          <p:nvPr/>
        </p:nvSpPr>
        <p:spPr>
          <a:xfrm>
            <a:off x="5336112" y="2286000"/>
            <a:ext cx="1519775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406169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91876</TotalTime>
  <Words>835</Words>
  <Application>Microsoft Office PowerPoint</Application>
  <PresentationFormat>Widescreen</PresentationFormat>
  <Paragraphs>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10039</cp:revision>
  <dcterms:created xsi:type="dcterms:W3CDTF">2006-08-16T00:00:00Z</dcterms:created>
  <dcterms:modified xsi:type="dcterms:W3CDTF">2024-05-03T03:52:08Z</dcterms:modified>
</cp:coreProperties>
</file>