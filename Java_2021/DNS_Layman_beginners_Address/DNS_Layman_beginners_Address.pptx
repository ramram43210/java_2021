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5"/>
  </p:notesMasterIdLst>
  <p:sldIdLst>
    <p:sldId id="472" r:id="rId2"/>
    <p:sldId id="474" r:id="rId3"/>
    <p:sldId id="475" r:id="rId4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6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8" y="770454"/>
            <a:ext cx="11963399" cy="70788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Imagine you want to visit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friend's house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 You wouldn't memorize the exact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coordinates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on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map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right? You'd use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address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something like "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123 Elm Street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."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DNS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is like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address book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for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internet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19423"/>
            <a:ext cx="8280353" cy="46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47732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live on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computers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and each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computer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has a unique address called 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IP address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 It's a bunch of numbers, like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172.16.254.1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which isn't exactly easy to remember.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DNS (Domain Name System)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steps in. It translates user-friendly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 names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like "google.com" or "youtube.com," into those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IP addresses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743199"/>
            <a:ext cx="6972825" cy="3892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661224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Here's the deal: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009898" y="29261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Navigating the Internet's Address Book</a:t>
            </a:r>
          </a:p>
        </p:txBody>
      </p:sp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752600" y="29093"/>
            <a:ext cx="8589428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Demystifying DNS: A Layman's Guide to Understanding the Internet's Phone 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286232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You type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"google.com"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in your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browser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Your computer asks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DNS server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like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giant internet phonebook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"Hey, what's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IP address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for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google.com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?“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DNS server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checks its records and replies, "Ok, </a:t>
            </a:r>
            <a:r>
              <a:rPr lang="en-US" sz="1800" b="0" i="0" dirty="0" err="1">
                <a:solidFill>
                  <a:srgbClr val="FF0000"/>
                </a:solidFill>
                <a:effectLst/>
                <a:latin typeface="Google Sans"/>
              </a:rPr>
              <a:t>google.com's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 IP address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is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104.101.221.9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" (This is just an example, the real address is different).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With this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IP address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your computer can connect to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Google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and show you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So,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DNS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saves you the trouble of memorizing numbers and lets you use easy-to-remember names to access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62400"/>
            <a:ext cx="5029200" cy="2807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815049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DNS Works?</a:t>
            </a:r>
          </a:p>
        </p:txBody>
      </p:sp>
    </p:spTree>
    <p:extLst>
      <p:ext uri="{BB962C8B-B14F-4D97-AF65-F5344CB8AC3E}">
        <p14:creationId xmlns:p14="http://schemas.microsoft.com/office/powerpoint/2010/main" val="4355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91876</TotalTime>
  <Words>258</Words>
  <Application>Microsoft Office PowerPoint</Application>
  <PresentationFormat>Widescreen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9942</cp:revision>
  <dcterms:created xsi:type="dcterms:W3CDTF">2006-08-16T00:00:00Z</dcterms:created>
  <dcterms:modified xsi:type="dcterms:W3CDTF">2024-04-03T11:20:12Z</dcterms:modified>
</cp:coreProperties>
</file>