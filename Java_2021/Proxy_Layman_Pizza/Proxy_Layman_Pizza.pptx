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6"/>
  </p:notesMasterIdLst>
  <p:sldIdLst>
    <p:sldId id="472" r:id="rId2"/>
    <p:sldId id="473" r:id="rId3"/>
    <p:sldId id="474" r:id="rId4"/>
    <p:sldId id="475" r:id="rId5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77" autoAdjust="0"/>
    <p:restoredTop sz="94291" autoAdjust="0"/>
  </p:normalViewPr>
  <p:slideViewPr>
    <p:cSldViewPr>
      <p:cViewPr varScale="1">
        <p:scale>
          <a:sx n="71" d="100"/>
          <a:sy n="71" d="100"/>
        </p:scale>
        <p:origin x="1157" y="91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4/10/2024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762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932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101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024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81298" y="42708"/>
            <a:ext cx="68199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Proxy Explained Simply: Forward and Reverse Proxies Unveiled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299" y="522605"/>
            <a:ext cx="11963399" cy="1323439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FF0000"/>
                </a:solidFill>
                <a:effectLst/>
                <a:latin typeface="Söhne"/>
              </a:rPr>
              <a:t>Proxy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: Imagine you want to order 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pizza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, but you don't want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pizza shop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to know your 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Söhne"/>
              </a:rPr>
              <a:t>exact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 address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 So, you ask 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friend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to go and pick up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pizza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for you. In this scenario, your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friend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acts as 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proxy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friend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take your request (ordering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pizza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) and deliver it to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pizza shop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on your behalf. Then,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friend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bring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pizza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back to you without revealing your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address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to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pizza shop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  <a:endParaRPr lang="en-US" sz="3200" b="0" i="0" dirty="0">
              <a:solidFill>
                <a:srgbClr val="0D0D0D"/>
              </a:solidFill>
              <a:effectLst/>
              <a:latin typeface="Söhne"/>
            </a:endParaRPr>
          </a:p>
        </p:txBody>
      </p:sp>
      <p:pic>
        <p:nvPicPr>
          <p:cNvPr id="1026" name="Picture 2" descr="Cartoon Man Images - Free Download on Freepik">
            <a:extLst>
              <a:ext uri="{FF2B5EF4-FFF2-40B4-BE49-F238E27FC236}">
                <a16:creationId xmlns:a16="http://schemas.microsoft.com/office/drawing/2014/main" id="{EFCAD2B6-2D3E-8A5B-DE53-DF5622413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63" y="2991072"/>
            <a:ext cx="2036722" cy="305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artoon Man Images - Free Download on Freepik">
            <a:extLst>
              <a:ext uri="{FF2B5EF4-FFF2-40B4-BE49-F238E27FC236}">
                <a16:creationId xmlns:a16="http://schemas.microsoft.com/office/drawing/2014/main" id="{0D67217E-EC44-7B0B-69B0-24E43639C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6607" y="2961488"/>
            <a:ext cx="1223110" cy="328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ear travellers, you won't find Domino's Pizza in these countries. Here's  why – India TV">
            <a:extLst>
              <a:ext uri="{FF2B5EF4-FFF2-40B4-BE49-F238E27FC236}">
                <a16:creationId xmlns:a16="http://schemas.microsoft.com/office/drawing/2014/main" id="{CE4F9206-5D35-AD28-80F6-604828D1F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6149" y="3223242"/>
            <a:ext cx="4610102" cy="2593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Left-Right 4">
            <a:extLst>
              <a:ext uri="{FF2B5EF4-FFF2-40B4-BE49-F238E27FC236}">
                <a16:creationId xmlns:a16="http://schemas.microsoft.com/office/drawing/2014/main" id="{1EA04BD7-3DA7-C9FE-9B60-4BCE6C0E24F4}"/>
              </a:ext>
            </a:extLst>
          </p:cNvPr>
          <p:cNvSpPr/>
          <p:nvPr/>
        </p:nvSpPr>
        <p:spPr>
          <a:xfrm>
            <a:off x="2057400" y="4114800"/>
            <a:ext cx="2209800" cy="457200"/>
          </a:xfrm>
          <a:prstGeom prst="leftRightArrow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35BDD43F-6EE5-2A8F-D34C-1E31B49C0FDB}"/>
              </a:ext>
            </a:extLst>
          </p:cNvPr>
          <p:cNvSpPr/>
          <p:nvPr/>
        </p:nvSpPr>
        <p:spPr>
          <a:xfrm>
            <a:off x="5456633" y="4114800"/>
            <a:ext cx="1752600" cy="457200"/>
          </a:xfrm>
          <a:prstGeom prst="leftRightArrow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92F9DD-4B7C-0CA5-6E79-76D906FDA0A8}"/>
              </a:ext>
            </a:extLst>
          </p:cNvPr>
          <p:cNvSpPr txBox="1"/>
          <p:nvPr/>
        </p:nvSpPr>
        <p:spPr>
          <a:xfrm>
            <a:off x="4313168" y="2362200"/>
            <a:ext cx="889987" cy="470000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Proxy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A3DEB3-2E6B-2CA4-1F42-70C378D0D8E0}"/>
              </a:ext>
            </a:extLst>
          </p:cNvPr>
          <p:cNvSpPr txBox="1"/>
          <p:nvPr/>
        </p:nvSpPr>
        <p:spPr>
          <a:xfrm>
            <a:off x="8915400" y="2612565"/>
            <a:ext cx="1525995" cy="470000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Pizza Shop</a:t>
            </a:r>
          </a:p>
        </p:txBody>
      </p:sp>
    </p:spTree>
    <p:extLst>
      <p:ext uri="{BB962C8B-B14F-4D97-AF65-F5344CB8AC3E}">
        <p14:creationId xmlns:p14="http://schemas.microsoft.com/office/powerpoint/2010/main" val="23227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A3E781F-D617-255A-FA82-C77E6A6DA463}"/>
              </a:ext>
            </a:extLst>
          </p:cNvPr>
          <p:cNvSpPr/>
          <p:nvPr/>
        </p:nvSpPr>
        <p:spPr>
          <a:xfrm>
            <a:off x="175163" y="3338765"/>
            <a:ext cx="2263237" cy="3286125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81298" y="42708"/>
            <a:ext cx="68199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Proxy Explained Simply: Forward and Reverse Proxies Unveiled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299" y="522605"/>
            <a:ext cx="11963399" cy="1938992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FF0000"/>
                </a:solidFill>
                <a:effectLst/>
                <a:latin typeface="Söhne"/>
              </a:rPr>
              <a:t>Forward Proxy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: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Continuing with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pizza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analogy, let's say you're at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school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or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Company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, and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school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or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company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has restrictions on what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websites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you can visit. But you really want to order 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pizza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online. So, you ask another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friend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who is outside of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school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or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company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network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to help you order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pizza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 This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friend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acts as 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forward proxy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 They are outside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restricted network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and can access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websites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(like the pizza ordering website) that you can't. They take your request (ordering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pizza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) and fetch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pizza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for you, then bring it back to you at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school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or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company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  <a:endParaRPr lang="en-US" sz="3200" b="0" i="0" dirty="0">
              <a:solidFill>
                <a:srgbClr val="0D0D0D"/>
              </a:solidFill>
              <a:effectLst/>
              <a:latin typeface="Söhne"/>
            </a:endParaRPr>
          </a:p>
        </p:txBody>
      </p:sp>
      <p:pic>
        <p:nvPicPr>
          <p:cNvPr id="5" name="Picture 2" descr="Cartoon Man Images - Free Download on Freepik">
            <a:extLst>
              <a:ext uri="{FF2B5EF4-FFF2-40B4-BE49-F238E27FC236}">
                <a16:creationId xmlns:a16="http://schemas.microsoft.com/office/drawing/2014/main" id="{8C45759C-ABBB-EFC4-F296-B20EB91B7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07" y="3468053"/>
            <a:ext cx="2036722" cy="305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Cartoon Man Images - Free Download on Freepik">
            <a:extLst>
              <a:ext uri="{FF2B5EF4-FFF2-40B4-BE49-F238E27FC236}">
                <a16:creationId xmlns:a16="http://schemas.microsoft.com/office/drawing/2014/main" id="{5E487F18-1048-AF40-7117-8220188FB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6607" y="3468053"/>
            <a:ext cx="1223110" cy="328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Dear travellers, you won't find Domino's Pizza in these countries. Here's  why – India TV">
            <a:extLst>
              <a:ext uri="{FF2B5EF4-FFF2-40B4-BE49-F238E27FC236}">
                <a16:creationId xmlns:a16="http://schemas.microsoft.com/office/drawing/2014/main" id="{10892F9A-76F0-1182-4640-C1A6A24C2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6149" y="3729807"/>
            <a:ext cx="4610102" cy="2593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047D2F8F-68F7-521A-D0DE-5791DFA82210}"/>
              </a:ext>
            </a:extLst>
          </p:cNvPr>
          <p:cNvSpPr/>
          <p:nvPr/>
        </p:nvSpPr>
        <p:spPr>
          <a:xfrm>
            <a:off x="2057400" y="4621365"/>
            <a:ext cx="2209800" cy="457200"/>
          </a:xfrm>
          <a:prstGeom prst="leftRightArrow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980B6922-D997-1CB2-897C-686BB7346647}"/>
              </a:ext>
            </a:extLst>
          </p:cNvPr>
          <p:cNvSpPr/>
          <p:nvPr/>
        </p:nvSpPr>
        <p:spPr>
          <a:xfrm>
            <a:off x="5456633" y="4621365"/>
            <a:ext cx="1752600" cy="457200"/>
          </a:xfrm>
          <a:prstGeom prst="leftRightArrow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FB0BCC-FE04-5758-0830-528D06922F48}"/>
              </a:ext>
            </a:extLst>
          </p:cNvPr>
          <p:cNvSpPr txBox="1"/>
          <p:nvPr/>
        </p:nvSpPr>
        <p:spPr>
          <a:xfrm>
            <a:off x="3429000" y="2602586"/>
            <a:ext cx="3160224" cy="646331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              Forward Proxy </a:t>
            </a:r>
          </a:p>
          <a:p>
            <a:r>
              <a:rPr lang="en-US" sz="1800" dirty="0">
                <a:solidFill>
                  <a:schemeClr val="bg1"/>
                </a:solidFill>
              </a:rPr>
              <a:t>(Outside of Restricted Network)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EE2166-82D3-2430-5B54-13ACB20B5D81}"/>
              </a:ext>
            </a:extLst>
          </p:cNvPr>
          <p:cNvSpPr txBox="1"/>
          <p:nvPr/>
        </p:nvSpPr>
        <p:spPr>
          <a:xfrm>
            <a:off x="8915400" y="3119130"/>
            <a:ext cx="1525995" cy="470000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Pizza Shop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978CBF-E796-1F4F-10A7-A7D95D3929C9}"/>
              </a:ext>
            </a:extLst>
          </p:cNvPr>
          <p:cNvSpPr txBox="1"/>
          <p:nvPr/>
        </p:nvSpPr>
        <p:spPr>
          <a:xfrm>
            <a:off x="241233" y="2588428"/>
            <a:ext cx="2156873" cy="646331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  School or Company </a:t>
            </a:r>
          </a:p>
          <a:p>
            <a:r>
              <a:rPr lang="en-US" sz="1800" dirty="0">
                <a:solidFill>
                  <a:schemeClr val="bg1"/>
                </a:solidFill>
              </a:rPr>
              <a:t>(Restricted Network)</a:t>
            </a:r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56ACC4EB-B861-E861-D969-46265FCD9CAB}"/>
              </a:ext>
            </a:extLst>
          </p:cNvPr>
          <p:cNvSpPr/>
          <p:nvPr/>
        </p:nvSpPr>
        <p:spPr>
          <a:xfrm>
            <a:off x="2356638" y="5722747"/>
            <a:ext cx="1300961" cy="612648"/>
          </a:xfrm>
          <a:prstGeom prst="wedgeRoundRectCallout">
            <a:avLst>
              <a:gd name="adj1" fmla="val -88241"/>
              <a:gd name="adj2" fmla="val -62171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Cannot access Pizza website</a:t>
            </a:r>
          </a:p>
        </p:txBody>
      </p:sp>
    </p:spTree>
    <p:extLst>
      <p:ext uri="{BB962C8B-B14F-4D97-AF65-F5344CB8AC3E}">
        <p14:creationId xmlns:p14="http://schemas.microsoft.com/office/powerpoint/2010/main" val="1377819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81298" y="42708"/>
            <a:ext cx="68199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Proxy Explained Simply: Forward and Reverse Proxies Unveiled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299" y="522605"/>
            <a:ext cx="11963399" cy="1477328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1800" b="1" i="0" dirty="0">
                <a:solidFill>
                  <a:srgbClr val="FF0000"/>
                </a:solidFill>
                <a:effectLst/>
                <a:latin typeface="Söhne"/>
              </a:rPr>
              <a:t>Reverse Proxy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: 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Now, let's flip the scenario. Imagine you have a popular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food truck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, and there's a huge line of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people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 waiting to order from your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truck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. To make the process smoother, you hire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someone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 to stand in front of your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truck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 and take orders from the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customers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. This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person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 acts as a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reverse proxy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. This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person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 receive all the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orders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 from the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customers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 and pass them to you in an organized manner. You prepare the food and give it back to the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reverse proxy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, who then hands it out to the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customers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. The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customers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 only interact with the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reverse proxy 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and don't directly communicate with you (the food truck owner).</a:t>
            </a:r>
            <a:endParaRPr lang="en-US" sz="2800" b="0" i="0" dirty="0">
              <a:solidFill>
                <a:srgbClr val="0D0D0D"/>
              </a:solidFill>
              <a:effectLst/>
              <a:latin typeface="Söhne"/>
            </a:endParaRPr>
          </a:p>
        </p:txBody>
      </p:sp>
      <p:pic>
        <p:nvPicPr>
          <p:cNvPr id="2050" name="Picture 2" descr="Meals on wheels: The food truck business in India | Mint Lounge">
            <a:extLst>
              <a:ext uri="{FF2B5EF4-FFF2-40B4-BE49-F238E27FC236}">
                <a16:creationId xmlns:a16="http://schemas.microsoft.com/office/drawing/2014/main" id="{F62FF7E3-B312-AE12-F4AB-B9AE0B863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36" y="3200400"/>
            <a:ext cx="4133850" cy="2324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Cartoon Man Images - Free Download on Freepik">
            <a:extLst>
              <a:ext uri="{FF2B5EF4-FFF2-40B4-BE49-F238E27FC236}">
                <a16:creationId xmlns:a16="http://schemas.microsoft.com/office/drawing/2014/main" id="{76023522-BB18-77BC-EE7D-05ED12F15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009283"/>
            <a:ext cx="1223110" cy="328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C5152-866A-0B9B-A8D5-777C65592C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7781" y="2993147"/>
            <a:ext cx="3482642" cy="34292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DABC58-268A-46F6-3DA5-CC677E4378D5}"/>
              </a:ext>
            </a:extLst>
          </p:cNvPr>
          <p:cNvSpPr txBox="1"/>
          <p:nvPr/>
        </p:nvSpPr>
        <p:spPr>
          <a:xfrm>
            <a:off x="5450255" y="2542261"/>
            <a:ext cx="1600200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Reverse Proxy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5A5783-660E-0BA4-EF23-913992938C72}"/>
              </a:ext>
            </a:extLst>
          </p:cNvPr>
          <p:cNvSpPr txBox="1"/>
          <p:nvPr/>
        </p:nvSpPr>
        <p:spPr>
          <a:xfrm>
            <a:off x="1613859" y="2711538"/>
            <a:ext cx="1321003" cy="400110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Food Truck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CC36BC-E7CF-7441-6FB9-F6E8B8C106F8}"/>
              </a:ext>
            </a:extLst>
          </p:cNvPr>
          <p:cNvSpPr txBox="1"/>
          <p:nvPr/>
        </p:nvSpPr>
        <p:spPr>
          <a:xfrm>
            <a:off x="9220200" y="2247748"/>
            <a:ext cx="2384242" cy="646331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People waiting to order</a:t>
            </a:r>
          </a:p>
          <a:p>
            <a:r>
              <a:rPr lang="en-US" sz="1800" dirty="0">
                <a:solidFill>
                  <a:schemeClr val="bg1"/>
                </a:solidFill>
              </a:rPr>
              <a:t>      from your truck</a:t>
            </a:r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64443653-BB5F-55B7-6F90-5CCA6C48B286}"/>
              </a:ext>
            </a:extLst>
          </p:cNvPr>
          <p:cNvSpPr/>
          <p:nvPr/>
        </p:nvSpPr>
        <p:spPr>
          <a:xfrm>
            <a:off x="4403930" y="4149232"/>
            <a:ext cx="1537555" cy="457200"/>
          </a:xfrm>
          <a:prstGeom prst="leftRightArrow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Left-Right 13">
            <a:extLst>
              <a:ext uri="{FF2B5EF4-FFF2-40B4-BE49-F238E27FC236}">
                <a16:creationId xmlns:a16="http://schemas.microsoft.com/office/drawing/2014/main" id="{A8B03F67-DD1C-B87A-2A85-DF4060C6230C}"/>
              </a:ext>
            </a:extLst>
          </p:cNvPr>
          <p:cNvSpPr/>
          <p:nvPr/>
        </p:nvSpPr>
        <p:spPr>
          <a:xfrm>
            <a:off x="6823546" y="4133992"/>
            <a:ext cx="1651590" cy="457200"/>
          </a:xfrm>
          <a:prstGeom prst="leftRightArrow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36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81298" y="42708"/>
            <a:ext cx="68199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Proxy Explained Simply: Forward and Reverse Proxies Unveiled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300" y="2057400"/>
            <a:ext cx="11963399" cy="2308324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So, in summary:</a:t>
            </a:r>
            <a:b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sz="18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1" i="0" dirty="0">
                <a:solidFill>
                  <a:srgbClr val="FF0000"/>
                </a:solidFill>
                <a:effectLst/>
                <a:latin typeface="Söhne"/>
              </a:rPr>
              <a:t>Proxy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: Acts on behalf of someone else, hiding their identity or location.</a:t>
            </a:r>
            <a:b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sz="18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1" i="0" dirty="0">
                <a:solidFill>
                  <a:srgbClr val="FF0000"/>
                </a:solidFill>
                <a:effectLst/>
                <a:latin typeface="Söhne"/>
              </a:rPr>
              <a:t>Forward Proxy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: Helps you access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restricted websites 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from within a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restricted network 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by fetching content on your behalf.</a:t>
            </a:r>
            <a:b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sz="18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1" i="0" dirty="0">
                <a:solidFill>
                  <a:srgbClr val="FF0000"/>
                </a:solidFill>
                <a:effectLst/>
                <a:latin typeface="Söhne"/>
              </a:rPr>
              <a:t>Reverse Proxy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: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Helps manage incoming requests from clients to servers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, acting as an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intermediary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 between them, often used for load balancing, caching, or security purposes.</a:t>
            </a:r>
          </a:p>
        </p:txBody>
      </p:sp>
    </p:spTree>
    <p:extLst>
      <p:ext uri="{BB962C8B-B14F-4D97-AF65-F5344CB8AC3E}">
        <p14:creationId xmlns:p14="http://schemas.microsoft.com/office/powerpoint/2010/main" val="2803636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91828</TotalTime>
  <Words>483</Words>
  <Application>Microsoft Office PowerPoint</Application>
  <PresentationFormat>Widescreen</PresentationFormat>
  <Paragraphs>27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Söhne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9961</cp:revision>
  <dcterms:created xsi:type="dcterms:W3CDTF">2006-08-16T00:00:00Z</dcterms:created>
  <dcterms:modified xsi:type="dcterms:W3CDTF">2024-04-10T07:57:26Z</dcterms:modified>
</cp:coreProperties>
</file>