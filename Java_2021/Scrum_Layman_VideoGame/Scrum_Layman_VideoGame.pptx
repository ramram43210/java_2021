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72" r:id="rId1"/>
  </p:sldMasterIdLst>
  <p:notesMasterIdLst>
    <p:notesMasterId r:id="rId5"/>
  </p:notesMasterIdLst>
  <p:sldIdLst>
    <p:sldId id="473" r:id="rId2"/>
    <p:sldId id="472" r:id="rId3"/>
    <p:sldId id="474" r:id="rId4"/>
  </p:sldIdLst>
  <p:sldSz cx="12192000" cy="6858000"/>
  <p:notesSz cx="6858000" cy="9144000"/>
  <p:defaultTextStyle>
    <a:defPPr>
      <a:defRPr lang="en-US"/>
    </a:defPPr>
    <a:lvl1pPr marL="0" algn="l" defTabSz="1246876" rtl="0" eaLnBrk="1" latinLnBrk="0" hangingPunct="1">
      <a:defRPr sz="2454" kern="1200">
        <a:solidFill>
          <a:schemeClr val="tx1"/>
        </a:solidFill>
        <a:latin typeface="+mn-lt"/>
        <a:ea typeface="+mn-ea"/>
        <a:cs typeface="+mn-cs"/>
      </a:defRPr>
    </a:lvl1pPr>
    <a:lvl2pPr marL="623438" algn="l" defTabSz="1246876" rtl="0" eaLnBrk="1" latinLnBrk="0" hangingPunct="1">
      <a:defRPr sz="2454" kern="1200">
        <a:solidFill>
          <a:schemeClr val="tx1"/>
        </a:solidFill>
        <a:latin typeface="+mn-lt"/>
        <a:ea typeface="+mn-ea"/>
        <a:cs typeface="+mn-cs"/>
      </a:defRPr>
    </a:lvl2pPr>
    <a:lvl3pPr marL="1246876" algn="l" defTabSz="1246876" rtl="0" eaLnBrk="1" latinLnBrk="0" hangingPunct="1">
      <a:defRPr sz="2454" kern="1200">
        <a:solidFill>
          <a:schemeClr val="tx1"/>
        </a:solidFill>
        <a:latin typeface="+mn-lt"/>
        <a:ea typeface="+mn-ea"/>
        <a:cs typeface="+mn-cs"/>
      </a:defRPr>
    </a:lvl3pPr>
    <a:lvl4pPr marL="1870314" algn="l" defTabSz="1246876" rtl="0" eaLnBrk="1" latinLnBrk="0" hangingPunct="1">
      <a:defRPr sz="2454" kern="1200">
        <a:solidFill>
          <a:schemeClr val="tx1"/>
        </a:solidFill>
        <a:latin typeface="+mn-lt"/>
        <a:ea typeface="+mn-ea"/>
        <a:cs typeface="+mn-cs"/>
      </a:defRPr>
    </a:lvl4pPr>
    <a:lvl5pPr marL="2493752" algn="l" defTabSz="1246876" rtl="0" eaLnBrk="1" latinLnBrk="0" hangingPunct="1">
      <a:defRPr sz="2454" kern="1200">
        <a:solidFill>
          <a:schemeClr val="tx1"/>
        </a:solidFill>
        <a:latin typeface="+mn-lt"/>
        <a:ea typeface="+mn-ea"/>
        <a:cs typeface="+mn-cs"/>
      </a:defRPr>
    </a:lvl5pPr>
    <a:lvl6pPr marL="3117190" algn="l" defTabSz="1246876" rtl="0" eaLnBrk="1" latinLnBrk="0" hangingPunct="1">
      <a:defRPr sz="2454" kern="1200">
        <a:solidFill>
          <a:schemeClr val="tx1"/>
        </a:solidFill>
        <a:latin typeface="+mn-lt"/>
        <a:ea typeface="+mn-ea"/>
        <a:cs typeface="+mn-cs"/>
      </a:defRPr>
    </a:lvl6pPr>
    <a:lvl7pPr marL="3740628" algn="l" defTabSz="1246876" rtl="0" eaLnBrk="1" latinLnBrk="0" hangingPunct="1">
      <a:defRPr sz="2454" kern="1200">
        <a:solidFill>
          <a:schemeClr val="tx1"/>
        </a:solidFill>
        <a:latin typeface="+mn-lt"/>
        <a:ea typeface="+mn-ea"/>
        <a:cs typeface="+mn-cs"/>
      </a:defRPr>
    </a:lvl7pPr>
    <a:lvl8pPr marL="4364065" algn="l" defTabSz="1246876" rtl="0" eaLnBrk="1" latinLnBrk="0" hangingPunct="1">
      <a:defRPr sz="2454" kern="1200">
        <a:solidFill>
          <a:schemeClr val="tx1"/>
        </a:solidFill>
        <a:latin typeface="+mn-lt"/>
        <a:ea typeface="+mn-ea"/>
        <a:cs typeface="+mn-cs"/>
      </a:defRPr>
    </a:lvl8pPr>
    <a:lvl9pPr marL="4987503" algn="l" defTabSz="1246876" rtl="0" eaLnBrk="1" latinLnBrk="0" hangingPunct="1">
      <a:defRPr sz="245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mesh N" initials="RN" lastIdx="1" clrIdx="0">
    <p:extLst>
      <p:ext uri="{19B8F6BF-5375-455C-9EA6-DF929625EA0E}">
        <p15:presenceInfo xmlns:p15="http://schemas.microsoft.com/office/powerpoint/2012/main" userId="10c340b3cc87b96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E4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31" autoAdjust="0"/>
    <p:restoredTop sz="94291" autoAdjust="0"/>
  </p:normalViewPr>
  <p:slideViewPr>
    <p:cSldViewPr>
      <p:cViewPr varScale="1">
        <p:scale>
          <a:sx n="71" d="100"/>
          <a:sy n="71" d="100"/>
        </p:scale>
        <p:origin x="1099" y="91"/>
      </p:cViewPr>
      <p:guideLst>
        <p:guide orient="horz" pos="2161"/>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6" d="100"/>
          <a:sy n="56" d="100"/>
        </p:scale>
        <p:origin x="-2838"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274EC6-3890-417B-9308-14EFBD00FA63}" type="datetimeFigureOut">
              <a:rPr lang="en-US" smtClean="0"/>
              <a:t>5/9/2024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83C400-BD9D-4609-A213-F91E9750031E}" type="slidenum">
              <a:rPr lang="en-US" smtClean="0"/>
              <a:t>‹#›</a:t>
            </a:fld>
            <a:endParaRPr lang="en-US" dirty="0"/>
          </a:p>
        </p:txBody>
      </p:sp>
    </p:spTree>
    <p:extLst>
      <p:ext uri="{BB962C8B-B14F-4D97-AF65-F5344CB8AC3E}">
        <p14:creationId xmlns:p14="http://schemas.microsoft.com/office/powerpoint/2010/main" val="2831783273"/>
      </p:ext>
    </p:extLst>
  </p:cSld>
  <p:clrMap bg1="lt1" tx1="dk1" bg2="lt2" tx2="dk2" accent1="accent1" accent2="accent2" accent3="accent3" accent4="accent4" accent5="accent5" accent6="accent6" hlink="hlink" folHlink="folHlink"/>
  <p:notesStyle>
    <a:lvl1pPr marL="0" algn="l" defTabSz="1246876" rtl="0" eaLnBrk="1" latinLnBrk="0" hangingPunct="1">
      <a:defRPr sz="1636" kern="1200">
        <a:solidFill>
          <a:schemeClr val="tx1"/>
        </a:solidFill>
        <a:latin typeface="+mn-lt"/>
        <a:ea typeface="+mn-ea"/>
        <a:cs typeface="+mn-cs"/>
      </a:defRPr>
    </a:lvl1pPr>
    <a:lvl2pPr marL="623438" algn="l" defTabSz="1246876" rtl="0" eaLnBrk="1" latinLnBrk="0" hangingPunct="1">
      <a:defRPr sz="1636" kern="1200">
        <a:solidFill>
          <a:schemeClr val="tx1"/>
        </a:solidFill>
        <a:latin typeface="+mn-lt"/>
        <a:ea typeface="+mn-ea"/>
        <a:cs typeface="+mn-cs"/>
      </a:defRPr>
    </a:lvl2pPr>
    <a:lvl3pPr marL="1246876" algn="l" defTabSz="1246876" rtl="0" eaLnBrk="1" latinLnBrk="0" hangingPunct="1">
      <a:defRPr sz="1636" kern="1200">
        <a:solidFill>
          <a:schemeClr val="tx1"/>
        </a:solidFill>
        <a:latin typeface="+mn-lt"/>
        <a:ea typeface="+mn-ea"/>
        <a:cs typeface="+mn-cs"/>
      </a:defRPr>
    </a:lvl3pPr>
    <a:lvl4pPr marL="1870314" algn="l" defTabSz="1246876" rtl="0" eaLnBrk="1" latinLnBrk="0" hangingPunct="1">
      <a:defRPr sz="1636" kern="1200">
        <a:solidFill>
          <a:schemeClr val="tx1"/>
        </a:solidFill>
        <a:latin typeface="+mn-lt"/>
        <a:ea typeface="+mn-ea"/>
        <a:cs typeface="+mn-cs"/>
      </a:defRPr>
    </a:lvl4pPr>
    <a:lvl5pPr marL="2493752" algn="l" defTabSz="1246876" rtl="0" eaLnBrk="1" latinLnBrk="0" hangingPunct="1">
      <a:defRPr sz="1636" kern="1200">
        <a:solidFill>
          <a:schemeClr val="tx1"/>
        </a:solidFill>
        <a:latin typeface="+mn-lt"/>
        <a:ea typeface="+mn-ea"/>
        <a:cs typeface="+mn-cs"/>
      </a:defRPr>
    </a:lvl5pPr>
    <a:lvl6pPr marL="3117190" algn="l" defTabSz="1246876" rtl="0" eaLnBrk="1" latinLnBrk="0" hangingPunct="1">
      <a:defRPr sz="1636" kern="1200">
        <a:solidFill>
          <a:schemeClr val="tx1"/>
        </a:solidFill>
        <a:latin typeface="+mn-lt"/>
        <a:ea typeface="+mn-ea"/>
        <a:cs typeface="+mn-cs"/>
      </a:defRPr>
    </a:lvl6pPr>
    <a:lvl7pPr marL="3740628" algn="l" defTabSz="1246876" rtl="0" eaLnBrk="1" latinLnBrk="0" hangingPunct="1">
      <a:defRPr sz="1636" kern="1200">
        <a:solidFill>
          <a:schemeClr val="tx1"/>
        </a:solidFill>
        <a:latin typeface="+mn-lt"/>
        <a:ea typeface="+mn-ea"/>
        <a:cs typeface="+mn-cs"/>
      </a:defRPr>
    </a:lvl7pPr>
    <a:lvl8pPr marL="4364065" algn="l" defTabSz="1246876" rtl="0" eaLnBrk="1" latinLnBrk="0" hangingPunct="1">
      <a:defRPr sz="1636" kern="1200">
        <a:solidFill>
          <a:schemeClr val="tx1"/>
        </a:solidFill>
        <a:latin typeface="+mn-lt"/>
        <a:ea typeface="+mn-ea"/>
        <a:cs typeface="+mn-cs"/>
      </a:defRPr>
    </a:lvl8pPr>
    <a:lvl9pPr marL="4987503" algn="l" defTabSz="1246876" rtl="0" eaLnBrk="1" latinLnBrk="0" hangingPunct="1">
      <a:defRPr sz="16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1</a:t>
            </a:fld>
            <a:endParaRPr lang="en-US" dirty="0"/>
          </a:p>
        </p:txBody>
      </p:sp>
    </p:spTree>
    <p:extLst>
      <p:ext uri="{BB962C8B-B14F-4D97-AF65-F5344CB8AC3E}">
        <p14:creationId xmlns:p14="http://schemas.microsoft.com/office/powerpoint/2010/main" val="3139225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2</a:t>
            </a:fld>
            <a:endParaRPr lang="en-US" dirty="0"/>
          </a:p>
        </p:txBody>
      </p:sp>
    </p:spTree>
    <p:extLst>
      <p:ext uri="{BB962C8B-B14F-4D97-AF65-F5344CB8AC3E}">
        <p14:creationId xmlns:p14="http://schemas.microsoft.com/office/powerpoint/2010/main" val="4231762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3</a:t>
            </a:fld>
            <a:endParaRPr lang="en-US" dirty="0"/>
          </a:p>
        </p:txBody>
      </p:sp>
    </p:spTree>
    <p:extLst>
      <p:ext uri="{BB962C8B-B14F-4D97-AF65-F5344CB8AC3E}">
        <p14:creationId xmlns:p14="http://schemas.microsoft.com/office/powerpoint/2010/main" val="47170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2" indent="0" algn="ctr">
              <a:buNone/>
              <a:defRPr>
                <a:solidFill>
                  <a:schemeClr val="tx1">
                    <a:tint val="75000"/>
                  </a:schemeClr>
                </a:solidFill>
              </a:defRPr>
            </a:lvl2pPr>
            <a:lvl3pPr marL="1219165" indent="0" algn="ctr">
              <a:buNone/>
              <a:defRPr>
                <a:solidFill>
                  <a:schemeClr val="tx1">
                    <a:tint val="75000"/>
                  </a:schemeClr>
                </a:solidFill>
              </a:defRPr>
            </a:lvl3pPr>
            <a:lvl4pPr marL="1828747" indent="0" algn="ctr">
              <a:buNone/>
              <a:defRPr>
                <a:solidFill>
                  <a:schemeClr val="tx1">
                    <a:tint val="75000"/>
                  </a:schemeClr>
                </a:solidFill>
              </a:defRPr>
            </a:lvl4pPr>
            <a:lvl5pPr marL="2438331" indent="0" algn="ctr">
              <a:buNone/>
              <a:defRPr>
                <a:solidFill>
                  <a:schemeClr val="tx1">
                    <a:tint val="75000"/>
                  </a:schemeClr>
                </a:solidFill>
              </a:defRPr>
            </a:lvl5pPr>
            <a:lvl6pPr marL="3047912" indent="0" algn="ctr">
              <a:buNone/>
              <a:defRPr>
                <a:solidFill>
                  <a:schemeClr val="tx1">
                    <a:tint val="75000"/>
                  </a:schemeClr>
                </a:solidFill>
              </a:defRPr>
            </a:lvl6pPr>
            <a:lvl7pPr marL="3657494" indent="0" algn="ctr">
              <a:buNone/>
              <a:defRPr>
                <a:solidFill>
                  <a:schemeClr val="tx1">
                    <a:tint val="75000"/>
                  </a:schemeClr>
                </a:solidFill>
              </a:defRPr>
            </a:lvl7pPr>
            <a:lvl8pPr marL="4267075" indent="0" algn="ctr">
              <a:buNone/>
              <a:defRPr>
                <a:solidFill>
                  <a:schemeClr val="tx1">
                    <a:tint val="75000"/>
                  </a:schemeClr>
                </a:solidFill>
              </a:defRPr>
            </a:lvl8pPr>
            <a:lvl9pPr marL="487665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8538603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079184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6" y="4406911"/>
            <a:ext cx="10363200" cy="1362075"/>
          </a:xfrm>
        </p:spPr>
        <p:txBody>
          <a:bodyPr anchor="t"/>
          <a:lstStyle>
            <a:lvl1pPr algn="l">
              <a:defRPr sz="5333" b="1" cap="all"/>
            </a:lvl1pPr>
          </a:lstStyle>
          <a:p>
            <a:r>
              <a:rPr lang="en-US"/>
              <a:t>Click to edit Master title style</a:t>
            </a:r>
          </a:p>
        </p:txBody>
      </p:sp>
      <p:sp>
        <p:nvSpPr>
          <p:cNvPr id="3" name="Text Placeholder 2"/>
          <p:cNvSpPr>
            <a:spLocks noGrp="1"/>
          </p:cNvSpPr>
          <p:nvPr>
            <p:ph type="body" idx="1"/>
          </p:nvPr>
        </p:nvSpPr>
        <p:spPr>
          <a:xfrm>
            <a:off x="963086" y="2906724"/>
            <a:ext cx="10363200" cy="1500187"/>
          </a:xfrm>
        </p:spPr>
        <p:txBody>
          <a:bodyPr anchor="b"/>
          <a:lstStyle>
            <a:lvl1pPr marL="0" indent="0">
              <a:buNone/>
              <a:defRPr sz="2667">
                <a:solidFill>
                  <a:schemeClr val="tx1">
                    <a:tint val="75000"/>
                  </a:schemeClr>
                </a:solidFill>
              </a:defRPr>
            </a:lvl1pPr>
            <a:lvl2pPr marL="609582" indent="0">
              <a:buNone/>
              <a:defRPr sz="2400">
                <a:solidFill>
                  <a:schemeClr val="tx1">
                    <a:tint val="75000"/>
                  </a:schemeClr>
                </a:solidFill>
              </a:defRPr>
            </a:lvl2pPr>
            <a:lvl3pPr marL="1219165" indent="0">
              <a:buNone/>
              <a:defRPr sz="2133">
                <a:solidFill>
                  <a:schemeClr val="tx1">
                    <a:tint val="75000"/>
                  </a:schemeClr>
                </a:solidFill>
              </a:defRPr>
            </a:lvl3pPr>
            <a:lvl4pPr marL="1828747" indent="0">
              <a:buNone/>
              <a:defRPr sz="1867">
                <a:solidFill>
                  <a:schemeClr val="tx1">
                    <a:tint val="75000"/>
                  </a:schemeClr>
                </a:solidFill>
              </a:defRPr>
            </a:lvl4pPr>
            <a:lvl5pPr marL="2438331" indent="0">
              <a:buNone/>
              <a:defRPr sz="1867">
                <a:solidFill>
                  <a:schemeClr val="tx1">
                    <a:tint val="75000"/>
                  </a:schemeClr>
                </a:solidFill>
              </a:defRPr>
            </a:lvl5pPr>
            <a:lvl6pPr marL="3047912" indent="0">
              <a:buNone/>
              <a:defRPr sz="1867">
                <a:solidFill>
                  <a:schemeClr val="tx1">
                    <a:tint val="75000"/>
                  </a:schemeClr>
                </a:solidFill>
              </a:defRPr>
            </a:lvl6pPr>
            <a:lvl7pPr marL="3657494" indent="0">
              <a:buNone/>
              <a:defRPr sz="1867">
                <a:solidFill>
                  <a:schemeClr val="tx1">
                    <a:tint val="75000"/>
                  </a:schemeClr>
                </a:solidFill>
              </a:defRPr>
            </a:lvl7pPr>
            <a:lvl8pPr marL="4267075" indent="0">
              <a:buNone/>
              <a:defRPr sz="1867">
                <a:solidFill>
                  <a:schemeClr val="tx1">
                    <a:tint val="75000"/>
                  </a:schemeClr>
                </a:solidFill>
              </a:defRPr>
            </a:lvl8pPr>
            <a:lvl9pPr marL="4876659"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35949269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3164"/>
            <a:ext cx="5384800" cy="3319462"/>
          </a:xfrm>
        </p:spPr>
        <p:txBody>
          <a:bodyPr/>
          <a:lstStyle>
            <a:lvl1pPr>
              <a:defRPr sz="3735"/>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2" y="1173164"/>
            <a:ext cx="5384800" cy="3319462"/>
          </a:xfrm>
        </p:spPr>
        <p:txBody>
          <a:bodyPr/>
          <a:lstStyle>
            <a:lvl1pPr>
              <a:defRPr sz="3735"/>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7610541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3" y="1535120"/>
            <a:ext cx="5386919" cy="639762"/>
          </a:xfrm>
        </p:spPr>
        <p:txBody>
          <a:bodyPr anchor="b"/>
          <a:lstStyle>
            <a:lvl1pPr marL="0" indent="0">
              <a:buNone/>
              <a:defRPr sz="3200" b="1"/>
            </a:lvl1pPr>
            <a:lvl2pPr marL="609582" indent="0">
              <a:buNone/>
              <a:defRPr sz="2667" b="1"/>
            </a:lvl2pPr>
            <a:lvl3pPr marL="1219165" indent="0">
              <a:buNone/>
              <a:defRPr sz="2400" b="1"/>
            </a:lvl3pPr>
            <a:lvl4pPr marL="1828747" indent="0">
              <a:buNone/>
              <a:defRPr sz="2133" b="1"/>
            </a:lvl4pPr>
            <a:lvl5pPr marL="2438331" indent="0">
              <a:buNone/>
              <a:defRPr sz="2133" b="1"/>
            </a:lvl5pPr>
            <a:lvl6pPr marL="3047912" indent="0">
              <a:buNone/>
              <a:defRPr sz="2133" b="1"/>
            </a:lvl6pPr>
            <a:lvl7pPr marL="3657494" indent="0">
              <a:buNone/>
              <a:defRPr sz="2133" b="1"/>
            </a:lvl7pPr>
            <a:lvl8pPr marL="4267075" indent="0">
              <a:buNone/>
              <a:defRPr sz="2133" b="1"/>
            </a:lvl8pPr>
            <a:lvl9pPr marL="4876659" indent="0">
              <a:buNone/>
              <a:defRPr sz="2133" b="1"/>
            </a:lvl9pPr>
          </a:lstStyle>
          <a:p>
            <a:pPr lvl="0"/>
            <a:r>
              <a:rPr lang="en-US"/>
              <a:t>Click to edit Master text styles</a:t>
            </a:r>
          </a:p>
        </p:txBody>
      </p:sp>
      <p:sp>
        <p:nvSpPr>
          <p:cNvPr id="4" name="Content Placeholder 3"/>
          <p:cNvSpPr>
            <a:spLocks noGrp="1"/>
          </p:cNvSpPr>
          <p:nvPr>
            <p:ph sz="half" idx="2"/>
          </p:nvPr>
        </p:nvSpPr>
        <p:spPr>
          <a:xfrm>
            <a:off x="609603" y="2174882"/>
            <a:ext cx="5386919"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7" y="1535120"/>
            <a:ext cx="5389035" cy="639762"/>
          </a:xfrm>
        </p:spPr>
        <p:txBody>
          <a:bodyPr anchor="b"/>
          <a:lstStyle>
            <a:lvl1pPr marL="0" indent="0">
              <a:buNone/>
              <a:defRPr sz="3200" b="1"/>
            </a:lvl1pPr>
            <a:lvl2pPr marL="609582" indent="0">
              <a:buNone/>
              <a:defRPr sz="2667" b="1"/>
            </a:lvl2pPr>
            <a:lvl3pPr marL="1219165" indent="0">
              <a:buNone/>
              <a:defRPr sz="2400" b="1"/>
            </a:lvl3pPr>
            <a:lvl4pPr marL="1828747" indent="0">
              <a:buNone/>
              <a:defRPr sz="2133" b="1"/>
            </a:lvl4pPr>
            <a:lvl5pPr marL="2438331" indent="0">
              <a:buNone/>
              <a:defRPr sz="2133" b="1"/>
            </a:lvl5pPr>
            <a:lvl6pPr marL="3047912" indent="0">
              <a:buNone/>
              <a:defRPr sz="2133" b="1"/>
            </a:lvl6pPr>
            <a:lvl7pPr marL="3657494" indent="0">
              <a:buNone/>
              <a:defRPr sz="2133" b="1"/>
            </a:lvl7pPr>
            <a:lvl8pPr marL="4267075" indent="0">
              <a:buNone/>
              <a:defRPr sz="2133" b="1"/>
            </a:lvl8pPr>
            <a:lvl9pPr marL="4876659"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93377" y="2174882"/>
            <a:ext cx="5389035"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90522610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8036352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18255450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10" y="273050"/>
            <a:ext cx="4011086" cy="1162050"/>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6" y="273061"/>
            <a:ext cx="6815667" cy="5853113"/>
          </a:xfrm>
        </p:spPr>
        <p:txBody>
          <a:bodyPr/>
          <a:lstStyle>
            <a:lvl1pPr>
              <a:defRPr sz="4267"/>
            </a:lvl1pPr>
            <a:lvl2pPr>
              <a:defRPr sz="3735"/>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10" y="1435111"/>
            <a:ext cx="4011086" cy="4691063"/>
          </a:xfrm>
        </p:spPr>
        <p:txBody>
          <a:bodyPr/>
          <a:lstStyle>
            <a:lvl1pPr marL="0" indent="0">
              <a:buNone/>
              <a:defRPr sz="1867"/>
            </a:lvl1pPr>
            <a:lvl2pPr marL="609582" indent="0">
              <a:buNone/>
              <a:defRPr sz="1600"/>
            </a:lvl2pPr>
            <a:lvl3pPr marL="1219165" indent="0">
              <a:buNone/>
              <a:defRPr sz="1335"/>
            </a:lvl3pPr>
            <a:lvl4pPr marL="1828747" indent="0">
              <a:buNone/>
              <a:defRPr sz="1200"/>
            </a:lvl4pPr>
            <a:lvl5pPr marL="2438331" indent="0">
              <a:buNone/>
              <a:defRPr sz="1200"/>
            </a:lvl5pPr>
            <a:lvl6pPr marL="3047912" indent="0">
              <a:buNone/>
              <a:defRPr sz="1200"/>
            </a:lvl6pPr>
            <a:lvl7pPr marL="3657494" indent="0">
              <a:buNone/>
              <a:defRPr sz="1200"/>
            </a:lvl7pPr>
            <a:lvl8pPr marL="4267075" indent="0">
              <a:buNone/>
              <a:defRPr sz="1200"/>
            </a:lvl8pPr>
            <a:lvl9pPr marL="4876659"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86515988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667"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4267"/>
            </a:lvl1pPr>
            <a:lvl2pPr marL="609582" indent="0">
              <a:buNone/>
              <a:defRPr sz="3735"/>
            </a:lvl2pPr>
            <a:lvl3pPr marL="1219165" indent="0">
              <a:buNone/>
              <a:defRPr sz="3200"/>
            </a:lvl3pPr>
            <a:lvl4pPr marL="1828747" indent="0">
              <a:buNone/>
              <a:defRPr sz="2667"/>
            </a:lvl4pPr>
            <a:lvl5pPr marL="2438331" indent="0">
              <a:buNone/>
              <a:defRPr sz="2667"/>
            </a:lvl5pPr>
            <a:lvl6pPr marL="3047912" indent="0">
              <a:buNone/>
              <a:defRPr sz="2667"/>
            </a:lvl6pPr>
            <a:lvl7pPr marL="3657494" indent="0">
              <a:buNone/>
              <a:defRPr sz="2667"/>
            </a:lvl7pPr>
            <a:lvl8pPr marL="4267075" indent="0">
              <a:buNone/>
              <a:defRPr sz="2667"/>
            </a:lvl8pPr>
            <a:lvl9pPr marL="4876659" indent="0">
              <a:buNone/>
              <a:defRPr sz="2667"/>
            </a:lvl9pPr>
          </a:lstStyle>
          <a:p>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867"/>
            </a:lvl1pPr>
            <a:lvl2pPr marL="609582" indent="0">
              <a:buNone/>
              <a:defRPr sz="1600"/>
            </a:lvl2pPr>
            <a:lvl3pPr marL="1219165" indent="0">
              <a:buNone/>
              <a:defRPr sz="1335"/>
            </a:lvl3pPr>
            <a:lvl4pPr marL="1828747" indent="0">
              <a:buNone/>
              <a:defRPr sz="1200"/>
            </a:lvl4pPr>
            <a:lvl5pPr marL="2438331" indent="0">
              <a:buNone/>
              <a:defRPr sz="1200"/>
            </a:lvl5pPr>
            <a:lvl6pPr marL="3047912" indent="0">
              <a:buNone/>
              <a:defRPr sz="1200"/>
            </a:lvl6pPr>
            <a:lvl7pPr marL="3657494" indent="0">
              <a:buNone/>
              <a:defRPr sz="1200"/>
            </a:lvl7pPr>
            <a:lvl8pPr marL="4267075" indent="0">
              <a:buNone/>
              <a:defRPr sz="1200"/>
            </a:lvl8pPr>
            <a:lvl9pPr marL="4876659"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4765013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4122413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01614"/>
            <a:ext cx="2743200" cy="42910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2" y="201614"/>
            <a:ext cx="8026400" cy="42910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78649533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0"/>
            <a:ext cx="10972800" cy="45259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2" y="6356352"/>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1D8BD707-D9CF-40AE-B4C6-C98DA3205C09}" type="datetimeFigureOut">
              <a:rPr lang="en-US" smtClean="0"/>
              <a:pPr/>
              <a:t>5/9/2024</a:t>
            </a:fld>
            <a:endParaRPr lang="en-US" dirty="0"/>
          </a:p>
        </p:txBody>
      </p:sp>
      <p:sp>
        <p:nvSpPr>
          <p:cNvPr id="5" name="Footer Placeholder 4"/>
          <p:cNvSpPr>
            <a:spLocks noGrp="1"/>
          </p:cNvSpPr>
          <p:nvPr>
            <p:ph type="ftr" sz="quarter" idx="3"/>
          </p:nvPr>
        </p:nvSpPr>
        <p:spPr>
          <a:xfrm>
            <a:off x="4165604" y="6356352"/>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2499436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p14:dur="0" advClick="0"/>
    </mc:Choice>
    <mc:Fallback xmlns="">
      <p:transition advClick="0"/>
    </mc:Fallback>
  </mc:AlternateContent>
  <p:txStyles>
    <p:titleStyle>
      <a:lvl1pPr algn="ctr" defTabSz="1219165" rtl="0" eaLnBrk="1" latinLnBrk="0" hangingPunct="1">
        <a:spcBef>
          <a:spcPct val="0"/>
        </a:spcBef>
        <a:buNone/>
        <a:defRPr sz="5868" kern="1200">
          <a:solidFill>
            <a:schemeClr val="tx1"/>
          </a:solidFill>
          <a:latin typeface="+mj-lt"/>
          <a:ea typeface="+mj-ea"/>
          <a:cs typeface="+mj-cs"/>
        </a:defRPr>
      </a:lvl1pPr>
    </p:titleStyle>
    <p:bodyStyle>
      <a:lvl1pPr marL="457188" indent="-457188" algn="l" defTabSz="1219165"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2" indent="-380990" algn="l" defTabSz="1219165" rtl="0" eaLnBrk="1" latinLnBrk="0" hangingPunct="1">
        <a:spcBef>
          <a:spcPct val="20000"/>
        </a:spcBef>
        <a:buFont typeface="Arial" pitchFamily="34" charset="0"/>
        <a:buChar char="–"/>
        <a:defRPr sz="3735" kern="1200">
          <a:solidFill>
            <a:schemeClr val="tx1"/>
          </a:solidFill>
          <a:latin typeface="+mn-lt"/>
          <a:ea typeface="+mn-ea"/>
          <a:cs typeface="+mn-cs"/>
        </a:defRPr>
      </a:lvl2pPr>
      <a:lvl3pPr marL="1523955" indent="-304792" algn="l" defTabSz="1219165"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39"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21"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04"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286"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67"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51"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65" rtl="0" eaLnBrk="1" latinLnBrk="0" hangingPunct="1">
        <a:defRPr sz="2400" kern="1200">
          <a:solidFill>
            <a:schemeClr val="tx1"/>
          </a:solidFill>
          <a:latin typeface="+mn-lt"/>
          <a:ea typeface="+mn-ea"/>
          <a:cs typeface="+mn-cs"/>
        </a:defRPr>
      </a:lvl1pPr>
      <a:lvl2pPr marL="609582" algn="l" defTabSz="1219165" rtl="0" eaLnBrk="1" latinLnBrk="0" hangingPunct="1">
        <a:defRPr sz="2400" kern="1200">
          <a:solidFill>
            <a:schemeClr val="tx1"/>
          </a:solidFill>
          <a:latin typeface="+mn-lt"/>
          <a:ea typeface="+mn-ea"/>
          <a:cs typeface="+mn-cs"/>
        </a:defRPr>
      </a:lvl2pPr>
      <a:lvl3pPr marL="1219165" algn="l" defTabSz="1219165" rtl="0" eaLnBrk="1" latinLnBrk="0" hangingPunct="1">
        <a:defRPr sz="2400" kern="1200">
          <a:solidFill>
            <a:schemeClr val="tx1"/>
          </a:solidFill>
          <a:latin typeface="+mn-lt"/>
          <a:ea typeface="+mn-ea"/>
          <a:cs typeface="+mn-cs"/>
        </a:defRPr>
      </a:lvl3pPr>
      <a:lvl4pPr marL="1828747" algn="l" defTabSz="1219165" rtl="0" eaLnBrk="1" latinLnBrk="0" hangingPunct="1">
        <a:defRPr sz="2400" kern="1200">
          <a:solidFill>
            <a:schemeClr val="tx1"/>
          </a:solidFill>
          <a:latin typeface="+mn-lt"/>
          <a:ea typeface="+mn-ea"/>
          <a:cs typeface="+mn-cs"/>
        </a:defRPr>
      </a:lvl4pPr>
      <a:lvl5pPr marL="2438331" algn="l" defTabSz="1219165" rtl="0" eaLnBrk="1" latinLnBrk="0" hangingPunct="1">
        <a:defRPr sz="2400" kern="1200">
          <a:solidFill>
            <a:schemeClr val="tx1"/>
          </a:solidFill>
          <a:latin typeface="+mn-lt"/>
          <a:ea typeface="+mn-ea"/>
          <a:cs typeface="+mn-cs"/>
        </a:defRPr>
      </a:lvl5pPr>
      <a:lvl6pPr marL="3047912" algn="l" defTabSz="1219165" rtl="0" eaLnBrk="1" latinLnBrk="0" hangingPunct="1">
        <a:defRPr sz="2400" kern="1200">
          <a:solidFill>
            <a:schemeClr val="tx1"/>
          </a:solidFill>
          <a:latin typeface="+mn-lt"/>
          <a:ea typeface="+mn-ea"/>
          <a:cs typeface="+mn-cs"/>
        </a:defRPr>
      </a:lvl6pPr>
      <a:lvl7pPr marL="3657494" algn="l" defTabSz="1219165" rtl="0" eaLnBrk="1" latinLnBrk="0" hangingPunct="1">
        <a:defRPr sz="2400" kern="1200">
          <a:solidFill>
            <a:schemeClr val="tx1"/>
          </a:solidFill>
          <a:latin typeface="+mn-lt"/>
          <a:ea typeface="+mn-ea"/>
          <a:cs typeface="+mn-cs"/>
        </a:defRPr>
      </a:lvl7pPr>
      <a:lvl8pPr marL="4267075" algn="l" defTabSz="1219165" rtl="0" eaLnBrk="1" latinLnBrk="0" hangingPunct="1">
        <a:defRPr sz="2400" kern="1200">
          <a:solidFill>
            <a:schemeClr val="tx1"/>
          </a:solidFill>
          <a:latin typeface="+mn-lt"/>
          <a:ea typeface="+mn-ea"/>
          <a:cs typeface="+mn-cs"/>
        </a:defRPr>
      </a:lvl8pPr>
      <a:lvl9pPr marL="4876659" algn="l" defTabSz="12191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613835" y="28998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4" name="Rectangle 3">
            <a:extLst>
              <a:ext uri="{FF2B5EF4-FFF2-40B4-BE49-F238E27FC236}">
                <a16:creationId xmlns:a16="http://schemas.microsoft.com/office/drawing/2014/main" id="{C732CC46-37AA-1E07-46A7-484FC3D881EC}"/>
              </a:ext>
            </a:extLst>
          </p:cNvPr>
          <p:cNvSpPr/>
          <p:nvPr/>
        </p:nvSpPr>
        <p:spPr>
          <a:xfrm>
            <a:off x="2667000" y="33992"/>
            <a:ext cx="66294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Scrum Demystified: Simplifying Teamwork for Project Success</a:t>
            </a:r>
          </a:p>
        </p:txBody>
      </p:sp>
      <p:sp>
        <p:nvSpPr>
          <p:cNvPr id="11" name="TextBox 10">
            <a:extLst>
              <a:ext uri="{FF2B5EF4-FFF2-40B4-BE49-F238E27FC236}">
                <a16:creationId xmlns:a16="http://schemas.microsoft.com/office/drawing/2014/main" id="{11705DA6-4EF9-EB0E-94C5-017DBC9DCF70}"/>
              </a:ext>
            </a:extLst>
          </p:cNvPr>
          <p:cNvSpPr txBox="1"/>
          <p:nvPr/>
        </p:nvSpPr>
        <p:spPr>
          <a:xfrm>
            <a:off x="207436" y="581055"/>
            <a:ext cx="11755964" cy="1938992"/>
          </a:xfrm>
          <a:prstGeom prst="rect">
            <a:avLst/>
          </a:prstGeom>
          <a:ln w="3175">
            <a:solidFill>
              <a:schemeClr val="tx1"/>
            </a:solidFill>
          </a:ln>
        </p:spPr>
        <p:style>
          <a:lnRef idx="2">
            <a:schemeClr val="accent6"/>
          </a:lnRef>
          <a:fillRef idx="1">
            <a:schemeClr val="lt1"/>
          </a:fillRef>
          <a:effectRef idx="0">
            <a:schemeClr val="accent6"/>
          </a:effectRef>
          <a:fontRef idx="minor">
            <a:schemeClr val="dk1"/>
          </a:fontRef>
        </p:style>
        <p:txBody>
          <a:bodyPr wrap="square">
            <a:spAutoFit/>
          </a:bodyPr>
          <a:lstStyle/>
          <a:p>
            <a:pPr marL="285750" indent="-285750" algn="l">
              <a:buFont typeface="Wingdings" panose="05000000000000000000" pitchFamily="2" charset="2"/>
              <a:buChar char="ü"/>
            </a:pPr>
            <a:r>
              <a:rPr lang="en-US" sz="2000" b="0" i="0" dirty="0">
                <a:solidFill>
                  <a:srgbClr val="0D0D0D"/>
                </a:solidFill>
                <a:effectLst/>
                <a:highlight>
                  <a:srgbClr val="FFFFFF"/>
                </a:highlight>
                <a:latin typeface="Söhne"/>
              </a:rPr>
              <a:t>Imagine you're part of a </a:t>
            </a:r>
            <a:r>
              <a:rPr lang="en-US" sz="2000" b="0" i="0" dirty="0">
                <a:solidFill>
                  <a:srgbClr val="FF0000"/>
                </a:solidFill>
                <a:effectLst/>
                <a:highlight>
                  <a:srgbClr val="FFFFFF"/>
                </a:highlight>
                <a:latin typeface="Söhne"/>
              </a:rPr>
              <a:t>team</a:t>
            </a:r>
            <a:r>
              <a:rPr lang="en-US" sz="2000" b="0" i="0" dirty="0">
                <a:solidFill>
                  <a:srgbClr val="0D0D0D"/>
                </a:solidFill>
                <a:effectLst/>
                <a:highlight>
                  <a:srgbClr val="FFFFFF"/>
                </a:highlight>
                <a:latin typeface="Söhne"/>
              </a:rPr>
              <a:t> tasked with building a really cool </a:t>
            </a:r>
            <a:r>
              <a:rPr lang="en-US" sz="2000" b="0" i="0" dirty="0">
                <a:solidFill>
                  <a:srgbClr val="FF0000"/>
                </a:solidFill>
                <a:effectLst/>
                <a:highlight>
                  <a:srgbClr val="FFFFFF"/>
                </a:highlight>
                <a:latin typeface="Söhne"/>
              </a:rPr>
              <a:t>project</a:t>
            </a:r>
            <a:r>
              <a:rPr lang="en-US" sz="2000" b="0" i="0" dirty="0">
                <a:solidFill>
                  <a:srgbClr val="0D0D0D"/>
                </a:solidFill>
                <a:effectLst/>
                <a:highlight>
                  <a:srgbClr val="FFFFFF"/>
                </a:highlight>
                <a:latin typeface="Söhne"/>
              </a:rPr>
              <a:t>, like creating a new video game or designing a fun app. Now, think of </a:t>
            </a:r>
            <a:r>
              <a:rPr lang="en-US" sz="2000" b="0" i="0" dirty="0">
                <a:solidFill>
                  <a:srgbClr val="FF0000"/>
                </a:solidFill>
                <a:effectLst/>
                <a:highlight>
                  <a:srgbClr val="FFFFFF"/>
                </a:highlight>
                <a:latin typeface="Söhne"/>
              </a:rPr>
              <a:t>Scrum</a:t>
            </a:r>
            <a:r>
              <a:rPr lang="en-US" sz="2000" b="0" i="0" dirty="0">
                <a:solidFill>
                  <a:srgbClr val="0D0D0D"/>
                </a:solidFill>
                <a:effectLst/>
                <a:highlight>
                  <a:srgbClr val="FFFFFF"/>
                </a:highlight>
                <a:latin typeface="Söhne"/>
              </a:rPr>
              <a:t> as a way to </a:t>
            </a:r>
            <a:r>
              <a:rPr lang="en-US" sz="2000" b="0" i="0" dirty="0">
                <a:solidFill>
                  <a:srgbClr val="FF0000"/>
                </a:solidFill>
                <a:effectLst/>
                <a:highlight>
                  <a:srgbClr val="FFFFFF"/>
                </a:highlight>
                <a:latin typeface="Söhne"/>
              </a:rPr>
              <a:t>organize and manage this team's work </a:t>
            </a:r>
            <a:r>
              <a:rPr lang="en-US" sz="2000" b="0" i="0" dirty="0">
                <a:solidFill>
                  <a:srgbClr val="0D0D0D"/>
                </a:solidFill>
                <a:effectLst/>
                <a:highlight>
                  <a:srgbClr val="FFFFFF"/>
                </a:highlight>
                <a:latin typeface="Söhne"/>
              </a:rPr>
              <a:t>to make sure everything gets done smoothly and efficiently.</a:t>
            </a:r>
            <a:br>
              <a:rPr lang="en-US" sz="2000" b="0" i="0" dirty="0">
                <a:solidFill>
                  <a:srgbClr val="0D0D0D"/>
                </a:solidFill>
                <a:effectLst/>
                <a:highlight>
                  <a:srgbClr val="FFFFFF"/>
                </a:highlight>
                <a:latin typeface="Söhne"/>
              </a:rPr>
            </a:br>
            <a:endParaRPr lang="en-US" sz="2000" b="0" i="0" dirty="0">
              <a:solidFill>
                <a:srgbClr val="0D0D0D"/>
              </a:solidFill>
              <a:effectLst/>
              <a:highlight>
                <a:srgbClr val="FFFFFF"/>
              </a:highlight>
              <a:latin typeface="Söhne"/>
            </a:endParaRPr>
          </a:p>
          <a:p>
            <a:pPr marL="285750" indent="-285750" algn="l">
              <a:buFont typeface="Wingdings" panose="05000000000000000000" pitchFamily="2" charset="2"/>
              <a:buChar char="ü"/>
            </a:pPr>
            <a:r>
              <a:rPr lang="en-US" sz="2000" b="0" i="0" dirty="0">
                <a:solidFill>
                  <a:srgbClr val="0D0D0D"/>
                </a:solidFill>
                <a:effectLst/>
                <a:highlight>
                  <a:srgbClr val="FFFFFF"/>
                </a:highlight>
                <a:latin typeface="Söhne"/>
              </a:rPr>
              <a:t>In </a:t>
            </a:r>
            <a:r>
              <a:rPr lang="en-US" sz="2000" b="0" i="0" dirty="0">
                <a:solidFill>
                  <a:srgbClr val="FF0000"/>
                </a:solidFill>
                <a:effectLst/>
                <a:highlight>
                  <a:srgbClr val="FFFFFF"/>
                </a:highlight>
                <a:latin typeface="Söhne"/>
              </a:rPr>
              <a:t>Scrum</a:t>
            </a:r>
            <a:r>
              <a:rPr lang="en-US" sz="2000" b="0" i="0" dirty="0">
                <a:solidFill>
                  <a:srgbClr val="0D0D0D"/>
                </a:solidFill>
                <a:effectLst/>
                <a:highlight>
                  <a:srgbClr val="FFFFFF"/>
                </a:highlight>
                <a:latin typeface="Söhne"/>
              </a:rPr>
              <a:t>, the </a:t>
            </a:r>
            <a:r>
              <a:rPr lang="en-US" sz="2000" b="0" i="0" dirty="0">
                <a:solidFill>
                  <a:srgbClr val="FF0000"/>
                </a:solidFill>
                <a:effectLst/>
                <a:highlight>
                  <a:srgbClr val="FFFFFF"/>
                </a:highlight>
                <a:latin typeface="Söhne"/>
              </a:rPr>
              <a:t>work</a:t>
            </a:r>
            <a:r>
              <a:rPr lang="en-US" sz="2000" b="0" i="0" dirty="0">
                <a:solidFill>
                  <a:srgbClr val="0D0D0D"/>
                </a:solidFill>
                <a:effectLst/>
                <a:highlight>
                  <a:srgbClr val="FFFFFF"/>
                </a:highlight>
                <a:latin typeface="Söhne"/>
              </a:rPr>
              <a:t> is divided into </a:t>
            </a:r>
            <a:r>
              <a:rPr lang="en-US" sz="2000" b="0" i="0" dirty="0">
                <a:solidFill>
                  <a:srgbClr val="FF0000"/>
                </a:solidFill>
                <a:effectLst/>
                <a:highlight>
                  <a:srgbClr val="FFFFFF"/>
                </a:highlight>
                <a:latin typeface="Söhne"/>
              </a:rPr>
              <a:t>smaller parts </a:t>
            </a:r>
            <a:r>
              <a:rPr lang="en-US" sz="2000" b="0" i="0" dirty="0">
                <a:solidFill>
                  <a:srgbClr val="0D0D0D"/>
                </a:solidFill>
                <a:effectLst/>
                <a:highlight>
                  <a:srgbClr val="FFFFFF"/>
                </a:highlight>
                <a:latin typeface="Söhne"/>
              </a:rPr>
              <a:t>called "</a:t>
            </a:r>
            <a:r>
              <a:rPr lang="en-US" sz="2000" b="0" i="0" dirty="0">
                <a:solidFill>
                  <a:srgbClr val="FF0000"/>
                </a:solidFill>
                <a:effectLst/>
                <a:highlight>
                  <a:srgbClr val="FFFFFF"/>
                </a:highlight>
                <a:latin typeface="Söhne"/>
              </a:rPr>
              <a:t>sprints</a:t>
            </a:r>
            <a:r>
              <a:rPr lang="en-US" sz="2000" b="0" i="0" dirty="0">
                <a:solidFill>
                  <a:srgbClr val="0D0D0D"/>
                </a:solidFill>
                <a:effectLst/>
                <a:highlight>
                  <a:srgbClr val="FFFFFF"/>
                </a:highlight>
                <a:latin typeface="Söhne"/>
              </a:rPr>
              <a:t>." Each </a:t>
            </a:r>
            <a:r>
              <a:rPr lang="en-US" sz="2000" b="0" i="0" dirty="0">
                <a:solidFill>
                  <a:srgbClr val="FF0000"/>
                </a:solidFill>
                <a:effectLst/>
                <a:highlight>
                  <a:srgbClr val="FFFFFF"/>
                </a:highlight>
                <a:latin typeface="Söhne"/>
              </a:rPr>
              <a:t>sprint</a:t>
            </a:r>
            <a:r>
              <a:rPr lang="en-US" sz="2000" b="0" i="0" dirty="0">
                <a:solidFill>
                  <a:srgbClr val="0D0D0D"/>
                </a:solidFill>
                <a:effectLst/>
                <a:highlight>
                  <a:srgbClr val="FFFFFF"/>
                </a:highlight>
                <a:latin typeface="Söhne"/>
              </a:rPr>
              <a:t> is like a </a:t>
            </a:r>
            <a:r>
              <a:rPr lang="en-US" sz="2000" b="0" i="0" dirty="0">
                <a:solidFill>
                  <a:srgbClr val="FF0000"/>
                </a:solidFill>
                <a:effectLst/>
                <a:highlight>
                  <a:srgbClr val="FFFFFF"/>
                </a:highlight>
                <a:latin typeface="Söhne"/>
              </a:rPr>
              <a:t>mini-race </a:t>
            </a:r>
            <a:r>
              <a:rPr lang="en-US" sz="2000" b="0" i="0" dirty="0">
                <a:solidFill>
                  <a:srgbClr val="0D0D0D"/>
                </a:solidFill>
                <a:effectLst/>
                <a:highlight>
                  <a:srgbClr val="FFFFFF"/>
                </a:highlight>
                <a:latin typeface="Söhne"/>
              </a:rPr>
              <a:t>where the team focuses on completing </a:t>
            </a:r>
            <a:r>
              <a:rPr lang="en-US" sz="2000" b="0" i="0" dirty="0">
                <a:solidFill>
                  <a:srgbClr val="FF0000"/>
                </a:solidFill>
                <a:effectLst/>
                <a:highlight>
                  <a:srgbClr val="FFFFFF"/>
                </a:highlight>
                <a:latin typeface="Söhne"/>
              </a:rPr>
              <a:t>specific tasks or goals </a:t>
            </a:r>
            <a:r>
              <a:rPr lang="en-US" sz="2000" b="0" i="0" dirty="0">
                <a:solidFill>
                  <a:srgbClr val="0D0D0D"/>
                </a:solidFill>
                <a:effectLst/>
                <a:highlight>
                  <a:srgbClr val="FFFFFF"/>
                </a:highlight>
                <a:latin typeface="Söhne"/>
              </a:rPr>
              <a:t>within a </a:t>
            </a:r>
            <a:r>
              <a:rPr lang="en-US" sz="2000" b="0" i="0" dirty="0">
                <a:solidFill>
                  <a:srgbClr val="FF0000"/>
                </a:solidFill>
                <a:effectLst/>
                <a:highlight>
                  <a:srgbClr val="FFFFFF"/>
                </a:highlight>
                <a:latin typeface="Söhne"/>
              </a:rPr>
              <a:t>short timeframe</a:t>
            </a:r>
            <a:r>
              <a:rPr lang="en-US" sz="2000" b="0" i="0" dirty="0">
                <a:solidFill>
                  <a:srgbClr val="0D0D0D"/>
                </a:solidFill>
                <a:effectLst/>
                <a:highlight>
                  <a:srgbClr val="FFFFFF"/>
                </a:highlight>
                <a:latin typeface="Söhne"/>
              </a:rPr>
              <a:t>, usually around </a:t>
            </a:r>
            <a:r>
              <a:rPr lang="en-US" sz="2000" b="0" i="0" dirty="0">
                <a:solidFill>
                  <a:srgbClr val="FF0000"/>
                </a:solidFill>
                <a:effectLst/>
                <a:highlight>
                  <a:srgbClr val="FFFFFF"/>
                </a:highlight>
                <a:latin typeface="Söhne"/>
              </a:rPr>
              <a:t>1-4 weeks</a:t>
            </a:r>
          </a:p>
        </p:txBody>
      </p:sp>
      <p:pic>
        <p:nvPicPr>
          <p:cNvPr id="2054" name="Picture 6" descr="Top 10 Teamwork Skills Required To Succeed In Any Company">
            <a:extLst>
              <a:ext uri="{FF2B5EF4-FFF2-40B4-BE49-F238E27FC236}">
                <a16:creationId xmlns:a16="http://schemas.microsoft.com/office/drawing/2014/main" id="{51EF1A33-DD89-2AFC-7137-5C063E4AAA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2667000"/>
            <a:ext cx="6400800" cy="4000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729761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613835" y="28998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9" name="TextBox 8">
            <a:extLst>
              <a:ext uri="{FF2B5EF4-FFF2-40B4-BE49-F238E27FC236}">
                <a16:creationId xmlns:a16="http://schemas.microsoft.com/office/drawing/2014/main" id="{20CF7848-873F-1C2B-87DD-7C1001F1C790}"/>
              </a:ext>
            </a:extLst>
          </p:cNvPr>
          <p:cNvSpPr txBox="1"/>
          <p:nvPr/>
        </p:nvSpPr>
        <p:spPr>
          <a:xfrm>
            <a:off x="218018" y="1373504"/>
            <a:ext cx="11755964" cy="4939814"/>
          </a:xfrm>
          <a:prstGeom prst="rect">
            <a:avLst/>
          </a:prstGeom>
          <a:ln w="3175">
            <a:solidFill>
              <a:schemeClr val="tx1"/>
            </a:solidFill>
          </a:ln>
        </p:spPr>
        <p:style>
          <a:lnRef idx="2">
            <a:schemeClr val="accent6"/>
          </a:lnRef>
          <a:fillRef idx="1">
            <a:schemeClr val="lt1"/>
          </a:fillRef>
          <a:effectRef idx="0">
            <a:schemeClr val="accent6"/>
          </a:effectRef>
          <a:fontRef idx="minor">
            <a:schemeClr val="dk1"/>
          </a:fontRef>
        </p:style>
        <p:txBody>
          <a:bodyPr wrap="square">
            <a:spAutoFit/>
          </a:bodyPr>
          <a:lstStyle/>
          <a:p>
            <a:pPr algn="l">
              <a:buFont typeface="+mj-lt"/>
              <a:buAutoNum type="arabicPeriod"/>
            </a:pPr>
            <a:r>
              <a:rPr lang="en-US" sz="2100" b="1" i="0" dirty="0">
                <a:solidFill>
                  <a:srgbClr val="FF0000"/>
                </a:solidFill>
                <a:effectLst/>
                <a:highlight>
                  <a:srgbClr val="FFFFFF"/>
                </a:highlight>
                <a:latin typeface="Söhne"/>
              </a:rPr>
              <a:t>Team Collaboration</a:t>
            </a:r>
            <a:r>
              <a:rPr lang="en-US" sz="2100" b="0" i="0" dirty="0">
                <a:solidFill>
                  <a:srgbClr val="FF0000"/>
                </a:solidFill>
                <a:effectLst/>
                <a:highlight>
                  <a:srgbClr val="FFFFFF"/>
                </a:highlight>
                <a:latin typeface="Söhne"/>
              </a:rPr>
              <a:t>: </a:t>
            </a:r>
            <a:r>
              <a:rPr lang="en-US" sz="2100" b="0" i="0" dirty="0">
                <a:solidFill>
                  <a:srgbClr val="0D0D0D"/>
                </a:solidFill>
                <a:effectLst/>
                <a:highlight>
                  <a:srgbClr val="FFFFFF"/>
                </a:highlight>
                <a:latin typeface="Söhne"/>
              </a:rPr>
              <a:t>The team works closely together, almost like players on a sports team. Everyone has a role and knows what needs to be done.</a:t>
            </a:r>
            <a:br>
              <a:rPr lang="en-US" sz="2100" b="0" i="0" dirty="0">
                <a:solidFill>
                  <a:srgbClr val="0D0D0D"/>
                </a:solidFill>
                <a:effectLst/>
                <a:highlight>
                  <a:srgbClr val="FFFFFF"/>
                </a:highlight>
                <a:latin typeface="Söhne"/>
              </a:rPr>
            </a:br>
            <a:endParaRPr lang="en-US" sz="2100" b="0" i="0" dirty="0">
              <a:solidFill>
                <a:srgbClr val="0D0D0D"/>
              </a:solidFill>
              <a:effectLst/>
              <a:highlight>
                <a:srgbClr val="FFFFFF"/>
              </a:highlight>
              <a:latin typeface="Söhne"/>
            </a:endParaRPr>
          </a:p>
          <a:p>
            <a:pPr algn="l">
              <a:buFont typeface="+mj-lt"/>
              <a:buAutoNum type="arabicPeriod"/>
            </a:pPr>
            <a:r>
              <a:rPr lang="en-US" sz="2100" b="1" i="0" dirty="0">
                <a:solidFill>
                  <a:srgbClr val="FF0000"/>
                </a:solidFill>
                <a:effectLst/>
                <a:highlight>
                  <a:srgbClr val="FFFFFF"/>
                </a:highlight>
                <a:latin typeface="Söhne"/>
              </a:rPr>
              <a:t>Daily Stand-ups</a:t>
            </a:r>
            <a:r>
              <a:rPr lang="en-US" sz="2100" b="0" i="0" dirty="0">
                <a:solidFill>
                  <a:srgbClr val="FF0000"/>
                </a:solidFill>
                <a:effectLst/>
                <a:highlight>
                  <a:srgbClr val="FFFFFF"/>
                </a:highlight>
                <a:latin typeface="Söhne"/>
              </a:rPr>
              <a:t>: </a:t>
            </a:r>
            <a:r>
              <a:rPr lang="en-US" sz="2100" b="0" i="0" dirty="0">
                <a:solidFill>
                  <a:srgbClr val="0D0D0D"/>
                </a:solidFill>
                <a:effectLst/>
                <a:highlight>
                  <a:srgbClr val="FFFFFF"/>
                </a:highlight>
                <a:latin typeface="Söhne"/>
              </a:rPr>
              <a:t>Imagine having a quick team huddle every day to discuss what everyone did yesterday, what they're doing today, and if they have any challenges. It's like keeping everyone on the same page.</a:t>
            </a:r>
            <a:br>
              <a:rPr lang="en-US" sz="2100" b="0" i="0" dirty="0">
                <a:solidFill>
                  <a:srgbClr val="0D0D0D"/>
                </a:solidFill>
                <a:effectLst/>
                <a:highlight>
                  <a:srgbClr val="FFFFFF"/>
                </a:highlight>
                <a:latin typeface="Söhne"/>
              </a:rPr>
            </a:br>
            <a:endParaRPr lang="en-US" sz="2100" b="0" i="0" dirty="0">
              <a:solidFill>
                <a:srgbClr val="0D0D0D"/>
              </a:solidFill>
              <a:effectLst/>
              <a:highlight>
                <a:srgbClr val="FFFFFF"/>
              </a:highlight>
              <a:latin typeface="Söhne"/>
            </a:endParaRPr>
          </a:p>
          <a:p>
            <a:pPr algn="l">
              <a:buFont typeface="+mj-lt"/>
              <a:buAutoNum type="arabicPeriod"/>
            </a:pPr>
            <a:r>
              <a:rPr lang="en-US" sz="2100" b="1" i="0" dirty="0">
                <a:solidFill>
                  <a:srgbClr val="FF0000"/>
                </a:solidFill>
                <a:effectLst/>
                <a:highlight>
                  <a:srgbClr val="FFFFFF"/>
                </a:highlight>
                <a:latin typeface="Söhne"/>
              </a:rPr>
              <a:t>Backlog and Prioritization</a:t>
            </a:r>
            <a:r>
              <a:rPr lang="en-US" sz="2100" b="0" i="0" dirty="0">
                <a:solidFill>
                  <a:srgbClr val="FF0000"/>
                </a:solidFill>
                <a:effectLst/>
                <a:highlight>
                  <a:srgbClr val="FFFFFF"/>
                </a:highlight>
                <a:latin typeface="Söhne"/>
              </a:rPr>
              <a:t>: </a:t>
            </a:r>
            <a:r>
              <a:rPr lang="en-US" sz="2100" b="0" i="0" dirty="0">
                <a:solidFill>
                  <a:srgbClr val="0D0D0D"/>
                </a:solidFill>
                <a:effectLst/>
                <a:highlight>
                  <a:srgbClr val="FFFFFF"/>
                </a:highlight>
                <a:latin typeface="Söhne"/>
              </a:rPr>
              <a:t>There's a "backlog" or a list of all the tasks that need to be completed. The team, along with the project owner or manager, decides what's most important and prioritizes these tasks.</a:t>
            </a:r>
            <a:br>
              <a:rPr lang="en-US" sz="2100" b="0" i="0" dirty="0">
                <a:solidFill>
                  <a:srgbClr val="0D0D0D"/>
                </a:solidFill>
                <a:effectLst/>
                <a:highlight>
                  <a:srgbClr val="FFFFFF"/>
                </a:highlight>
                <a:latin typeface="Söhne"/>
              </a:rPr>
            </a:br>
            <a:endParaRPr lang="en-US" sz="2100" b="0" i="0" dirty="0">
              <a:solidFill>
                <a:srgbClr val="0D0D0D"/>
              </a:solidFill>
              <a:effectLst/>
              <a:highlight>
                <a:srgbClr val="FFFFFF"/>
              </a:highlight>
              <a:latin typeface="Söhne"/>
            </a:endParaRPr>
          </a:p>
          <a:p>
            <a:pPr algn="l">
              <a:buFont typeface="+mj-lt"/>
              <a:buAutoNum type="arabicPeriod"/>
            </a:pPr>
            <a:r>
              <a:rPr lang="en-US" sz="2100" b="1" i="0" dirty="0">
                <a:solidFill>
                  <a:srgbClr val="FF0000"/>
                </a:solidFill>
                <a:effectLst/>
                <a:highlight>
                  <a:srgbClr val="FFFFFF"/>
                </a:highlight>
                <a:latin typeface="Söhne"/>
              </a:rPr>
              <a:t>Iterative Progress</a:t>
            </a:r>
            <a:r>
              <a:rPr lang="en-US" sz="2100" b="0" i="0" dirty="0">
                <a:solidFill>
                  <a:srgbClr val="FF0000"/>
                </a:solidFill>
                <a:effectLst/>
                <a:highlight>
                  <a:srgbClr val="FFFFFF"/>
                </a:highlight>
                <a:latin typeface="Söhne"/>
              </a:rPr>
              <a:t>: </a:t>
            </a:r>
            <a:r>
              <a:rPr lang="en-US" sz="2100" b="0" i="0" dirty="0">
                <a:solidFill>
                  <a:srgbClr val="0D0D0D"/>
                </a:solidFill>
                <a:effectLst/>
                <a:highlight>
                  <a:srgbClr val="FFFFFF"/>
                </a:highlight>
                <a:latin typeface="Söhne"/>
              </a:rPr>
              <a:t>Instead of trying to do everything at once, Scrum encourages doing a little bit at a time and continuously improving. Each sprint builds upon the last one, like adding pieces to a puzzle until the whole picture is complete.</a:t>
            </a:r>
            <a:br>
              <a:rPr lang="en-US" sz="2100" b="0" i="0" dirty="0">
                <a:solidFill>
                  <a:srgbClr val="0D0D0D"/>
                </a:solidFill>
                <a:effectLst/>
                <a:highlight>
                  <a:srgbClr val="FFFFFF"/>
                </a:highlight>
                <a:latin typeface="Söhne"/>
              </a:rPr>
            </a:br>
            <a:endParaRPr lang="en-US" sz="2100" b="0" i="0" dirty="0">
              <a:solidFill>
                <a:srgbClr val="0D0D0D"/>
              </a:solidFill>
              <a:effectLst/>
              <a:highlight>
                <a:srgbClr val="FFFFFF"/>
              </a:highlight>
              <a:latin typeface="Söhne"/>
            </a:endParaRPr>
          </a:p>
          <a:p>
            <a:pPr algn="l">
              <a:buFont typeface="+mj-lt"/>
              <a:buAutoNum type="arabicPeriod"/>
            </a:pPr>
            <a:r>
              <a:rPr lang="en-US" sz="2100" b="1" i="0" dirty="0">
                <a:solidFill>
                  <a:srgbClr val="FF0000"/>
                </a:solidFill>
                <a:effectLst/>
                <a:highlight>
                  <a:srgbClr val="FFFFFF"/>
                </a:highlight>
                <a:latin typeface="Söhne"/>
              </a:rPr>
              <a:t>Review and Adapt</a:t>
            </a:r>
            <a:r>
              <a:rPr lang="en-US" sz="2100" b="0" i="0" dirty="0">
                <a:solidFill>
                  <a:srgbClr val="FF0000"/>
                </a:solidFill>
                <a:effectLst/>
                <a:highlight>
                  <a:srgbClr val="FFFFFF"/>
                </a:highlight>
                <a:latin typeface="Söhne"/>
              </a:rPr>
              <a:t>: </a:t>
            </a:r>
            <a:r>
              <a:rPr lang="en-US" sz="2100" b="0" i="0" dirty="0">
                <a:solidFill>
                  <a:srgbClr val="0D0D0D"/>
                </a:solidFill>
                <a:effectLst/>
                <a:highlight>
                  <a:srgbClr val="FFFFFF"/>
                </a:highlight>
                <a:latin typeface="Söhne"/>
              </a:rPr>
              <a:t>At the end of each sprint, the team looks back at what was accomplished and discusses what could be done better next time. This helps the team learn and adapt as they go along.</a:t>
            </a:r>
          </a:p>
        </p:txBody>
      </p:sp>
      <p:sp>
        <p:nvSpPr>
          <p:cNvPr id="10" name="TextBox 9">
            <a:extLst>
              <a:ext uri="{FF2B5EF4-FFF2-40B4-BE49-F238E27FC236}">
                <a16:creationId xmlns:a16="http://schemas.microsoft.com/office/drawing/2014/main" id="{B8B9DBB7-9FDD-4495-D6CB-B7CB76D12100}"/>
              </a:ext>
            </a:extLst>
          </p:cNvPr>
          <p:cNvSpPr txBox="1"/>
          <p:nvPr/>
        </p:nvSpPr>
        <p:spPr>
          <a:xfrm>
            <a:off x="218018" y="758435"/>
            <a:ext cx="2559611" cy="470000"/>
          </a:xfrm>
          <a:prstGeom prst="rect">
            <a:avLst/>
          </a:prstGeom>
          <a:solidFill>
            <a:srgbClr val="C00000"/>
          </a:solidFill>
        </p:spPr>
        <p:txBody>
          <a:bodyPr wrap="none" rtlCol="0">
            <a:spAutoFit/>
          </a:bodyPr>
          <a:lstStyle/>
          <a:p>
            <a:r>
              <a:rPr lang="en-US" dirty="0">
                <a:solidFill>
                  <a:schemeClr val="bg1"/>
                </a:solidFill>
              </a:rPr>
              <a:t>How Scrum works:</a:t>
            </a:r>
          </a:p>
        </p:txBody>
      </p:sp>
      <p:sp>
        <p:nvSpPr>
          <p:cNvPr id="4" name="Rectangle 3">
            <a:extLst>
              <a:ext uri="{FF2B5EF4-FFF2-40B4-BE49-F238E27FC236}">
                <a16:creationId xmlns:a16="http://schemas.microsoft.com/office/drawing/2014/main" id="{CAFB2981-6AB5-5289-ABA1-89F168F13683}"/>
              </a:ext>
            </a:extLst>
          </p:cNvPr>
          <p:cNvSpPr/>
          <p:nvPr/>
        </p:nvSpPr>
        <p:spPr>
          <a:xfrm>
            <a:off x="2667000" y="33992"/>
            <a:ext cx="66294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Scrum Demystified: Simplifying Teamwork for Project Success</a:t>
            </a:r>
          </a:p>
        </p:txBody>
      </p:sp>
    </p:spTree>
    <p:extLst>
      <p:ext uri="{BB962C8B-B14F-4D97-AF65-F5344CB8AC3E}">
        <p14:creationId xmlns:p14="http://schemas.microsoft.com/office/powerpoint/2010/main" val="23227865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613835" y="28998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9" name="TextBox 8">
            <a:extLst>
              <a:ext uri="{FF2B5EF4-FFF2-40B4-BE49-F238E27FC236}">
                <a16:creationId xmlns:a16="http://schemas.microsoft.com/office/drawing/2014/main" id="{20CF7848-873F-1C2B-87DD-7C1001F1C790}"/>
              </a:ext>
            </a:extLst>
          </p:cNvPr>
          <p:cNvSpPr txBox="1"/>
          <p:nvPr/>
        </p:nvSpPr>
        <p:spPr>
          <a:xfrm>
            <a:off x="218018" y="2492276"/>
            <a:ext cx="11755964" cy="2308324"/>
          </a:xfrm>
          <a:prstGeom prst="rect">
            <a:avLst/>
          </a:prstGeom>
          <a:ln w="3175">
            <a:solidFill>
              <a:schemeClr val="tx1"/>
            </a:solidFill>
          </a:ln>
        </p:spPr>
        <p:style>
          <a:lnRef idx="2">
            <a:schemeClr val="accent6"/>
          </a:lnRef>
          <a:fillRef idx="1">
            <a:schemeClr val="lt1"/>
          </a:fillRef>
          <a:effectRef idx="0">
            <a:schemeClr val="accent6"/>
          </a:effectRef>
          <a:fontRef idx="minor">
            <a:schemeClr val="dk1"/>
          </a:fontRef>
        </p:style>
        <p:txBody>
          <a:bodyPr wrap="square">
            <a:spAutoFit/>
          </a:bodyPr>
          <a:lstStyle/>
          <a:p>
            <a:pPr marL="342900" indent="-342900" algn="l">
              <a:buFont typeface="Wingdings" panose="05000000000000000000" pitchFamily="2" charset="2"/>
              <a:buChar char="ü"/>
            </a:pPr>
            <a:r>
              <a:rPr lang="en-US" sz="2400" b="0" i="0" dirty="0">
                <a:solidFill>
                  <a:srgbClr val="0D0D0D"/>
                </a:solidFill>
                <a:effectLst/>
                <a:highlight>
                  <a:srgbClr val="FFFFFF"/>
                </a:highlight>
                <a:latin typeface="Söhne"/>
              </a:rPr>
              <a:t>Overall, </a:t>
            </a:r>
            <a:r>
              <a:rPr lang="en-US" sz="2400" b="0" i="0" dirty="0">
                <a:solidFill>
                  <a:srgbClr val="FF0000"/>
                </a:solidFill>
                <a:effectLst/>
                <a:highlight>
                  <a:srgbClr val="FFFFFF"/>
                </a:highlight>
                <a:latin typeface="Söhne"/>
              </a:rPr>
              <a:t>Scrum</a:t>
            </a:r>
            <a:r>
              <a:rPr lang="en-US" sz="2400" b="0" i="0" dirty="0">
                <a:solidFill>
                  <a:srgbClr val="0D0D0D"/>
                </a:solidFill>
                <a:effectLst/>
                <a:highlight>
                  <a:srgbClr val="FFFFFF"/>
                </a:highlight>
                <a:latin typeface="Söhne"/>
              </a:rPr>
              <a:t> is like a </a:t>
            </a:r>
            <a:r>
              <a:rPr lang="en-US" sz="2400" b="0" i="0" dirty="0">
                <a:solidFill>
                  <a:srgbClr val="FF0000"/>
                </a:solidFill>
                <a:effectLst/>
                <a:highlight>
                  <a:srgbClr val="FFFFFF"/>
                </a:highlight>
                <a:latin typeface="Söhne"/>
              </a:rPr>
              <a:t>game plan </a:t>
            </a:r>
            <a:r>
              <a:rPr lang="en-US" sz="2400" b="0" i="0" dirty="0">
                <a:solidFill>
                  <a:srgbClr val="0D0D0D"/>
                </a:solidFill>
                <a:effectLst/>
                <a:highlight>
                  <a:srgbClr val="FFFFFF"/>
                </a:highlight>
                <a:latin typeface="Söhne"/>
              </a:rPr>
              <a:t>that helps </a:t>
            </a:r>
            <a:r>
              <a:rPr lang="en-US" sz="2400" b="0" i="0" dirty="0">
                <a:solidFill>
                  <a:srgbClr val="FF0000"/>
                </a:solidFill>
                <a:effectLst/>
                <a:highlight>
                  <a:srgbClr val="FFFFFF"/>
                </a:highlight>
                <a:latin typeface="Söhne"/>
              </a:rPr>
              <a:t>teams stay organized, work efficiently, and deliver awesome results</a:t>
            </a:r>
            <a:r>
              <a:rPr lang="en-US" sz="2400" b="0" i="0" dirty="0">
                <a:solidFill>
                  <a:srgbClr val="0D0D0D"/>
                </a:solidFill>
                <a:effectLst/>
                <a:highlight>
                  <a:srgbClr val="FFFFFF"/>
                </a:highlight>
                <a:latin typeface="Söhne"/>
              </a:rPr>
              <a:t>. It's </a:t>
            </a:r>
            <a:r>
              <a:rPr lang="en-US" sz="2400" b="0" i="0" dirty="0">
                <a:solidFill>
                  <a:srgbClr val="FF0000"/>
                </a:solidFill>
                <a:effectLst/>
                <a:highlight>
                  <a:srgbClr val="FFFFFF"/>
                </a:highlight>
                <a:latin typeface="Söhne"/>
              </a:rPr>
              <a:t>flexible</a:t>
            </a:r>
            <a:r>
              <a:rPr lang="en-US" sz="2400" b="0" i="0" dirty="0">
                <a:solidFill>
                  <a:srgbClr val="0D0D0D"/>
                </a:solidFill>
                <a:effectLst/>
                <a:highlight>
                  <a:srgbClr val="FFFFFF"/>
                </a:highlight>
                <a:latin typeface="Söhne"/>
              </a:rPr>
              <a:t> enough to handle </a:t>
            </a:r>
            <a:r>
              <a:rPr lang="en-US" sz="2400" b="0" i="0" dirty="0">
                <a:solidFill>
                  <a:srgbClr val="FF0000"/>
                </a:solidFill>
                <a:effectLst/>
                <a:highlight>
                  <a:srgbClr val="FFFFFF"/>
                </a:highlight>
                <a:latin typeface="Söhne"/>
              </a:rPr>
              <a:t>changes</a:t>
            </a:r>
            <a:r>
              <a:rPr lang="en-US" sz="2400" b="0" i="0" dirty="0">
                <a:solidFill>
                  <a:srgbClr val="0D0D0D"/>
                </a:solidFill>
                <a:effectLst/>
                <a:highlight>
                  <a:srgbClr val="FFFFFF"/>
                </a:highlight>
                <a:latin typeface="Söhne"/>
              </a:rPr>
              <a:t> and </a:t>
            </a:r>
            <a:r>
              <a:rPr lang="en-US" sz="2400" b="0" i="0" dirty="0">
                <a:solidFill>
                  <a:srgbClr val="FF0000"/>
                </a:solidFill>
                <a:effectLst/>
                <a:highlight>
                  <a:srgbClr val="FFFFFF"/>
                </a:highlight>
                <a:latin typeface="Söhne"/>
              </a:rPr>
              <a:t>challenges</a:t>
            </a:r>
            <a:r>
              <a:rPr lang="en-US" sz="2400" b="0" i="0" dirty="0">
                <a:solidFill>
                  <a:srgbClr val="0D0D0D"/>
                </a:solidFill>
                <a:effectLst/>
                <a:highlight>
                  <a:srgbClr val="FFFFFF"/>
                </a:highlight>
                <a:latin typeface="Söhne"/>
              </a:rPr>
              <a:t>, making it a popular method for many modern projects.</a:t>
            </a:r>
          </a:p>
          <a:p>
            <a:pPr marL="342900" indent="-342900" algn="l">
              <a:buFont typeface="Wingdings" panose="05000000000000000000" pitchFamily="2" charset="2"/>
              <a:buChar char="ü"/>
            </a:pPr>
            <a:endParaRPr lang="en-US" sz="2400" b="0" i="0" dirty="0">
              <a:solidFill>
                <a:srgbClr val="0D0D0D"/>
              </a:solidFill>
              <a:effectLst/>
              <a:highlight>
                <a:srgbClr val="FFFFFF"/>
              </a:highlight>
              <a:latin typeface="Söhne"/>
            </a:endParaRPr>
          </a:p>
          <a:p>
            <a:pPr marL="342900" indent="-342900" algn="l">
              <a:buFont typeface="Wingdings" panose="05000000000000000000" pitchFamily="2" charset="2"/>
              <a:buChar char="ü"/>
            </a:pPr>
            <a:r>
              <a:rPr lang="en-US" sz="2400" b="0" i="0" dirty="0">
                <a:solidFill>
                  <a:srgbClr val="0D0D0D"/>
                </a:solidFill>
                <a:effectLst/>
                <a:highlight>
                  <a:srgbClr val="FFFFFF"/>
                </a:highlight>
                <a:latin typeface="Söhne"/>
              </a:rPr>
              <a:t>So, if you hear someone talking about </a:t>
            </a:r>
            <a:r>
              <a:rPr lang="en-US" sz="2400" b="0" i="0" dirty="0">
                <a:solidFill>
                  <a:srgbClr val="FF0000"/>
                </a:solidFill>
                <a:effectLst/>
                <a:highlight>
                  <a:srgbClr val="FFFFFF"/>
                </a:highlight>
                <a:latin typeface="Söhne"/>
              </a:rPr>
              <a:t>Scrum</a:t>
            </a:r>
            <a:r>
              <a:rPr lang="en-US" sz="2400" b="0" i="0" dirty="0">
                <a:solidFill>
                  <a:srgbClr val="0D0D0D"/>
                </a:solidFill>
                <a:effectLst/>
                <a:highlight>
                  <a:srgbClr val="FFFFFF"/>
                </a:highlight>
                <a:latin typeface="Söhne"/>
              </a:rPr>
              <a:t>, just think of it as a </a:t>
            </a:r>
            <a:r>
              <a:rPr lang="en-US" sz="2400" b="0" i="0" dirty="0">
                <a:solidFill>
                  <a:srgbClr val="FF0000"/>
                </a:solidFill>
                <a:effectLst/>
                <a:highlight>
                  <a:srgbClr val="FFFFFF"/>
                </a:highlight>
                <a:latin typeface="Söhne"/>
              </a:rPr>
              <a:t>smart</a:t>
            </a:r>
            <a:r>
              <a:rPr lang="en-US" sz="2400" b="0" i="0" dirty="0">
                <a:solidFill>
                  <a:srgbClr val="0D0D0D"/>
                </a:solidFill>
                <a:effectLst/>
                <a:highlight>
                  <a:srgbClr val="FFFFFF"/>
                </a:highlight>
                <a:latin typeface="Söhne"/>
              </a:rPr>
              <a:t> and </a:t>
            </a:r>
            <a:r>
              <a:rPr lang="en-US" sz="2400" b="0" i="0" dirty="0">
                <a:solidFill>
                  <a:srgbClr val="FF0000"/>
                </a:solidFill>
                <a:effectLst/>
                <a:highlight>
                  <a:srgbClr val="FFFFFF"/>
                </a:highlight>
                <a:latin typeface="Söhne"/>
              </a:rPr>
              <a:t>effective</a:t>
            </a:r>
            <a:r>
              <a:rPr lang="en-US" sz="2400" b="0" i="0" dirty="0">
                <a:solidFill>
                  <a:srgbClr val="0D0D0D"/>
                </a:solidFill>
                <a:effectLst/>
                <a:highlight>
                  <a:srgbClr val="FFFFFF"/>
                </a:highlight>
                <a:latin typeface="Söhne"/>
              </a:rPr>
              <a:t> way for </a:t>
            </a:r>
            <a:r>
              <a:rPr lang="en-US" sz="2400" b="0" i="0" dirty="0">
                <a:solidFill>
                  <a:srgbClr val="FF0000"/>
                </a:solidFill>
                <a:effectLst/>
                <a:highlight>
                  <a:srgbClr val="FFFFFF"/>
                </a:highlight>
                <a:latin typeface="Söhne"/>
              </a:rPr>
              <a:t>teams</a:t>
            </a:r>
            <a:r>
              <a:rPr lang="en-US" sz="2400" b="0" i="0" dirty="0">
                <a:solidFill>
                  <a:srgbClr val="0D0D0D"/>
                </a:solidFill>
                <a:effectLst/>
                <a:highlight>
                  <a:srgbClr val="FFFFFF"/>
                </a:highlight>
                <a:latin typeface="Söhne"/>
              </a:rPr>
              <a:t> to </a:t>
            </a:r>
            <a:r>
              <a:rPr lang="en-US" sz="2400" b="0" i="0" dirty="0">
                <a:solidFill>
                  <a:srgbClr val="FF0000"/>
                </a:solidFill>
                <a:effectLst/>
                <a:highlight>
                  <a:srgbClr val="FFFFFF"/>
                </a:highlight>
                <a:latin typeface="Söhne"/>
              </a:rPr>
              <a:t>tackle big tasks </a:t>
            </a:r>
            <a:r>
              <a:rPr lang="en-US" sz="2400" b="0" i="0" dirty="0">
                <a:solidFill>
                  <a:srgbClr val="0D0D0D"/>
                </a:solidFill>
                <a:effectLst/>
                <a:highlight>
                  <a:srgbClr val="FFFFFF"/>
                </a:highlight>
                <a:latin typeface="Söhne"/>
              </a:rPr>
              <a:t>and create amazing things together!</a:t>
            </a:r>
            <a:endParaRPr lang="en-US" sz="3600" b="0" i="0" dirty="0">
              <a:solidFill>
                <a:srgbClr val="0D0D0D"/>
              </a:solidFill>
              <a:effectLst/>
              <a:highlight>
                <a:srgbClr val="FFFFFF"/>
              </a:highlight>
              <a:latin typeface="Söhne"/>
            </a:endParaRPr>
          </a:p>
        </p:txBody>
      </p:sp>
      <p:sp>
        <p:nvSpPr>
          <p:cNvPr id="10" name="TextBox 9">
            <a:extLst>
              <a:ext uri="{FF2B5EF4-FFF2-40B4-BE49-F238E27FC236}">
                <a16:creationId xmlns:a16="http://schemas.microsoft.com/office/drawing/2014/main" id="{B8B9DBB7-9FDD-4495-D6CB-B7CB76D12100}"/>
              </a:ext>
            </a:extLst>
          </p:cNvPr>
          <p:cNvSpPr txBox="1"/>
          <p:nvPr/>
        </p:nvSpPr>
        <p:spPr>
          <a:xfrm>
            <a:off x="5395359" y="1994988"/>
            <a:ext cx="1401281" cy="470000"/>
          </a:xfrm>
          <a:prstGeom prst="rect">
            <a:avLst/>
          </a:prstGeom>
          <a:solidFill>
            <a:srgbClr val="C00000"/>
          </a:solidFill>
        </p:spPr>
        <p:txBody>
          <a:bodyPr wrap="none" rtlCol="0">
            <a:spAutoFit/>
          </a:bodyPr>
          <a:lstStyle/>
          <a:p>
            <a:r>
              <a:rPr lang="en-US" dirty="0">
                <a:solidFill>
                  <a:schemeClr val="bg1"/>
                </a:solidFill>
              </a:rPr>
              <a:t>Summary</a:t>
            </a:r>
          </a:p>
        </p:txBody>
      </p:sp>
      <p:sp>
        <p:nvSpPr>
          <p:cNvPr id="5" name="Rectangle 4">
            <a:extLst>
              <a:ext uri="{FF2B5EF4-FFF2-40B4-BE49-F238E27FC236}">
                <a16:creationId xmlns:a16="http://schemas.microsoft.com/office/drawing/2014/main" id="{8FEE59FC-6883-29A4-7214-CB5DE145CEC7}"/>
              </a:ext>
            </a:extLst>
          </p:cNvPr>
          <p:cNvSpPr/>
          <p:nvPr/>
        </p:nvSpPr>
        <p:spPr>
          <a:xfrm>
            <a:off x="2667000" y="33992"/>
            <a:ext cx="66294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Scrum Demystified: Simplifying Teamwork for Project Success</a:t>
            </a:r>
          </a:p>
        </p:txBody>
      </p:sp>
    </p:spTree>
    <p:extLst>
      <p:ext uri="{BB962C8B-B14F-4D97-AF65-F5344CB8AC3E}">
        <p14:creationId xmlns:p14="http://schemas.microsoft.com/office/powerpoint/2010/main" val="270545560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91931</TotalTime>
  <Words>397</Words>
  <Application>Microsoft Office PowerPoint</Application>
  <PresentationFormat>Widescreen</PresentationFormat>
  <Paragraphs>18</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Söhne</vt:lpstr>
      <vt:lpstr>Wingdings</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Ramesh</dc:creator>
  <cp:lastModifiedBy>Ramesh N</cp:lastModifiedBy>
  <cp:revision>10070</cp:revision>
  <dcterms:created xsi:type="dcterms:W3CDTF">2006-08-16T00:00:00Z</dcterms:created>
  <dcterms:modified xsi:type="dcterms:W3CDTF">2024-05-09T03:22:55Z</dcterms:modified>
</cp:coreProperties>
</file>