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6"/>
  </p:notesMasterIdLst>
  <p:sldIdLst>
    <p:sldId id="472" r:id="rId2"/>
    <p:sldId id="473" r:id="rId3"/>
    <p:sldId id="474" r:id="rId4"/>
    <p:sldId id="477" r:id="rId5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157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32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0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0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804208"/>
            <a:ext cx="11963399" cy="193899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proxy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is an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intermediary server or software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that acts as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middleman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between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user's device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(such as a computer or smartphone) and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internet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. When you send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request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to access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website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or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online resource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instead of connecting directly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destination server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your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request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goes through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proxy server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first.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proxy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then forwards your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request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destination server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receives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response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, and sends it back to you.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Proxies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 are commonly used for various purposes, including improving security, enhancing privacy, caching content, and controlling access to resources.</a:t>
            </a:r>
          </a:p>
        </p:txBody>
      </p:sp>
      <p:pic>
        <p:nvPicPr>
          <p:cNvPr id="8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DF6FACA3-AFFC-960A-0E23-4458D88FC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2" y="314195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712FA882-5403-E1C7-1922-211A77F8D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617" y="3141950"/>
            <a:ext cx="3323165" cy="32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C6C648-FBF1-4339-5762-12E43E590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763" y="3615926"/>
            <a:ext cx="1571708" cy="209990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A6BAD0-B05D-F2D8-C133-100CDCBA0FA8}"/>
              </a:ext>
            </a:extLst>
          </p:cNvPr>
          <p:cNvCxnSpPr>
            <a:endCxn id="14" idx="1"/>
          </p:cNvCxnSpPr>
          <p:nvPr/>
        </p:nvCxnSpPr>
        <p:spPr>
          <a:xfrm>
            <a:off x="4006852" y="4513550"/>
            <a:ext cx="11895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882B82-09CD-E43C-5C53-187A63DC1263}"/>
              </a:ext>
            </a:extLst>
          </p:cNvPr>
          <p:cNvCxnSpPr>
            <a:cxnSpLocks/>
          </p:cNvCxnSpPr>
          <p:nvPr/>
        </p:nvCxnSpPr>
        <p:spPr>
          <a:xfrm>
            <a:off x="6949017" y="4513550"/>
            <a:ext cx="1295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26561D-D989-34DF-3BDA-F2959BB92DA5}"/>
              </a:ext>
            </a:extLst>
          </p:cNvPr>
          <p:cNvSpPr txBox="1"/>
          <p:nvPr/>
        </p:nvSpPr>
        <p:spPr>
          <a:xfrm>
            <a:off x="9311217" y="6229290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4A3D0-8FCF-4A44-3975-7B6DD7FB7ABB}"/>
              </a:ext>
            </a:extLst>
          </p:cNvPr>
          <p:cNvSpPr txBox="1"/>
          <p:nvPr/>
        </p:nvSpPr>
        <p:spPr>
          <a:xfrm>
            <a:off x="1967358" y="6173061"/>
            <a:ext cx="559833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01418-D175-B31A-9FB9-23F3973AE847}"/>
              </a:ext>
            </a:extLst>
          </p:cNvPr>
          <p:cNvSpPr txBox="1"/>
          <p:nvPr/>
        </p:nvSpPr>
        <p:spPr>
          <a:xfrm>
            <a:off x="98341" y="344202"/>
            <a:ext cx="782330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Proxy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64F2A-D337-186E-97CB-3890B1A3E666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</p:spTree>
    <p:extLst>
      <p:ext uri="{BB962C8B-B14F-4D97-AF65-F5344CB8AC3E}">
        <p14:creationId xmlns:p14="http://schemas.microsoft.com/office/powerpoint/2010/main" val="23227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0" y="696390"/>
            <a:ext cx="11963399" cy="193899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forward proxy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also known as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proxy server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or simply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proxy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sits between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user's device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and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When a user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requests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access to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online service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request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is first sent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forward proxy server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proxy server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then forwards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request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destination server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on behalf of the user.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0D0D0D"/>
              </a:solidFill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Forward proxies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are often used by individuals and organizations to control access to the internet, filter content, mask IP addresses, and improve performance through caching.</a:t>
            </a:r>
            <a:endParaRPr lang="en-US" sz="32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  <p:pic>
        <p:nvPicPr>
          <p:cNvPr id="17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5C05276B-226B-BD25-B65A-EBA2B40C9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35" y="3550634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79BC6277-F4BA-79FD-35F8-686418E49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550634"/>
            <a:ext cx="3323165" cy="323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FFB879-30A7-F9C3-C39D-FC04F80570CA}"/>
              </a:ext>
            </a:extLst>
          </p:cNvPr>
          <p:cNvCxnSpPr/>
          <p:nvPr/>
        </p:nvCxnSpPr>
        <p:spPr>
          <a:xfrm>
            <a:off x="4068235" y="4922234"/>
            <a:ext cx="11895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78FF01-EA66-FC45-717D-140DF4059113}"/>
              </a:ext>
            </a:extLst>
          </p:cNvPr>
          <p:cNvCxnSpPr>
            <a:cxnSpLocks/>
          </p:cNvCxnSpPr>
          <p:nvPr/>
        </p:nvCxnSpPr>
        <p:spPr>
          <a:xfrm>
            <a:off x="7010400" y="4922234"/>
            <a:ext cx="1295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50" name="Picture 2" descr="Proxy server Generic color lineal-color icon">
            <a:extLst>
              <a:ext uri="{FF2B5EF4-FFF2-40B4-BE49-F238E27FC236}">
                <a16:creationId xmlns:a16="http://schemas.microsoft.com/office/drawing/2014/main" id="{FA9E3224-1393-E255-C52E-5CDB700EB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3" y="4080857"/>
            <a:ext cx="1682753" cy="168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51428E-613D-3162-1CD9-3F6A9EF2675F}"/>
              </a:ext>
            </a:extLst>
          </p:cNvPr>
          <p:cNvSpPr txBox="1"/>
          <p:nvPr/>
        </p:nvSpPr>
        <p:spPr>
          <a:xfrm>
            <a:off x="9085706" y="3285928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AA7B35-26A5-A3C6-7E0D-3E3CDE51CDD7}"/>
              </a:ext>
            </a:extLst>
          </p:cNvPr>
          <p:cNvSpPr txBox="1"/>
          <p:nvPr/>
        </p:nvSpPr>
        <p:spPr>
          <a:xfrm>
            <a:off x="5131449" y="3426674"/>
            <a:ext cx="2420496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Forward Proxy Server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E5612-63CC-F1C7-2088-E36A19C238DE}"/>
              </a:ext>
            </a:extLst>
          </p:cNvPr>
          <p:cNvSpPr txBox="1"/>
          <p:nvPr/>
        </p:nvSpPr>
        <p:spPr>
          <a:xfrm>
            <a:off x="2240291" y="3560533"/>
            <a:ext cx="559833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A5A56-B95D-BE6D-7D85-9630D54AFAD3}"/>
              </a:ext>
            </a:extLst>
          </p:cNvPr>
          <p:cNvSpPr txBox="1"/>
          <p:nvPr/>
        </p:nvSpPr>
        <p:spPr>
          <a:xfrm>
            <a:off x="114300" y="246489"/>
            <a:ext cx="1725344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Forward Proxy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BC3C8-FC08-7A14-AB0F-719F5F49F758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</p:spTree>
    <p:extLst>
      <p:ext uri="{BB962C8B-B14F-4D97-AF65-F5344CB8AC3E}">
        <p14:creationId xmlns:p14="http://schemas.microsoft.com/office/powerpoint/2010/main" val="137781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299" y="657761"/>
            <a:ext cx="11963399" cy="1400383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A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reverse proxy 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is similar to a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forward proxy 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but operates in the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opposite direction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Instead of sitting between a user's device and the internet, a reverse proxy sits between the internet and one or more backend servers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. When a user sends a request to access a website or online service, the request goes to the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reverse proxy 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first. The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reverse proxy 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then forwards the request to the appropriate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backend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server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 based on predefined rules, such as load balancing, content caching, or security policies. </a:t>
            </a:r>
            <a:r>
              <a:rPr lang="en-US" sz="1700" b="0" i="0" dirty="0">
                <a:solidFill>
                  <a:srgbClr val="FF0000"/>
                </a:solidFill>
                <a:effectLst/>
                <a:latin typeface="Söhne"/>
              </a:rPr>
              <a:t>Reverse proxies </a:t>
            </a:r>
            <a:r>
              <a:rPr lang="en-US" sz="1700" b="0" i="0" dirty="0">
                <a:solidFill>
                  <a:srgbClr val="0D0D0D"/>
                </a:solidFill>
                <a:effectLst/>
                <a:latin typeface="Söhne"/>
              </a:rPr>
              <a:t>are commonly used to improve scalability, reliability, and security for web applications and services.</a:t>
            </a:r>
            <a:endParaRPr lang="en-US" sz="17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  <p:pic>
        <p:nvPicPr>
          <p:cNvPr id="7" name="Picture 2" descr="Proxy server Generic color lineal-color icon">
            <a:extLst>
              <a:ext uri="{FF2B5EF4-FFF2-40B4-BE49-F238E27FC236}">
                <a16:creationId xmlns:a16="http://schemas.microsoft.com/office/drawing/2014/main" id="{606B8A14-E039-CF7B-ED84-6EC8B68E6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3" y="4095734"/>
            <a:ext cx="1682753" cy="168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613C02-DFFF-0664-5A4E-440CCA1D2917}"/>
              </a:ext>
            </a:extLst>
          </p:cNvPr>
          <p:cNvSpPr txBox="1"/>
          <p:nvPr/>
        </p:nvSpPr>
        <p:spPr>
          <a:xfrm>
            <a:off x="5093349" y="3441551"/>
            <a:ext cx="2420496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ogle Sans"/>
              </a:rPr>
              <a:t>Reverse</a:t>
            </a:r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 Proxy Server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098" name="Picture 2" descr="Web server vector icon | Free SVG">
            <a:extLst>
              <a:ext uri="{FF2B5EF4-FFF2-40B4-BE49-F238E27FC236}">
                <a16:creationId xmlns:a16="http://schemas.microsoft.com/office/drawing/2014/main" id="{AE1CFECF-395E-3CE5-BC1C-8590EFFF0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217" y="2078659"/>
            <a:ext cx="1885966" cy="188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Web server vector icon | Free SVG">
            <a:extLst>
              <a:ext uri="{FF2B5EF4-FFF2-40B4-BE49-F238E27FC236}">
                <a16:creationId xmlns:a16="http://schemas.microsoft.com/office/drawing/2014/main" id="{0C99FFDE-3301-8ECD-258C-A6E70CAE0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4648200"/>
            <a:ext cx="1885966" cy="188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3220CD1-5E2A-09F2-3B21-FB8D4FA072CC}"/>
              </a:ext>
            </a:extLst>
          </p:cNvPr>
          <p:cNvSpPr txBox="1"/>
          <p:nvPr/>
        </p:nvSpPr>
        <p:spPr>
          <a:xfrm>
            <a:off x="10545079" y="2908568"/>
            <a:ext cx="1532619" cy="30777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Google Sans"/>
              </a:rPr>
              <a:t>Web Server 1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8DF6D5-2A50-B0BF-EB24-9EA5C144FCBB}"/>
              </a:ext>
            </a:extLst>
          </p:cNvPr>
          <p:cNvCxnSpPr>
            <a:cxnSpLocks/>
          </p:cNvCxnSpPr>
          <p:nvPr/>
        </p:nvCxnSpPr>
        <p:spPr>
          <a:xfrm flipV="1">
            <a:off x="6629400" y="3581400"/>
            <a:ext cx="2133600" cy="1066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86C591A-76C8-14FE-954D-DC756D7624BC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629400" y="4846034"/>
            <a:ext cx="2133600" cy="7451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5695A7-DF0C-7794-F50A-B94AFA9149B4}"/>
              </a:ext>
            </a:extLst>
          </p:cNvPr>
          <p:cNvCxnSpPr>
            <a:cxnSpLocks/>
          </p:cNvCxnSpPr>
          <p:nvPr/>
        </p:nvCxnSpPr>
        <p:spPr>
          <a:xfrm>
            <a:off x="3073110" y="4648200"/>
            <a:ext cx="24189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E09673A-6E0B-AE3C-42E6-D39FCA3BD7C4}"/>
              </a:ext>
            </a:extLst>
          </p:cNvPr>
          <p:cNvSpPr txBox="1"/>
          <p:nvPr/>
        </p:nvSpPr>
        <p:spPr>
          <a:xfrm>
            <a:off x="100008" y="219820"/>
            <a:ext cx="1652592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oogle Sans"/>
              </a:rPr>
              <a:t>Reverse</a:t>
            </a:r>
            <a:r>
              <a:rPr lang="en-US" sz="2000" i="0" dirty="0">
                <a:solidFill>
                  <a:schemeClr val="bg1"/>
                </a:solidFill>
                <a:effectLst/>
                <a:latin typeface="Google Sans"/>
              </a:rPr>
              <a:t> Proxy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8" name="Picture 4" descr="Logo Internet Explorer PNG Images, Ie Logo Clipart Free Download - Free  Transparent PNG Logos">
            <a:extLst>
              <a:ext uri="{FF2B5EF4-FFF2-40B4-BE49-F238E27FC236}">
                <a16:creationId xmlns:a16="http://schemas.microsoft.com/office/drawing/2014/main" id="{951CB537-D524-B2AE-98BC-09465F54C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513" y="3693743"/>
            <a:ext cx="2017212" cy="196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BBCB26-2E56-D2FC-65CB-AEE8FFBAD7F3}"/>
              </a:ext>
            </a:extLst>
          </p:cNvPr>
          <p:cNvSpPr txBox="1"/>
          <p:nvPr/>
        </p:nvSpPr>
        <p:spPr>
          <a:xfrm>
            <a:off x="1743625" y="3293633"/>
            <a:ext cx="1030988" cy="40011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2CB8D6-F0C4-219A-7CB7-55EE418EB0D0}"/>
              </a:ext>
            </a:extLst>
          </p:cNvPr>
          <p:cNvSpPr txBox="1"/>
          <p:nvPr/>
        </p:nvSpPr>
        <p:spPr>
          <a:xfrm>
            <a:off x="10544183" y="5378016"/>
            <a:ext cx="1532619" cy="30777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Google Sans"/>
              </a:rPr>
              <a:t>Web Server 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39A2CD-AA0C-2CDD-B6AC-4BB65514B418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  <p:pic>
        <p:nvPicPr>
          <p:cNvPr id="4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F100B49D-B9B0-585B-FECF-BEB9D63AA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6" y="5528318"/>
            <a:ext cx="959834" cy="95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C014622E-1726-759F-4468-3CB843770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6" y="2621566"/>
            <a:ext cx="959834" cy="95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Microsoft Laptop 4 - 15&quot; inches Screen, AMD R7/Windows 10 Home/8GB RAM/256  GB SSD/ Platinum - (5UI-00049) : Amazon.in: Electronics">
            <a:extLst>
              <a:ext uri="{FF2B5EF4-FFF2-40B4-BE49-F238E27FC236}">
                <a16:creationId xmlns:a16="http://schemas.microsoft.com/office/drawing/2014/main" id="{0B504048-5321-3E07-798E-F2920AC4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58" y="4074942"/>
            <a:ext cx="959834" cy="95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111552-6035-4F7B-37DA-4C499E6541B0}"/>
              </a:ext>
            </a:extLst>
          </p:cNvPr>
          <p:cNvCxnSpPr>
            <a:stCxn id="10" idx="3"/>
          </p:cNvCxnSpPr>
          <p:nvPr/>
        </p:nvCxnSpPr>
        <p:spPr>
          <a:xfrm>
            <a:off x="1167270" y="3101483"/>
            <a:ext cx="576355" cy="8631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F9241-4943-9E7F-012A-70B4AC7865B7}"/>
              </a:ext>
            </a:extLst>
          </p:cNvPr>
          <p:cNvCxnSpPr>
            <a:cxnSpLocks/>
          </p:cNvCxnSpPr>
          <p:nvPr/>
        </p:nvCxnSpPr>
        <p:spPr>
          <a:xfrm flipV="1">
            <a:off x="1149492" y="5216999"/>
            <a:ext cx="603108" cy="7778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F6B5E8-DB31-8EE6-11CE-977DB9F571EF}"/>
              </a:ext>
            </a:extLst>
          </p:cNvPr>
          <p:cNvCxnSpPr>
            <a:stCxn id="14" idx="3"/>
          </p:cNvCxnSpPr>
          <p:nvPr/>
        </p:nvCxnSpPr>
        <p:spPr>
          <a:xfrm>
            <a:off x="1149492" y="4554859"/>
            <a:ext cx="3015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73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1905000" y="64077"/>
            <a:ext cx="85344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Proxies: A Beginner's Guide to Forward and Reverse Proxy Servers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114300" y="2598003"/>
            <a:ext cx="11963399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In summary,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proxies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act as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intermediaries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between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users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and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forwarding requests and responses between the two.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Forward proxies sit between users and the internet, while reverse proxies sit between the internet and backend servers.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Both types of proxies serve different purposes but are essential components of modern networking and web infrastructure.</a:t>
            </a:r>
            <a:endParaRPr lang="en-US" sz="44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91438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91793</TotalTime>
  <Words>444</Words>
  <Application>Microsoft Office PowerPoint</Application>
  <PresentationFormat>Widescreen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9993</cp:revision>
  <dcterms:created xsi:type="dcterms:W3CDTF">2006-08-16T00:00:00Z</dcterms:created>
  <dcterms:modified xsi:type="dcterms:W3CDTF">2024-04-15T07:38:28Z</dcterms:modified>
</cp:coreProperties>
</file>