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72" r:id="rId1"/>
  </p:sldMasterIdLst>
  <p:notesMasterIdLst>
    <p:notesMasterId r:id="rId11"/>
  </p:notesMasterIdLst>
  <p:sldIdLst>
    <p:sldId id="472" r:id="rId2"/>
    <p:sldId id="483" r:id="rId3"/>
    <p:sldId id="484" r:id="rId4"/>
    <p:sldId id="485" r:id="rId5"/>
    <p:sldId id="486" r:id="rId6"/>
    <p:sldId id="487" r:id="rId7"/>
    <p:sldId id="488" r:id="rId8"/>
    <p:sldId id="489" r:id="rId9"/>
    <p:sldId id="490" r:id="rId10"/>
  </p:sldIdLst>
  <p:sldSz cx="12192000" cy="6858000"/>
  <p:notesSz cx="6858000" cy="9144000"/>
  <p:defaultTextStyle>
    <a:defPPr>
      <a:defRPr lang="en-US"/>
    </a:defPPr>
    <a:lvl1pPr marL="0" algn="l" defTabSz="1246876" rtl="0" eaLnBrk="1" latinLnBrk="0" hangingPunct="1">
      <a:defRPr sz="2454" kern="1200">
        <a:solidFill>
          <a:schemeClr val="tx1"/>
        </a:solidFill>
        <a:latin typeface="+mn-lt"/>
        <a:ea typeface="+mn-ea"/>
        <a:cs typeface="+mn-cs"/>
      </a:defRPr>
    </a:lvl1pPr>
    <a:lvl2pPr marL="623438" algn="l" defTabSz="1246876" rtl="0" eaLnBrk="1" latinLnBrk="0" hangingPunct="1">
      <a:defRPr sz="2454" kern="1200">
        <a:solidFill>
          <a:schemeClr val="tx1"/>
        </a:solidFill>
        <a:latin typeface="+mn-lt"/>
        <a:ea typeface="+mn-ea"/>
        <a:cs typeface="+mn-cs"/>
      </a:defRPr>
    </a:lvl2pPr>
    <a:lvl3pPr marL="1246876" algn="l" defTabSz="1246876" rtl="0" eaLnBrk="1" latinLnBrk="0" hangingPunct="1">
      <a:defRPr sz="2454" kern="1200">
        <a:solidFill>
          <a:schemeClr val="tx1"/>
        </a:solidFill>
        <a:latin typeface="+mn-lt"/>
        <a:ea typeface="+mn-ea"/>
        <a:cs typeface="+mn-cs"/>
      </a:defRPr>
    </a:lvl3pPr>
    <a:lvl4pPr marL="1870314" algn="l" defTabSz="1246876" rtl="0" eaLnBrk="1" latinLnBrk="0" hangingPunct="1">
      <a:defRPr sz="2454" kern="1200">
        <a:solidFill>
          <a:schemeClr val="tx1"/>
        </a:solidFill>
        <a:latin typeface="+mn-lt"/>
        <a:ea typeface="+mn-ea"/>
        <a:cs typeface="+mn-cs"/>
      </a:defRPr>
    </a:lvl4pPr>
    <a:lvl5pPr marL="2493752" algn="l" defTabSz="1246876" rtl="0" eaLnBrk="1" latinLnBrk="0" hangingPunct="1">
      <a:defRPr sz="2454" kern="1200">
        <a:solidFill>
          <a:schemeClr val="tx1"/>
        </a:solidFill>
        <a:latin typeface="+mn-lt"/>
        <a:ea typeface="+mn-ea"/>
        <a:cs typeface="+mn-cs"/>
      </a:defRPr>
    </a:lvl5pPr>
    <a:lvl6pPr marL="3117190" algn="l" defTabSz="1246876" rtl="0" eaLnBrk="1" latinLnBrk="0" hangingPunct="1">
      <a:defRPr sz="2454" kern="1200">
        <a:solidFill>
          <a:schemeClr val="tx1"/>
        </a:solidFill>
        <a:latin typeface="+mn-lt"/>
        <a:ea typeface="+mn-ea"/>
        <a:cs typeface="+mn-cs"/>
      </a:defRPr>
    </a:lvl6pPr>
    <a:lvl7pPr marL="3740628" algn="l" defTabSz="1246876" rtl="0" eaLnBrk="1" latinLnBrk="0" hangingPunct="1">
      <a:defRPr sz="2454" kern="1200">
        <a:solidFill>
          <a:schemeClr val="tx1"/>
        </a:solidFill>
        <a:latin typeface="+mn-lt"/>
        <a:ea typeface="+mn-ea"/>
        <a:cs typeface="+mn-cs"/>
      </a:defRPr>
    </a:lvl7pPr>
    <a:lvl8pPr marL="4364065" algn="l" defTabSz="1246876" rtl="0" eaLnBrk="1" latinLnBrk="0" hangingPunct="1">
      <a:defRPr sz="2454" kern="1200">
        <a:solidFill>
          <a:schemeClr val="tx1"/>
        </a:solidFill>
        <a:latin typeface="+mn-lt"/>
        <a:ea typeface="+mn-ea"/>
        <a:cs typeface="+mn-cs"/>
      </a:defRPr>
    </a:lvl8pPr>
    <a:lvl9pPr marL="4987503" algn="l" defTabSz="1246876" rtl="0" eaLnBrk="1" latinLnBrk="0" hangingPunct="1">
      <a:defRPr sz="245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mesh N" initials="RN" lastIdx="1" clrIdx="0">
    <p:extLst>
      <p:ext uri="{19B8F6BF-5375-455C-9EA6-DF929625EA0E}">
        <p15:presenceInfo xmlns:p15="http://schemas.microsoft.com/office/powerpoint/2012/main" userId="10c340b3cc87b96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E4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31" autoAdjust="0"/>
    <p:restoredTop sz="94291" autoAdjust="0"/>
  </p:normalViewPr>
  <p:slideViewPr>
    <p:cSldViewPr>
      <p:cViewPr varScale="1">
        <p:scale>
          <a:sx n="71" d="100"/>
          <a:sy n="71" d="100"/>
        </p:scale>
        <p:origin x="1099" y="91"/>
      </p:cViewPr>
      <p:guideLst>
        <p:guide orient="horz" pos="2161"/>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6" d="100"/>
          <a:sy n="56" d="100"/>
        </p:scale>
        <p:origin x="-283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31D4C6-3E54-4897-B3F8-BA21ABAC7F3E}" type="doc">
      <dgm:prSet loTypeId="urn:microsoft.com/office/officeart/2005/8/layout/hProcess9" loCatId="process" qsTypeId="urn:microsoft.com/office/officeart/2005/8/quickstyle/simple3" qsCatId="simple" csTypeId="urn:microsoft.com/office/officeart/2005/8/colors/colorful5" csCatId="colorful" phldr="1"/>
      <dgm:spPr/>
    </dgm:pt>
    <dgm:pt modelId="{C931C053-4AF5-444D-AFDD-8736582C6437}">
      <dgm:prSet phldrT="[Text]"/>
      <dgm:spPr/>
      <dgm:t>
        <a:bodyPr/>
        <a:lstStyle/>
        <a:p>
          <a:r>
            <a:rPr lang="en-US" b="1" i="0" dirty="0"/>
            <a:t>Planning</a:t>
          </a:r>
          <a:endParaRPr lang="en-US" dirty="0"/>
        </a:p>
      </dgm:t>
    </dgm:pt>
    <dgm:pt modelId="{934FAA71-8DC6-4EB2-8902-8F39FD0617CA}" type="parTrans" cxnId="{7DD3C4D5-DC83-45C3-A4C2-8DA31D20E316}">
      <dgm:prSet/>
      <dgm:spPr/>
      <dgm:t>
        <a:bodyPr/>
        <a:lstStyle/>
        <a:p>
          <a:endParaRPr lang="en-US"/>
        </a:p>
      </dgm:t>
    </dgm:pt>
    <dgm:pt modelId="{C5854B62-0269-4733-9E52-FE9BA4BDA23E}" type="sibTrans" cxnId="{7DD3C4D5-DC83-45C3-A4C2-8DA31D20E316}">
      <dgm:prSet/>
      <dgm:spPr/>
      <dgm:t>
        <a:bodyPr/>
        <a:lstStyle/>
        <a:p>
          <a:endParaRPr lang="en-US"/>
        </a:p>
      </dgm:t>
    </dgm:pt>
    <dgm:pt modelId="{99E535DC-FA4A-4FB6-BF66-0849E8DFE9EE}">
      <dgm:prSet phldrT="[Text]"/>
      <dgm:spPr/>
      <dgm:t>
        <a:bodyPr/>
        <a:lstStyle/>
        <a:p>
          <a:r>
            <a:rPr lang="en-US" b="1" i="0" dirty="0"/>
            <a:t>Design</a:t>
          </a:r>
          <a:endParaRPr lang="en-US" dirty="0"/>
        </a:p>
      </dgm:t>
    </dgm:pt>
    <dgm:pt modelId="{CC6BA52F-3BD2-499D-8D7E-3D73547DF61A}" type="parTrans" cxnId="{4A816498-A4EA-45F3-A836-CAC73F3742EB}">
      <dgm:prSet/>
      <dgm:spPr/>
      <dgm:t>
        <a:bodyPr/>
        <a:lstStyle/>
        <a:p>
          <a:endParaRPr lang="en-US"/>
        </a:p>
      </dgm:t>
    </dgm:pt>
    <dgm:pt modelId="{4D88C141-F91A-4014-8627-C1AD64F8778F}" type="sibTrans" cxnId="{4A816498-A4EA-45F3-A836-CAC73F3742EB}">
      <dgm:prSet/>
      <dgm:spPr/>
      <dgm:t>
        <a:bodyPr/>
        <a:lstStyle/>
        <a:p>
          <a:endParaRPr lang="en-US"/>
        </a:p>
      </dgm:t>
    </dgm:pt>
    <dgm:pt modelId="{45BDF2C4-1E59-4DF6-B532-2A107BFAFEAD}">
      <dgm:prSet phldrT="[Text]"/>
      <dgm:spPr/>
      <dgm:t>
        <a:bodyPr/>
        <a:lstStyle/>
        <a:p>
          <a:r>
            <a:rPr lang="en-US" b="1" i="0" dirty="0"/>
            <a:t>Development</a:t>
          </a:r>
          <a:endParaRPr lang="en-US" dirty="0"/>
        </a:p>
      </dgm:t>
    </dgm:pt>
    <dgm:pt modelId="{40F13002-115E-4D61-BEB4-EAAA2621F64C}" type="parTrans" cxnId="{B5395D6B-0040-45FE-830B-FE0B03526775}">
      <dgm:prSet/>
      <dgm:spPr/>
      <dgm:t>
        <a:bodyPr/>
        <a:lstStyle/>
        <a:p>
          <a:endParaRPr lang="en-US"/>
        </a:p>
      </dgm:t>
    </dgm:pt>
    <dgm:pt modelId="{1C1DAA91-70C4-4525-814B-70C6DC6D94DF}" type="sibTrans" cxnId="{B5395D6B-0040-45FE-830B-FE0B03526775}">
      <dgm:prSet/>
      <dgm:spPr/>
      <dgm:t>
        <a:bodyPr/>
        <a:lstStyle/>
        <a:p>
          <a:endParaRPr lang="en-US"/>
        </a:p>
      </dgm:t>
    </dgm:pt>
    <dgm:pt modelId="{F8B41342-A13E-4475-A688-96F2E363BC7F}">
      <dgm:prSet phldrT="[Text]"/>
      <dgm:spPr/>
      <dgm:t>
        <a:bodyPr/>
        <a:lstStyle/>
        <a:p>
          <a:r>
            <a:rPr lang="en-US" b="1" i="0" dirty="0"/>
            <a:t>Testing</a:t>
          </a:r>
          <a:endParaRPr lang="en-US" dirty="0"/>
        </a:p>
      </dgm:t>
    </dgm:pt>
    <dgm:pt modelId="{37B29171-E488-40E6-B95E-0A8D0411DD2D}" type="parTrans" cxnId="{75FD757C-027B-4495-A3CB-2C1EE7D900B1}">
      <dgm:prSet/>
      <dgm:spPr/>
      <dgm:t>
        <a:bodyPr/>
        <a:lstStyle/>
        <a:p>
          <a:endParaRPr lang="en-US"/>
        </a:p>
      </dgm:t>
    </dgm:pt>
    <dgm:pt modelId="{B1F8E482-110F-4106-8C82-30C8F4C11A0F}" type="sibTrans" cxnId="{75FD757C-027B-4495-A3CB-2C1EE7D900B1}">
      <dgm:prSet/>
      <dgm:spPr/>
      <dgm:t>
        <a:bodyPr/>
        <a:lstStyle/>
        <a:p>
          <a:endParaRPr lang="en-US"/>
        </a:p>
      </dgm:t>
    </dgm:pt>
    <dgm:pt modelId="{05068920-CF88-48AE-9D95-5C6BE4933B2B}">
      <dgm:prSet phldrT="[Text]"/>
      <dgm:spPr/>
      <dgm:t>
        <a:bodyPr/>
        <a:lstStyle/>
        <a:p>
          <a:r>
            <a:rPr lang="en-US" b="1" i="0" dirty="0"/>
            <a:t>Deployment</a:t>
          </a:r>
          <a:endParaRPr lang="en-US" dirty="0"/>
        </a:p>
      </dgm:t>
    </dgm:pt>
    <dgm:pt modelId="{9A8DEC1F-3D50-4040-98AB-F3C9FBE2D2AA}" type="parTrans" cxnId="{E4CDCA90-6BAA-414A-99C7-15E13CC29A02}">
      <dgm:prSet/>
      <dgm:spPr/>
      <dgm:t>
        <a:bodyPr/>
        <a:lstStyle/>
        <a:p>
          <a:endParaRPr lang="en-US"/>
        </a:p>
      </dgm:t>
    </dgm:pt>
    <dgm:pt modelId="{2D8FCA16-B25A-41FD-ACA3-E579B5F2AAFD}" type="sibTrans" cxnId="{E4CDCA90-6BAA-414A-99C7-15E13CC29A02}">
      <dgm:prSet/>
      <dgm:spPr/>
      <dgm:t>
        <a:bodyPr/>
        <a:lstStyle/>
        <a:p>
          <a:endParaRPr lang="en-US"/>
        </a:p>
      </dgm:t>
    </dgm:pt>
    <dgm:pt modelId="{1FF82381-7599-47B4-81CA-5DF8CEC90977}">
      <dgm:prSet phldrT="[Text]"/>
      <dgm:spPr/>
      <dgm:t>
        <a:bodyPr/>
        <a:lstStyle/>
        <a:p>
          <a:r>
            <a:rPr lang="en-US" b="1" i="0" dirty="0"/>
            <a:t>Maintenance</a:t>
          </a:r>
          <a:endParaRPr lang="en-US" dirty="0"/>
        </a:p>
      </dgm:t>
    </dgm:pt>
    <dgm:pt modelId="{80A2759D-6FD5-44A3-ABE0-641F748D5CEA}" type="parTrans" cxnId="{2B18BED8-F52F-4CBB-A2D2-5FA40BBD4FD3}">
      <dgm:prSet/>
      <dgm:spPr/>
      <dgm:t>
        <a:bodyPr/>
        <a:lstStyle/>
        <a:p>
          <a:endParaRPr lang="en-US"/>
        </a:p>
      </dgm:t>
    </dgm:pt>
    <dgm:pt modelId="{3D5DA0FC-4DC0-43DD-A61C-DF021A0D6D99}" type="sibTrans" cxnId="{2B18BED8-F52F-4CBB-A2D2-5FA40BBD4FD3}">
      <dgm:prSet/>
      <dgm:spPr/>
      <dgm:t>
        <a:bodyPr/>
        <a:lstStyle/>
        <a:p>
          <a:endParaRPr lang="en-US"/>
        </a:p>
      </dgm:t>
    </dgm:pt>
    <dgm:pt modelId="{CF91A7B6-634B-4169-A086-7754D6911277}">
      <dgm:prSet phldrT="[Text]"/>
      <dgm:spPr/>
      <dgm:t>
        <a:bodyPr/>
        <a:lstStyle/>
        <a:p>
          <a:r>
            <a:rPr lang="en-US" b="1" dirty="0"/>
            <a:t>Analysis</a:t>
          </a:r>
        </a:p>
      </dgm:t>
    </dgm:pt>
    <dgm:pt modelId="{37B28C75-4468-4D05-9AED-7D0612E1E08D}" type="parTrans" cxnId="{36C8BED7-EDBF-4A45-8E82-B487BE1A2081}">
      <dgm:prSet/>
      <dgm:spPr/>
      <dgm:t>
        <a:bodyPr/>
        <a:lstStyle/>
        <a:p>
          <a:endParaRPr lang="en-US"/>
        </a:p>
      </dgm:t>
    </dgm:pt>
    <dgm:pt modelId="{44F33B34-7E24-4A8D-B065-40D7AF791CE1}" type="sibTrans" cxnId="{36C8BED7-EDBF-4A45-8E82-B487BE1A2081}">
      <dgm:prSet/>
      <dgm:spPr/>
      <dgm:t>
        <a:bodyPr/>
        <a:lstStyle/>
        <a:p>
          <a:endParaRPr lang="en-US"/>
        </a:p>
      </dgm:t>
    </dgm:pt>
    <dgm:pt modelId="{40430256-7510-467A-981C-9A8AFE3280CC}" type="pres">
      <dgm:prSet presAssocID="{D731D4C6-3E54-4897-B3F8-BA21ABAC7F3E}" presName="CompostProcess" presStyleCnt="0">
        <dgm:presLayoutVars>
          <dgm:dir/>
          <dgm:resizeHandles val="exact"/>
        </dgm:presLayoutVars>
      </dgm:prSet>
      <dgm:spPr/>
    </dgm:pt>
    <dgm:pt modelId="{D358F31D-E645-4994-AD07-3574D888BAAC}" type="pres">
      <dgm:prSet presAssocID="{D731D4C6-3E54-4897-B3F8-BA21ABAC7F3E}" presName="arrow" presStyleLbl="bgShp" presStyleIdx="0" presStyleCnt="1"/>
      <dgm:spPr/>
    </dgm:pt>
    <dgm:pt modelId="{313B2982-D5C1-4B1D-8F63-5BC01FFA5D35}" type="pres">
      <dgm:prSet presAssocID="{D731D4C6-3E54-4897-B3F8-BA21ABAC7F3E}" presName="linearProcess" presStyleCnt="0"/>
      <dgm:spPr/>
    </dgm:pt>
    <dgm:pt modelId="{65818B31-CB1F-46F5-A2A5-35E333BE9CC8}" type="pres">
      <dgm:prSet presAssocID="{C931C053-4AF5-444D-AFDD-8736582C6437}" presName="textNode" presStyleLbl="node1" presStyleIdx="0" presStyleCnt="7">
        <dgm:presLayoutVars>
          <dgm:bulletEnabled val="1"/>
        </dgm:presLayoutVars>
      </dgm:prSet>
      <dgm:spPr/>
    </dgm:pt>
    <dgm:pt modelId="{BF383597-0E92-4996-A869-F17F4E0DF243}" type="pres">
      <dgm:prSet presAssocID="{C5854B62-0269-4733-9E52-FE9BA4BDA23E}" presName="sibTrans" presStyleCnt="0"/>
      <dgm:spPr/>
    </dgm:pt>
    <dgm:pt modelId="{0A9C8A12-0E8D-492B-BAA3-6EF896226B16}" type="pres">
      <dgm:prSet presAssocID="{CF91A7B6-634B-4169-A086-7754D6911277}" presName="textNode" presStyleLbl="node1" presStyleIdx="1" presStyleCnt="7">
        <dgm:presLayoutVars>
          <dgm:bulletEnabled val="1"/>
        </dgm:presLayoutVars>
      </dgm:prSet>
      <dgm:spPr/>
    </dgm:pt>
    <dgm:pt modelId="{16DA8070-2C9A-4829-BBAC-A69334A62E48}" type="pres">
      <dgm:prSet presAssocID="{44F33B34-7E24-4A8D-B065-40D7AF791CE1}" presName="sibTrans" presStyleCnt="0"/>
      <dgm:spPr/>
    </dgm:pt>
    <dgm:pt modelId="{DF374868-A6BC-4D4F-BEF6-2D0BC6AAFC2A}" type="pres">
      <dgm:prSet presAssocID="{99E535DC-FA4A-4FB6-BF66-0849E8DFE9EE}" presName="textNode" presStyleLbl="node1" presStyleIdx="2" presStyleCnt="7">
        <dgm:presLayoutVars>
          <dgm:bulletEnabled val="1"/>
        </dgm:presLayoutVars>
      </dgm:prSet>
      <dgm:spPr/>
    </dgm:pt>
    <dgm:pt modelId="{8503756E-42C9-4181-B27D-971B2D72592A}" type="pres">
      <dgm:prSet presAssocID="{4D88C141-F91A-4014-8627-C1AD64F8778F}" presName="sibTrans" presStyleCnt="0"/>
      <dgm:spPr/>
    </dgm:pt>
    <dgm:pt modelId="{69B5EDF2-932B-4710-B213-A510420A07E7}" type="pres">
      <dgm:prSet presAssocID="{45BDF2C4-1E59-4DF6-B532-2A107BFAFEAD}" presName="textNode" presStyleLbl="node1" presStyleIdx="3" presStyleCnt="7">
        <dgm:presLayoutVars>
          <dgm:bulletEnabled val="1"/>
        </dgm:presLayoutVars>
      </dgm:prSet>
      <dgm:spPr/>
    </dgm:pt>
    <dgm:pt modelId="{1E203DA2-CB9B-47E0-89B9-621C52C7A044}" type="pres">
      <dgm:prSet presAssocID="{1C1DAA91-70C4-4525-814B-70C6DC6D94DF}" presName="sibTrans" presStyleCnt="0"/>
      <dgm:spPr/>
    </dgm:pt>
    <dgm:pt modelId="{22B51050-8773-4530-A265-D93887C3D06B}" type="pres">
      <dgm:prSet presAssocID="{F8B41342-A13E-4475-A688-96F2E363BC7F}" presName="textNode" presStyleLbl="node1" presStyleIdx="4" presStyleCnt="7">
        <dgm:presLayoutVars>
          <dgm:bulletEnabled val="1"/>
        </dgm:presLayoutVars>
      </dgm:prSet>
      <dgm:spPr/>
    </dgm:pt>
    <dgm:pt modelId="{031213C7-71A4-4C1F-B8A2-63E03C57F7E5}" type="pres">
      <dgm:prSet presAssocID="{B1F8E482-110F-4106-8C82-30C8F4C11A0F}" presName="sibTrans" presStyleCnt="0"/>
      <dgm:spPr/>
    </dgm:pt>
    <dgm:pt modelId="{07A001A5-35FA-4867-A3F6-9F23007D8594}" type="pres">
      <dgm:prSet presAssocID="{05068920-CF88-48AE-9D95-5C6BE4933B2B}" presName="textNode" presStyleLbl="node1" presStyleIdx="5" presStyleCnt="7">
        <dgm:presLayoutVars>
          <dgm:bulletEnabled val="1"/>
        </dgm:presLayoutVars>
      </dgm:prSet>
      <dgm:spPr/>
    </dgm:pt>
    <dgm:pt modelId="{2993E52B-F06C-4CAB-9C86-5578DCC1A9CD}" type="pres">
      <dgm:prSet presAssocID="{2D8FCA16-B25A-41FD-ACA3-E579B5F2AAFD}" presName="sibTrans" presStyleCnt="0"/>
      <dgm:spPr/>
    </dgm:pt>
    <dgm:pt modelId="{ED2BD155-6554-4544-93E7-E30435CE3D10}" type="pres">
      <dgm:prSet presAssocID="{1FF82381-7599-47B4-81CA-5DF8CEC90977}" presName="textNode" presStyleLbl="node1" presStyleIdx="6" presStyleCnt="7">
        <dgm:presLayoutVars>
          <dgm:bulletEnabled val="1"/>
        </dgm:presLayoutVars>
      </dgm:prSet>
      <dgm:spPr/>
    </dgm:pt>
  </dgm:ptLst>
  <dgm:cxnLst>
    <dgm:cxn modelId="{06A5611B-D764-4FBB-81BF-491E1DF8B62A}" type="presOf" srcId="{C931C053-4AF5-444D-AFDD-8736582C6437}" destId="{65818B31-CB1F-46F5-A2A5-35E333BE9CC8}" srcOrd="0" destOrd="0" presId="urn:microsoft.com/office/officeart/2005/8/layout/hProcess9"/>
    <dgm:cxn modelId="{30433421-4ABC-4670-BC3A-CBE41C01D63B}" type="presOf" srcId="{F8B41342-A13E-4475-A688-96F2E363BC7F}" destId="{22B51050-8773-4530-A265-D93887C3D06B}" srcOrd="0" destOrd="0" presId="urn:microsoft.com/office/officeart/2005/8/layout/hProcess9"/>
    <dgm:cxn modelId="{C289C23B-E8A6-4048-885D-2E37BAFE48C3}" type="presOf" srcId="{45BDF2C4-1E59-4DF6-B532-2A107BFAFEAD}" destId="{69B5EDF2-932B-4710-B213-A510420A07E7}" srcOrd="0" destOrd="0" presId="urn:microsoft.com/office/officeart/2005/8/layout/hProcess9"/>
    <dgm:cxn modelId="{B5395D6B-0040-45FE-830B-FE0B03526775}" srcId="{D731D4C6-3E54-4897-B3F8-BA21ABAC7F3E}" destId="{45BDF2C4-1E59-4DF6-B532-2A107BFAFEAD}" srcOrd="3" destOrd="0" parTransId="{40F13002-115E-4D61-BEB4-EAAA2621F64C}" sibTransId="{1C1DAA91-70C4-4525-814B-70C6DC6D94DF}"/>
    <dgm:cxn modelId="{8AF06C79-2F55-4E4A-B503-AFE5501D3968}" type="presOf" srcId="{05068920-CF88-48AE-9D95-5C6BE4933B2B}" destId="{07A001A5-35FA-4867-A3F6-9F23007D8594}" srcOrd="0" destOrd="0" presId="urn:microsoft.com/office/officeart/2005/8/layout/hProcess9"/>
    <dgm:cxn modelId="{75FD757C-027B-4495-A3CB-2C1EE7D900B1}" srcId="{D731D4C6-3E54-4897-B3F8-BA21ABAC7F3E}" destId="{F8B41342-A13E-4475-A688-96F2E363BC7F}" srcOrd="4" destOrd="0" parTransId="{37B29171-E488-40E6-B95E-0A8D0411DD2D}" sibTransId="{B1F8E482-110F-4106-8C82-30C8F4C11A0F}"/>
    <dgm:cxn modelId="{EA3A3F90-0370-47A0-95B4-3EF5BAC06E5E}" type="presOf" srcId="{CF91A7B6-634B-4169-A086-7754D6911277}" destId="{0A9C8A12-0E8D-492B-BAA3-6EF896226B16}" srcOrd="0" destOrd="0" presId="urn:microsoft.com/office/officeart/2005/8/layout/hProcess9"/>
    <dgm:cxn modelId="{E4CDCA90-6BAA-414A-99C7-15E13CC29A02}" srcId="{D731D4C6-3E54-4897-B3F8-BA21ABAC7F3E}" destId="{05068920-CF88-48AE-9D95-5C6BE4933B2B}" srcOrd="5" destOrd="0" parTransId="{9A8DEC1F-3D50-4040-98AB-F3C9FBE2D2AA}" sibTransId="{2D8FCA16-B25A-41FD-ACA3-E579B5F2AAFD}"/>
    <dgm:cxn modelId="{4A816498-A4EA-45F3-A836-CAC73F3742EB}" srcId="{D731D4C6-3E54-4897-B3F8-BA21ABAC7F3E}" destId="{99E535DC-FA4A-4FB6-BF66-0849E8DFE9EE}" srcOrd="2" destOrd="0" parTransId="{CC6BA52F-3BD2-499D-8D7E-3D73547DF61A}" sibTransId="{4D88C141-F91A-4014-8627-C1AD64F8778F}"/>
    <dgm:cxn modelId="{5E228DB2-A4C9-4187-852E-9B2DA3A3D480}" type="presOf" srcId="{D731D4C6-3E54-4897-B3F8-BA21ABAC7F3E}" destId="{40430256-7510-467A-981C-9A8AFE3280CC}" srcOrd="0" destOrd="0" presId="urn:microsoft.com/office/officeart/2005/8/layout/hProcess9"/>
    <dgm:cxn modelId="{7DD3C4D5-DC83-45C3-A4C2-8DA31D20E316}" srcId="{D731D4C6-3E54-4897-B3F8-BA21ABAC7F3E}" destId="{C931C053-4AF5-444D-AFDD-8736582C6437}" srcOrd="0" destOrd="0" parTransId="{934FAA71-8DC6-4EB2-8902-8F39FD0617CA}" sibTransId="{C5854B62-0269-4733-9E52-FE9BA4BDA23E}"/>
    <dgm:cxn modelId="{36C8BED7-EDBF-4A45-8E82-B487BE1A2081}" srcId="{D731D4C6-3E54-4897-B3F8-BA21ABAC7F3E}" destId="{CF91A7B6-634B-4169-A086-7754D6911277}" srcOrd="1" destOrd="0" parTransId="{37B28C75-4468-4D05-9AED-7D0612E1E08D}" sibTransId="{44F33B34-7E24-4A8D-B065-40D7AF791CE1}"/>
    <dgm:cxn modelId="{D455BBD8-A5E7-487C-A23B-A63E3E4E998B}" type="presOf" srcId="{99E535DC-FA4A-4FB6-BF66-0849E8DFE9EE}" destId="{DF374868-A6BC-4D4F-BEF6-2D0BC6AAFC2A}" srcOrd="0" destOrd="0" presId="urn:microsoft.com/office/officeart/2005/8/layout/hProcess9"/>
    <dgm:cxn modelId="{2B18BED8-F52F-4CBB-A2D2-5FA40BBD4FD3}" srcId="{D731D4C6-3E54-4897-B3F8-BA21ABAC7F3E}" destId="{1FF82381-7599-47B4-81CA-5DF8CEC90977}" srcOrd="6" destOrd="0" parTransId="{80A2759D-6FD5-44A3-ABE0-641F748D5CEA}" sibTransId="{3D5DA0FC-4DC0-43DD-A61C-DF021A0D6D99}"/>
    <dgm:cxn modelId="{A8D57AED-630B-481B-8629-00A8917A30C4}" type="presOf" srcId="{1FF82381-7599-47B4-81CA-5DF8CEC90977}" destId="{ED2BD155-6554-4544-93E7-E30435CE3D10}" srcOrd="0" destOrd="0" presId="urn:microsoft.com/office/officeart/2005/8/layout/hProcess9"/>
    <dgm:cxn modelId="{0A9918FC-8BD8-4797-8D9F-6FCA895647AA}" type="presParOf" srcId="{40430256-7510-467A-981C-9A8AFE3280CC}" destId="{D358F31D-E645-4994-AD07-3574D888BAAC}" srcOrd="0" destOrd="0" presId="urn:microsoft.com/office/officeart/2005/8/layout/hProcess9"/>
    <dgm:cxn modelId="{9939E319-EE82-4251-BC7C-E9A84242618D}" type="presParOf" srcId="{40430256-7510-467A-981C-9A8AFE3280CC}" destId="{313B2982-D5C1-4B1D-8F63-5BC01FFA5D35}" srcOrd="1" destOrd="0" presId="urn:microsoft.com/office/officeart/2005/8/layout/hProcess9"/>
    <dgm:cxn modelId="{30B9E52E-B3D3-41E8-BE6F-1EBC6CA3FA2A}" type="presParOf" srcId="{313B2982-D5C1-4B1D-8F63-5BC01FFA5D35}" destId="{65818B31-CB1F-46F5-A2A5-35E333BE9CC8}" srcOrd="0" destOrd="0" presId="urn:microsoft.com/office/officeart/2005/8/layout/hProcess9"/>
    <dgm:cxn modelId="{FD4136C0-8209-4FF6-A4F4-6F9DA38C012F}" type="presParOf" srcId="{313B2982-D5C1-4B1D-8F63-5BC01FFA5D35}" destId="{BF383597-0E92-4996-A869-F17F4E0DF243}" srcOrd="1" destOrd="0" presId="urn:microsoft.com/office/officeart/2005/8/layout/hProcess9"/>
    <dgm:cxn modelId="{6937F33B-2DCA-404D-A2F0-5AF0326137BD}" type="presParOf" srcId="{313B2982-D5C1-4B1D-8F63-5BC01FFA5D35}" destId="{0A9C8A12-0E8D-492B-BAA3-6EF896226B16}" srcOrd="2" destOrd="0" presId="urn:microsoft.com/office/officeart/2005/8/layout/hProcess9"/>
    <dgm:cxn modelId="{CDDDD8EF-ED3C-4922-9192-ECFEF1CC5C3D}" type="presParOf" srcId="{313B2982-D5C1-4B1D-8F63-5BC01FFA5D35}" destId="{16DA8070-2C9A-4829-BBAC-A69334A62E48}" srcOrd="3" destOrd="0" presId="urn:microsoft.com/office/officeart/2005/8/layout/hProcess9"/>
    <dgm:cxn modelId="{1AE4C74B-5949-418D-9CD1-ADC9CDA499EF}" type="presParOf" srcId="{313B2982-D5C1-4B1D-8F63-5BC01FFA5D35}" destId="{DF374868-A6BC-4D4F-BEF6-2D0BC6AAFC2A}" srcOrd="4" destOrd="0" presId="urn:microsoft.com/office/officeart/2005/8/layout/hProcess9"/>
    <dgm:cxn modelId="{DF3BE6B1-0D92-41A7-8B21-43F33D08C724}" type="presParOf" srcId="{313B2982-D5C1-4B1D-8F63-5BC01FFA5D35}" destId="{8503756E-42C9-4181-B27D-971B2D72592A}" srcOrd="5" destOrd="0" presId="urn:microsoft.com/office/officeart/2005/8/layout/hProcess9"/>
    <dgm:cxn modelId="{E155E7FB-30B8-4940-9948-BD978C43E798}" type="presParOf" srcId="{313B2982-D5C1-4B1D-8F63-5BC01FFA5D35}" destId="{69B5EDF2-932B-4710-B213-A510420A07E7}" srcOrd="6" destOrd="0" presId="urn:microsoft.com/office/officeart/2005/8/layout/hProcess9"/>
    <dgm:cxn modelId="{6B25F68D-1E10-4414-BC2B-538D5128A569}" type="presParOf" srcId="{313B2982-D5C1-4B1D-8F63-5BC01FFA5D35}" destId="{1E203DA2-CB9B-47E0-89B9-621C52C7A044}" srcOrd="7" destOrd="0" presId="urn:microsoft.com/office/officeart/2005/8/layout/hProcess9"/>
    <dgm:cxn modelId="{0AA913BB-922E-47C1-8DC9-E915970E84F4}" type="presParOf" srcId="{313B2982-D5C1-4B1D-8F63-5BC01FFA5D35}" destId="{22B51050-8773-4530-A265-D93887C3D06B}" srcOrd="8" destOrd="0" presId="urn:microsoft.com/office/officeart/2005/8/layout/hProcess9"/>
    <dgm:cxn modelId="{F13D1B38-7F27-454B-9005-C3A7E6AA1ED4}" type="presParOf" srcId="{313B2982-D5C1-4B1D-8F63-5BC01FFA5D35}" destId="{031213C7-71A4-4C1F-B8A2-63E03C57F7E5}" srcOrd="9" destOrd="0" presId="urn:microsoft.com/office/officeart/2005/8/layout/hProcess9"/>
    <dgm:cxn modelId="{634ED21E-38B1-4BFD-A363-032C124C004C}" type="presParOf" srcId="{313B2982-D5C1-4B1D-8F63-5BC01FFA5D35}" destId="{07A001A5-35FA-4867-A3F6-9F23007D8594}" srcOrd="10" destOrd="0" presId="urn:microsoft.com/office/officeart/2005/8/layout/hProcess9"/>
    <dgm:cxn modelId="{D986243E-52BD-4038-9D1D-FD00BD2007FC}" type="presParOf" srcId="{313B2982-D5C1-4B1D-8F63-5BC01FFA5D35}" destId="{2993E52B-F06C-4CAB-9C86-5578DCC1A9CD}" srcOrd="11" destOrd="0" presId="urn:microsoft.com/office/officeart/2005/8/layout/hProcess9"/>
    <dgm:cxn modelId="{C50CEAE1-3958-4B00-A3B2-7D14034105EA}" type="presParOf" srcId="{313B2982-D5C1-4B1D-8F63-5BC01FFA5D35}" destId="{ED2BD155-6554-4544-93E7-E30435CE3D10}" srcOrd="12"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31D4C6-3E54-4897-B3F8-BA21ABAC7F3E}" type="doc">
      <dgm:prSet loTypeId="urn:microsoft.com/office/officeart/2005/8/layout/hProcess9" loCatId="process" qsTypeId="urn:microsoft.com/office/officeart/2005/8/quickstyle/simple3" qsCatId="simple" csTypeId="urn:microsoft.com/office/officeart/2005/8/colors/colorful5" csCatId="colorful" phldr="1"/>
      <dgm:spPr/>
    </dgm:pt>
    <dgm:pt modelId="{C931C053-4AF5-444D-AFDD-8736582C6437}">
      <dgm:prSet phldrT="[Text]"/>
      <dgm:spPr/>
      <dgm:t>
        <a:bodyPr/>
        <a:lstStyle/>
        <a:p>
          <a:r>
            <a:rPr lang="en-US" b="1" i="0" dirty="0"/>
            <a:t>Planning</a:t>
          </a:r>
          <a:endParaRPr lang="en-US" dirty="0"/>
        </a:p>
      </dgm:t>
    </dgm:pt>
    <dgm:pt modelId="{934FAA71-8DC6-4EB2-8902-8F39FD0617CA}" type="parTrans" cxnId="{7DD3C4D5-DC83-45C3-A4C2-8DA31D20E316}">
      <dgm:prSet/>
      <dgm:spPr/>
      <dgm:t>
        <a:bodyPr/>
        <a:lstStyle/>
        <a:p>
          <a:endParaRPr lang="en-US"/>
        </a:p>
      </dgm:t>
    </dgm:pt>
    <dgm:pt modelId="{C5854B62-0269-4733-9E52-FE9BA4BDA23E}" type="sibTrans" cxnId="{7DD3C4D5-DC83-45C3-A4C2-8DA31D20E316}">
      <dgm:prSet/>
      <dgm:spPr/>
      <dgm:t>
        <a:bodyPr/>
        <a:lstStyle/>
        <a:p>
          <a:endParaRPr lang="en-US"/>
        </a:p>
      </dgm:t>
    </dgm:pt>
    <dgm:pt modelId="{99E535DC-FA4A-4FB6-BF66-0849E8DFE9EE}">
      <dgm:prSet phldrT="[Text]"/>
      <dgm:spPr/>
      <dgm:t>
        <a:bodyPr/>
        <a:lstStyle/>
        <a:p>
          <a:r>
            <a:rPr lang="en-US" b="1" i="0" dirty="0"/>
            <a:t>Design</a:t>
          </a:r>
          <a:endParaRPr lang="en-US" dirty="0"/>
        </a:p>
      </dgm:t>
    </dgm:pt>
    <dgm:pt modelId="{CC6BA52F-3BD2-499D-8D7E-3D73547DF61A}" type="parTrans" cxnId="{4A816498-A4EA-45F3-A836-CAC73F3742EB}">
      <dgm:prSet/>
      <dgm:spPr/>
      <dgm:t>
        <a:bodyPr/>
        <a:lstStyle/>
        <a:p>
          <a:endParaRPr lang="en-US"/>
        </a:p>
      </dgm:t>
    </dgm:pt>
    <dgm:pt modelId="{4D88C141-F91A-4014-8627-C1AD64F8778F}" type="sibTrans" cxnId="{4A816498-A4EA-45F3-A836-CAC73F3742EB}">
      <dgm:prSet/>
      <dgm:spPr/>
      <dgm:t>
        <a:bodyPr/>
        <a:lstStyle/>
        <a:p>
          <a:endParaRPr lang="en-US"/>
        </a:p>
      </dgm:t>
    </dgm:pt>
    <dgm:pt modelId="{45BDF2C4-1E59-4DF6-B532-2A107BFAFEAD}">
      <dgm:prSet phldrT="[Text]"/>
      <dgm:spPr/>
      <dgm:t>
        <a:bodyPr/>
        <a:lstStyle/>
        <a:p>
          <a:r>
            <a:rPr lang="en-US" b="1" i="0" dirty="0"/>
            <a:t>Development</a:t>
          </a:r>
          <a:endParaRPr lang="en-US" dirty="0"/>
        </a:p>
      </dgm:t>
    </dgm:pt>
    <dgm:pt modelId="{40F13002-115E-4D61-BEB4-EAAA2621F64C}" type="parTrans" cxnId="{B5395D6B-0040-45FE-830B-FE0B03526775}">
      <dgm:prSet/>
      <dgm:spPr/>
      <dgm:t>
        <a:bodyPr/>
        <a:lstStyle/>
        <a:p>
          <a:endParaRPr lang="en-US"/>
        </a:p>
      </dgm:t>
    </dgm:pt>
    <dgm:pt modelId="{1C1DAA91-70C4-4525-814B-70C6DC6D94DF}" type="sibTrans" cxnId="{B5395D6B-0040-45FE-830B-FE0B03526775}">
      <dgm:prSet/>
      <dgm:spPr/>
      <dgm:t>
        <a:bodyPr/>
        <a:lstStyle/>
        <a:p>
          <a:endParaRPr lang="en-US"/>
        </a:p>
      </dgm:t>
    </dgm:pt>
    <dgm:pt modelId="{F8B41342-A13E-4475-A688-96F2E363BC7F}">
      <dgm:prSet phldrT="[Text]"/>
      <dgm:spPr/>
      <dgm:t>
        <a:bodyPr/>
        <a:lstStyle/>
        <a:p>
          <a:r>
            <a:rPr lang="en-US" b="1" i="0" dirty="0"/>
            <a:t>Testing</a:t>
          </a:r>
          <a:endParaRPr lang="en-US" dirty="0"/>
        </a:p>
      </dgm:t>
    </dgm:pt>
    <dgm:pt modelId="{37B29171-E488-40E6-B95E-0A8D0411DD2D}" type="parTrans" cxnId="{75FD757C-027B-4495-A3CB-2C1EE7D900B1}">
      <dgm:prSet/>
      <dgm:spPr/>
      <dgm:t>
        <a:bodyPr/>
        <a:lstStyle/>
        <a:p>
          <a:endParaRPr lang="en-US"/>
        </a:p>
      </dgm:t>
    </dgm:pt>
    <dgm:pt modelId="{B1F8E482-110F-4106-8C82-30C8F4C11A0F}" type="sibTrans" cxnId="{75FD757C-027B-4495-A3CB-2C1EE7D900B1}">
      <dgm:prSet/>
      <dgm:spPr/>
      <dgm:t>
        <a:bodyPr/>
        <a:lstStyle/>
        <a:p>
          <a:endParaRPr lang="en-US"/>
        </a:p>
      </dgm:t>
    </dgm:pt>
    <dgm:pt modelId="{05068920-CF88-48AE-9D95-5C6BE4933B2B}">
      <dgm:prSet phldrT="[Text]"/>
      <dgm:spPr/>
      <dgm:t>
        <a:bodyPr/>
        <a:lstStyle/>
        <a:p>
          <a:r>
            <a:rPr lang="en-US" b="1" i="0" dirty="0"/>
            <a:t>Deployment</a:t>
          </a:r>
          <a:endParaRPr lang="en-US" dirty="0"/>
        </a:p>
      </dgm:t>
    </dgm:pt>
    <dgm:pt modelId="{9A8DEC1F-3D50-4040-98AB-F3C9FBE2D2AA}" type="parTrans" cxnId="{E4CDCA90-6BAA-414A-99C7-15E13CC29A02}">
      <dgm:prSet/>
      <dgm:spPr/>
      <dgm:t>
        <a:bodyPr/>
        <a:lstStyle/>
        <a:p>
          <a:endParaRPr lang="en-US"/>
        </a:p>
      </dgm:t>
    </dgm:pt>
    <dgm:pt modelId="{2D8FCA16-B25A-41FD-ACA3-E579B5F2AAFD}" type="sibTrans" cxnId="{E4CDCA90-6BAA-414A-99C7-15E13CC29A02}">
      <dgm:prSet/>
      <dgm:spPr/>
      <dgm:t>
        <a:bodyPr/>
        <a:lstStyle/>
        <a:p>
          <a:endParaRPr lang="en-US"/>
        </a:p>
      </dgm:t>
    </dgm:pt>
    <dgm:pt modelId="{1FF82381-7599-47B4-81CA-5DF8CEC90977}">
      <dgm:prSet phldrT="[Text]"/>
      <dgm:spPr/>
      <dgm:t>
        <a:bodyPr/>
        <a:lstStyle/>
        <a:p>
          <a:r>
            <a:rPr lang="en-US" b="1" i="0" dirty="0"/>
            <a:t>Maintenance</a:t>
          </a:r>
          <a:endParaRPr lang="en-US" dirty="0"/>
        </a:p>
      </dgm:t>
    </dgm:pt>
    <dgm:pt modelId="{80A2759D-6FD5-44A3-ABE0-641F748D5CEA}" type="parTrans" cxnId="{2B18BED8-F52F-4CBB-A2D2-5FA40BBD4FD3}">
      <dgm:prSet/>
      <dgm:spPr/>
      <dgm:t>
        <a:bodyPr/>
        <a:lstStyle/>
        <a:p>
          <a:endParaRPr lang="en-US"/>
        </a:p>
      </dgm:t>
    </dgm:pt>
    <dgm:pt modelId="{3D5DA0FC-4DC0-43DD-A61C-DF021A0D6D99}" type="sibTrans" cxnId="{2B18BED8-F52F-4CBB-A2D2-5FA40BBD4FD3}">
      <dgm:prSet/>
      <dgm:spPr/>
      <dgm:t>
        <a:bodyPr/>
        <a:lstStyle/>
        <a:p>
          <a:endParaRPr lang="en-US"/>
        </a:p>
      </dgm:t>
    </dgm:pt>
    <dgm:pt modelId="{CF91A7B6-634B-4169-A086-7754D6911277}">
      <dgm:prSet phldrT="[Text]"/>
      <dgm:spPr/>
      <dgm:t>
        <a:bodyPr/>
        <a:lstStyle/>
        <a:p>
          <a:r>
            <a:rPr lang="en-US" b="1" dirty="0"/>
            <a:t>Analysis</a:t>
          </a:r>
        </a:p>
      </dgm:t>
    </dgm:pt>
    <dgm:pt modelId="{37B28C75-4468-4D05-9AED-7D0612E1E08D}" type="parTrans" cxnId="{36C8BED7-EDBF-4A45-8E82-B487BE1A2081}">
      <dgm:prSet/>
      <dgm:spPr/>
      <dgm:t>
        <a:bodyPr/>
        <a:lstStyle/>
        <a:p>
          <a:endParaRPr lang="en-US"/>
        </a:p>
      </dgm:t>
    </dgm:pt>
    <dgm:pt modelId="{44F33B34-7E24-4A8D-B065-40D7AF791CE1}" type="sibTrans" cxnId="{36C8BED7-EDBF-4A45-8E82-B487BE1A2081}">
      <dgm:prSet/>
      <dgm:spPr/>
      <dgm:t>
        <a:bodyPr/>
        <a:lstStyle/>
        <a:p>
          <a:endParaRPr lang="en-US"/>
        </a:p>
      </dgm:t>
    </dgm:pt>
    <dgm:pt modelId="{40430256-7510-467A-981C-9A8AFE3280CC}" type="pres">
      <dgm:prSet presAssocID="{D731D4C6-3E54-4897-B3F8-BA21ABAC7F3E}" presName="CompostProcess" presStyleCnt="0">
        <dgm:presLayoutVars>
          <dgm:dir/>
          <dgm:resizeHandles val="exact"/>
        </dgm:presLayoutVars>
      </dgm:prSet>
      <dgm:spPr/>
    </dgm:pt>
    <dgm:pt modelId="{D358F31D-E645-4994-AD07-3574D888BAAC}" type="pres">
      <dgm:prSet presAssocID="{D731D4C6-3E54-4897-B3F8-BA21ABAC7F3E}" presName="arrow" presStyleLbl="bgShp" presStyleIdx="0" presStyleCnt="1"/>
      <dgm:spPr/>
    </dgm:pt>
    <dgm:pt modelId="{313B2982-D5C1-4B1D-8F63-5BC01FFA5D35}" type="pres">
      <dgm:prSet presAssocID="{D731D4C6-3E54-4897-B3F8-BA21ABAC7F3E}" presName="linearProcess" presStyleCnt="0"/>
      <dgm:spPr/>
    </dgm:pt>
    <dgm:pt modelId="{65818B31-CB1F-46F5-A2A5-35E333BE9CC8}" type="pres">
      <dgm:prSet presAssocID="{C931C053-4AF5-444D-AFDD-8736582C6437}" presName="textNode" presStyleLbl="node1" presStyleIdx="0" presStyleCnt="7">
        <dgm:presLayoutVars>
          <dgm:bulletEnabled val="1"/>
        </dgm:presLayoutVars>
      </dgm:prSet>
      <dgm:spPr/>
    </dgm:pt>
    <dgm:pt modelId="{BF383597-0E92-4996-A869-F17F4E0DF243}" type="pres">
      <dgm:prSet presAssocID="{C5854B62-0269-4733-9E52-FE9BA4BDA23E}" presName="sibTrans" presStyleCnt="0"/>
      <dgm:spPr/>
    </dgm:pt>
    <dgm:pt modelId="{0A9C8A12-0E8D-492B-BAA3-6EF896226B16}" type="pres">
      <dgm:prSet presAssocID="{CF91A7B6-634B-4169-A086-7754D6911277}" presName="textNode" presStyleLbl="node1" presStyleIdx="1" presStyleCnt="7">
        <dgm:presLayoutVars>
          <dgm:bulletEnabled val="1"/>
        </dgm:presLayoutVars>
      </dgm:prSet>
      <dgm:spPr/>
    </dgm:pt>
    <dgm:pt modelId="{16DA8070-2C9A-4829-BBAC-A69334A62E48}" type="pres">
      <dgm:prSet presAssocID="{44F33B34-7E24-4A8D-B065-40D7AF791CE1}" presName="sibTrans" presStyleCnt="0"/>
      <dgm:spPr/>
    </dgm:pt>
    <dgm:pt modelId="{DF374868-A6BC-4D4F-BEF6-2D0BC6AAFC2A}" type="pres">
      <dgm:prSet presAssocID="{99E535DC-FA4A-4FB6-BF66-0849E8DFE9EE}" presName="textNode" presStyleLbl="node1" presStyleIdx="2" presStyleCnt="7">
        <dgm:presLayoutVars>
          <dgm:bulletEnabled val="1"/>
        </dgm:presLayoutVars>
      </dgm:prSet>
      <dgm:spPr/>
    </dgm:pt>
    <dgm:pt modelId="{8503756E-42C9-4181-B27D-971B2D72592A}" type="pres">
      <dgm:prSet presAssocID="{4D88C141-F91A-4014-8627-C1AD64F8778F}" presName="sibTrans" presStyleCnt="0"/>
      <dgm:spPr/>
    </dgm:pt>
    <dgm:pt modelId="{69B5EDF2-932B-4710-B213-A510420A07E7}" type="pres">
      <dgm:prSet presAssocID="{45BDF2C4-1E59-4DF6-B532-2A107BFAFEAD}" presName="textNode" presStyleLbl="node1" presStyleIdx="3" presStyleCnt="7">
        <dgm:presLayoutVars>
          <dgm:bulletEnabled val="1"/>
        </dgm:presLayoutVars>
      </dgm:prSet>
      <dgm:spPr/>
    </dgm:pt>
    <dgm:pt modelId="{1E203DA2-CB9B-47E0-89B9-621C52C7A044}" type="pres">
      <dgm:prSet presAssocID="{1C1DAA91-70C4-4525-814B-70C6DC6D94DF}" presName="sibTrans" presStyleCnt="0"/>
      <dgm:spPr/>
    </dgm:pt>
    <dgm:pt modelId="{22B51050-8773-4530-A265-D93887C3D06B}" type="pres">
      <dgm:prSet presAssocID="{F8B41342-A13E-4475-A688-96F2E363BC7F}" presName="textNode" presStyleLbl="node1" presStyleIdx="4" presStyleCnt="7">
        <dgm:presLayoutVars>
          <dgm:bulletEnabled val="1"/>
        </dgm:presLayoutVars>
      </dgm:prSet>
      <dgm:spPr/>
    </dgm:pt>
    <dgm:pt modelId="{031213C7-71A4-4C1F-B8A2-63E03C57F7E5}" type="pres">
      <dgm:prSet presAssocID="{B1F8E482-110F-4106-8C82-30C8F4C11A0F}" presName="sibTrans" presStyleCnt="0"/>
      <dgm:spPr/>
    </dgm:pt>
    <dgm:pt modelId="{07A001A5-35FA-4867-A3F6-9F23007D8594}" type="pres">
      <dgm:prSet presAssocID="{05068920-CF88-48AE-9D95-5C6BE4933B2B}" presName="textNode" presStyleLbl="node1" presStyleIdx="5" presStyleCnt="7">
        <dgm:presLayoutVars>
          <dgm:bulletEnabled val="1"/>
        </dgm:presLayoutVars>
      </dgm:prSet>
      <dgm:spPr/>
    </dgm:pt>
    <dgm:pt modelId="{2993E52B-F06C-4CAB-9C86-5578DCC1A9CD}" type="pres">
      <dgm:prSet presAssocID="{2D8FCA16-B25A-41FD-ACA3-E579B5F2AAFD}" presName="sibTrans" presStyleCnt="0"/>
      <dgm:spPr/>
    </dgm:pt>
    <dgm:pt modelId="{ED2BD155-6554-4544-93E7-E30435CE3D10}" type="pres">
      <dgm:prSet presAssocID="{1FF82381-7599-47B4-81CA-5DF8CEC90977}" presName="textNode" presStyleLbl="node1" presStyleIdx="6" presStyleCnt="7">
        <dgm:presLayoutVars>
          <dgm:bulletEnabled val="1"/>
        </dgm:presLayoutVars>
      </dgm:prSet>
      <dgm:spPr/>
    </dgm:pt>
  </dgm:ptLst>
  <dgm:cxnLst>
    <dgm:cxn modelId="{06A5611B-D764-4FBB-81BF-491E1DF8B62A}" type="presOf" srcId="{C931C053-4AF5-444D-AFDD-8736582C6437}" destId="{65818B31-CB1F-46F5-A2A5-35E333BE9CC8}" srcOrd="0" destOrd="0" presId="urn:microsoft.com/office/officeart/2005/8/layout/hProcess9"/>
    <dgm:cxn modelId="{30433421-4ABC-4670-BC3A-CBE41C01D63B}" type="presOf" srcId="{F8B41342-A13E-4475-A688-96F2E363BC7F}" destId="{22B51050-8773-4530-A265-D93887C3D06B}" srcOrd="0" destOrd="0" presId="urn:microsoft.com/office/officeart/2005/8/layout/hProcess9"/>
    <dgm:cxn modelId="{C289C23B-E8A6-4048-885D-2E37BAFE48C3}" type="presOf" srcId="{45BDF2C4-1E59-4DF6-B532-2A107BFAFEAD}" destId="{69B5EDF2-932B-4710-B213-A510420A07E7}" srcOrd="0" destOrd="0" presId="urn:microsoft.com/office/officeart/2005/8/layout/hProcess9"/>
    <dgm:cxn modelId="{B5395D6B-0040-45FE-830B-FE0B03526775}" srcId="{D731D4C6-3E54-4897-B3F8-BA21ABAC7F3E}" destId="{45BDF2C4-1E59-4DF6-B532-2A107BFAFEAD}" srcOrd="3" destOrd="0" parTransId="{40F13002-115E-4D61-BEB4-EAAA2621F64C}" sibTransId="{1C1DAA91-70C4-4525-814B-70C6DC6D94DF}"/>
    <dgm:cxn modelId="{8AF06C79-2F55-4E4A-B503-AFE5501D3968}" type="presOf" srcId="{05068920-CF88-48AE-9D95-5C6BE4933B2B}" destId="{07A001A5-35FA-4867-A3F6-9F23007D8594}" srcOrd="0" destOrd="0" presId="urn:microsoft.com/office/officeart/2005/8/layout/hProcess9"/>
    <dgm:cxn modelId="{75FD757C-027B-4495-A3CB-2C1EE7D900B1}" srcId="{D731D4C6-3E54-4897-B3F8-BA21ABAC7F3E}" destId="{F8B41342-A13E-4475-A688-96F2E363BC7F}" srcOrd="4" destOrd="0" parTransId="{37B29171-E488-40E6-B95E-0A8D0411DD2D}" sibTransId="{B1F8E482-110F-4106-8C82-30C8F4C11A0F}"/>
    <dgm:cxn modelId="{EA3A3F90-0370-47A0-95B4-3EF5BAC06E5E}" type="presOf" srcId="{CF91A7B6-634B-4169-A086-7754D6911277}" destId="{0A9C8A12-0E8D-492B-BAA3-6EF896226B16}" srcOrd="0" destOrd="0" presId="urn:microsoft.com/office/officeart/2005/8/layout/hProcess9"/>
    <dgm:cxn modelId="{E4CDCA90-6BAA-414A-99C7-15E13CC29A02}" srcId="{D731D4C6-3E54-4897-B3F8-BA21ABAC7F3E}" destId="{05068920-CF88-48AE-9D95-5C6BE4933B2B}" srcOrd="5" destOrd="0" parTransId="{9A8DEC1F-3D50-4040-98AB-F3C9FBE2D2AA}" sibTransId="{2D8FCA16-B25A-41FD-ACA3-E579B5F2AAFD}"/>
    <dgm:cxn modelId="{4A816498-A4EA-45F3-A836-CAC73F3742EB}" srcId="{D731D4C6-3E54-4897-B3F8-BA21ABAC7F3E}" destId="{99E535DC-FA4A-4FB6-BF66-0849E8DFE9EE}" srcOrd="2" destOrd="0" parTransId="{CC6BA52F-3BD2-499D-8D7E-3D73547DF61A}" sibTransId="{4D88C141-F91A-4014-8627-C1AD64F8778F}"/>
    <dgm:cxn modelId="{5E228DB2-A4C9-4187-852E-9B2DA3A3D480}" type="presOf" srcId="{D731D4C6-3E54-4897-B3F8-BA21ABAC7F3E}" destId="{40430256-7510-467A-981C-9A8AFE3280CC}" srcOrd="0" destOrd="0" presId="urn:microsoft.com/office/officeart/2005/8/layout/hProcess9"/>
    <dgm:cxn modelId="{7DD3C4D5-DC83-45C3-A4C2-8DA31D20E316}" srcId="{D731D4C6-3E54-4897-B3F8-BA21ABAC7F3E}" destId="{C931C053-4AF5-444D-AFDD-8736582C6437}" srcOrd="0" destOrd="0" parTransId="{934FAA71-8DC6-4EB2-8902-8F39FD0617CA}" sibTransId="{C5854B62-0269-4733-9E52-FE9BA4BDA23E}"/>
    <dgm:cxn modelId="{36C8BED7-EDBF-4A45-8E82-B487BE1A2081}" srcId="{D731D4C6-3E54-4897-B3F8-BA21ABAC7F3E}" destId="{CF91A7B6-634B-4169-A086-7754D6911277}" srcOrd="1" destOrd="0" parTransId="{37B28C75-4468-4D05-9AED-7D0612E1E08D}" sibTransId="{44F33B34-7E24-4A8D-B065-40D7AF791CE1}"/>
    <dgm:cxn modelId="{D455BBD8-A5E7-487C-A23B-A63E3E4E998B}" type="presOf" srcId="{99E535DC-FA4A-4FB6-BF66-0849E8DFE9EE}" destId="{DF374868-A6BC-4D4F-BEF6-2D0BC6AAFC2A}" srcOrd="0" destOrd="0" presId="urn:microsoft.com/office/officeart/2005/8/layout/hProcess9"/>
    <dgm:cxn modelId="{2B18BED8-F52F-4CBB-A2D2-5FA40BBD4FD3}" srcId="{D731D4C6-3E54-4897-B3F8-BA21ABAC7F3E}" destId="{1FF82381-7599-47B4-81CA-5DF8CEC90977}" srcOrd="6" destOrd="0" parTransId="{80A2759D-6FD5-44A3-ABE0-641F748D5CEA}" sibTransId="{3D5DA0FC-4DC0-43DD-A61C-DF021A0D6D99}"/>
    <dgm:cxn modelId="{A8D57AED-630B-481B-8629-00A8917A30C4}" type="presOf" srcId="{1FF82381-7599-47B4-81CA-5DF8CEC90977}" destId="{ED2BD155-6554-4544-93E7-E30435CE3D10}" srcOrd="0" destOrd="0" presId="urn:microsoft.com/office/officeart/2005/8/layout/hProcess9"/>
    <dgm:cxn modelId="{0A9918FC-8BD8-4797-8D9F-6FCA895647AA}" type="presParOf" srcId="{40430256-7510-467A-981C-9A8AFE3280CC}" destId="{D358F31D-E645-4994-AD07-3574D888BAAC}" srcOrd="0" destOrd="0" presId="urn:microsoft.com/office/officeart/2005/8/layout/hProcess9"/>
    <dgm:cxn modelId="{9939E319-EE82-4251-BC7C-E9A84242618D}" type="presParOf" srcId="{40430256-7510-467A-981C-9A8AFE3280CC}" destId="{313B2982-D5C1-4B1D-8F63-5BC01FFA5D35}" srcOrd="1" destOrd="0" presId="urn:microsoft.com/office/officeart/2005/8/layout/hProcess9"/>
    <dgm:cxn modelId="{30B9E52E-B3D3-41E8-BE6F-1EBC6CA3FA2A}" type="presParOf" srcId="{313B2982-D5C1-4B1D-8F63-5BC01FFA5D35}" destId="{65818B31-CB1F-46F5-A2A5-35E333BE9CC8}" srcOrd="0" destOrd="0" presId="urn:microsoft.com/office/officeart/2005/8/layout/hProcess9"/>
    <dgm:cxn modelId="{FD4136C0-8209-4FF6-A4F4-6F9DA38C012F}" type="presParOf" srcId="{313B2982-D5C1-4B1D-8F63-5BC01FFA5D35}" destId="{BF383597-0E92-4996-A869-F17F4E0DF243}" srcOrd="1" destOrd="0" presId="urn:microsoft.com/office/officeart/2005/8/layout/hProcess9"/>
    <dgm:cxn modelId="{6937F33B-2DCA-404D-A2F0-5AF0326137BD}" type="presParOf" srcId="{313B2982-D5C1-4B1D-8F63-5BC01FFA5D35}" destId="{0A9C8A12-0E8D-492B-BAA3-6EF896226B16}" srcOrd="2" destOrd="0" presId="urn:microsoft.com/office/officeart/2005/8/layout/hProcess9"/>
    <dgm:cxn modelId="{CDDDD8EF-ED3C-4922-9192-ECFEF1CC5C3D}" type="presParOf" srcId="{313B2982-D5C1-4B1D-8F63-5BC01FFA5D35}" destId="{16DA8070-2C9A-4829-BBAC-A69334A62E48}" srcOrd="3" destOrd="0" presId="urn:microsoft.com/office/officeart/2005/8/layout/hProcess9"/>
    <dgm:cxn modelId="{1AE4C74B-5949-418D-9CD1-ADC9CDA499EF}" type="presParOf" srcId="{313B2982-D5C1-4B1D-8F63-5BC01FFA5D35}" destId="{DF374868-A6BC-4D4F-BEF6-2D0BC6AAFC2A}" srcOrd="4" destOrd="0" presId="urn:microsoft.com/office/officeart/2005/8/layout/hProcess9"/>
    <dgm:cxn modelId="{DF3BE6B1-0D92-41A7-8B21-43F33D08C724}" type="presParOf" srcId="{313B2982-D5C1-4B1D-8F63-5BC01FFA5D35}" destId="{8503756E-42C9-4181-B27D-971B2D72592A}" srcOrd="5" destOrd="0" presId="urn:microsoft.com/office/officeart/2005/8/layout/hProcess9"/>
    <dgm:cxn modelId="{E155E7FB-30B8-4940-9948-BD978C43E798}" type="presParOf" srcId="{313B2982-D5C1-4B1D-8F63-5BC01FFA5D35}" destId="{69B5EDF2-932B-4710-B213-A510420A07E7}" srcOrd="6" destOrd="0" presId="urn:microsoft.com/office/officeart/2005/8/layout/hProcess9"/>
    <dgm:cxn modelId="{6B25F68D-1E10-4414-BC2B-538D5128A569}" type="presParOf" srcId="{313B2982-D5C1-4B1D-8F63-5BC01FFA5D35}" destId="{1E203DA2-CB9B-47E0-89B9-621C52C7A044}" srcOrd="7" destOrd="0" presId="urn:microsoft.com/office/officeart/2005/8/layout/hProcess9"/>
    <dgm:cxn modelId="{0AA913BB-922E-47C1-8DC9-E915970E84F4}" type="presParOf" srcId="{313B2982-D5C1-4B1D-8F63-5BC01FFA5D35}" destId="{22B51050-8773-4530-A265-D93887C3D06B}" srcOrd="8" destOrd="0" presId="urn:microsoft.com/office/officeart/2005/8/layout/hProcess9"/>
    <dgm:cxn modelId="{F13D1B38-7F27-454B-9005-C3A7E6AA1ED4}" type="presParOf" srcId="{313B2982-D5C1-4B1D-8F63-5BC01FFA5D35}" destId="{031213C7-71A4-4C1F-B8A2-63E03C57F7E5}" srcOrd="9" destOrd="0" presId="urn:microsoft.com/office/officeart/2005/8/layout/hProcess9"/>
    <dgm:cxn modelId="{634ED21E-38B1-4BFD-A363-032C124C004C}" type="presParOf" srcId="{313B2982-D5C1-4B1D-8F63-5BC01FFA5D35}" destId="{07A001A5-35FA-4867-A3F6-9F23007D8594}" srcOrd="10" destOrd="0" presId="urn:microsoft.com/office/officeart/2005/8/layout/hProcess9"/>
    <dgm:cxn modelId="{D986243E-52BD-4038-9D1D-FD00BD2007FC}" type="presParOf" srcId="{313B2982-D5C1-4B1D-8F63-5BC01FFA5D35}" destId="{2993E52B-F06C-4CAB-9C86-5578DCC1A9CD}" srcOrd="11" destOrd="0" presId="urn:microsoft.com/office/officeart/2005/8/layout/hProcess9"/>
    <dgm:cxn modelId="{C50CEAE1-3958-4B00-A3B2-7D14034105EA}" type="presParOf" srcId="{313B2982-D5C1-4B1D-8F63-5BC01FFA5D35}" destId="{ED2BD155-6554-4544-93E7-E30435CE3D10}" srcOrd="12"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31D4C6-3E54-4897-B3F8-BA21ABAC7F3E}" type="doc">
      <dgm:prSet loTypeId="urn:microsoft.com/office/officeart/2005/8/layout/hProcess9" loCatId="process" qsTypeId="urn:microsoft.com/office/officeart/2005/8/quickstyle/simple3" qsCatId="simple" csTypeId="urn:microsoft.com/office/officeart/2005/8/colors/colorful5" csCatId="colorful" phldr="1"/>
      <dgm:spPr/>
    </dgm:pt>
    <dgm:pt modelId="{C931C053-4AF5-444D-AFDD-8736582C6437}">
      <dgm:prSet phldrT="[Text]"/>
      <dgm:spPr/>
      <dgm:t>
        <a:bodyPr/>
        <a:lstStyle/>
        <a:p>
          <a:r>
            <a:rPr lang="en-US" b="1" i="0" dirty="0"/>
            <a:t>Planning</a:t>
          </a:r>
          <a:endParaRPr lang="en-US" dirty="0"/>
        </a:p>
      </dgm:t>
    </dgm:pt>
    <dgm:pt modelId="{934FAA71-8DC6-4EB2-8902-8F39FD0617CA}" type="parTrans" cxnId="{7DD3C4D5-DC83-45C3-A4C2-8DA31D20E316}">
      <dgm:prSet/>
      <dgm:spPr/>
      <dgm:t>
        <a:bodyPr/>
        <a:lstStyle/>
        <a:p>
          <a:endParaRPr lang="en-US"/>
        </a:p>
      </dgm:t>
    </dgm:pt>
    <dgm:pt modelId="{C5854B62-0269-4733-9E52-FE9BA4BDA23E}" type="sibTrans" cxnId="{7DD3C4D5-DC83-45C3-A4C2-8DA31D20E316}">
      <dgm:prSet/>
      <dgm:spPr/>
      <dgm:t>
        <a:bodyPr/>
        <a:lstStyle/>
        <a:p>
          <a:endParaRPr lang="en-US"/>
        </a:p>
      </dgm:t>
    </dgm:pt>
    <dgm:pt modelId="{99E535DC-FA4A-4FB6-BF66-0849E8DFE9EE}">
      <dgm:prSet phldrT="[Text]"/>
      <dgm:spPr/>
      <dgm:t>
        <a:bodyPr/>
        <a:lstStyle/>
        <a:p>
          <a:r>
            <a:rPr lang="en-US" b="1" i="0" dirty="0"/>
            <a:t>Design</a:t>
          </a:r>
          <a:endParaRPr lang="en-US" dirty="0"/>
        </a:p>
      </dgm:t>
    </dgm:pt>
    <dgm:pt modelId="{CC6BA52F-3BD2-499D-8D7E-3D73547DF61A}" type="parTrans" cxnId="{4A816498-A4EA-45F3-A836-CAC73F3742EB}">
      <dgm:prSet/>
      <dgm:spPr/>
      <dgm:t>
        <a:bodyPr/>
        <a:lstStyle/>
        <a:p>
          <a:endParaRPr lang="en-US"/>
        </a:p>
      </dgm:t>
    </dgm:pt>
    <dgm:pt modelId="{4D88C141-F91A-4014-8627-C1AD64F8778F}" type="sibTrans" cxnId="{4A816498-A4EA-45F3-A836-CAC73F3742EB}">
      <dgm:prSet/>
      <dgm:spPr/>
      <dgm:t>
        <a:bodyPr/>
        <a:lstStyle/>
        <a:p>
          <a:endParaRPr lang="en-US"/>
        </a:p>
      </dgm:t>
    </dgm:pt>
    <dgm:pt modelId="{45BDF2C4-1E59-4DF6-B532-2A107BFAFEAD}">
      <dgm:prSet phldrT="[Text]"/>
      <dgm:spPr/>
      <dgm:t>
        <a:bodyPr/>
        <a:lstStyle/>
        <a:p>
          <a:r>
            <a:rPr lang="en-US" b="1" i="0" dirty="0"/>
            <a:t>Development</a:t>
          </a:r>
          <a:endParaRPr lang="en-US" dirty="0"/>
        </a:p>
      </dgm:t>
    </dgm:pt>
    <dgm:pt modelId="{40F13002-115E-4D61-BEB4-EAAA2621F64C}" type="parTrans" cxnId="{B5395D6B-0040-45FE-830B-FE0B03526775}">
      <dgm:prSet/>
      <dgm:spPr/>
      <dgm:t>
        <a:bodyPr/>
        <a:lstStyle/>
        <a:p>
          <a:endParaRPr lang="en-US"/>
        </a:p>
      </dgm:t>
    </dgm:pt>
    <dgm:pt modelId="{1C1DAA91-70C4-4525-814B-70C6DC6D94DF}" type="sibTrans" cxnId="{B5395D6B-0040-45FE-830B-FE0B03526775}">
      <dgm:prSet/>
      <dgm:spPr/>
      <dgm:t>
        <a:bodyPr/>
        <a:lstStyle/>
        <a:p>
          <a:endParaRPr lang="en-US"/>
        </a:p>
      </dgm:t>
    </dgm:pt>
    <dgm:pt modelId="{F8B41342-A13E-4475-A688-96F2E363BC7F}">
      <dgm:prSet phldrT="[Text]"/>
      <dgm:spPr/>
      <dgm:t>
        <a:bodyPr/>
        <a:lstStyle/>
        <a:p>
          <a:r>
            <a:rPr lang="en-US" b="1" i="0" dirty="0"/>
            <a:t>Testing</a:t>
          </a:r>
          <a:endParaRPr lang="en-US" dirty="0"/>
        </a:p>
      </dgm:t>
    </dgm:pt>
    <dgm:pt modelId="{37B29171-E488-40E6-B95E-0A8D0411DD2D}" type="parTrans" cxnId="{75FD757C-027B-4495-A3CB-2C1EE7D900B1}">
      <dgm:prSet/>
      <dgm:spPr/>
      <dgm:t>
        <a:bodyPr/>
        <a:lstStyle/>
        <a:p>
          <a:endParaRPr lang="en-US"/>
        </a:p>
      </dgm:t>
    </dgm:pt>
    <dgm:pt modelId="{B1F8E482-110F-4106-8C82-30C8F4C11A0F}" type="sibTrans" cxnId="{75FD757C-027B-4495-A3CB-2C1EE7D900B1}">
      <dgm:prSet/>
      <dgm:spPr/>
      <dgm:t>
        <a:bodyPr/>
        <a:lstStyle/>
        <a:p>
          <a:endParaRPr lang="en-US"/>
        </a:p>
      </dgm:t>
    </dgm:pt>
    <dgm:pt modelId="{05068920-CF88-48AE-9D95-5C6BE4933B2B}">
      <dgm:prSet phldrT="[Text]"/>
      <dgm:spPr/>
      <dgm:t>
        <a:bodyPr/>
        <a:lstStyle/>
        <a:p>
          <a:r>
            <a:rPr lang="en-US" b="1" i="0" dirty="0"/>
            <a:t>Deployment</a:t>
          </a:r>
          <a:endParaRPr lang="en-US" dirty="0"/>
        </a:p>
      </dgm:t>
    </dgm:pt>
    <dgm:pt modelId="{9A8DEC1F-3D50-4040-98AB-F3C9FBE2D2AA}" type="parTrans" cxnId="{E4CDCA90-6BAA-414A-99C7-15E13CC29A02}">
      <dgm:prSet/>
      <dgm:spPr/>
      <dgm:t>
        <a:bodyPr/>
        <a:lstStyle/>
        <a:p>
          <a:endParaRPr lang="en-US"/>
        </a:p>
      </dgm:t>
    </dgm:pt>
    <dgm:pt modelId="{2D8FCA16-B25A-41FD-ACA3-E579B5F2AAFD}" type="sibTrans" cxnId="{E4CDCA90-6BAA-414A-99C7-15E13CC29A02}">
      <dgm:prSet/>
      <dgm:spPr/>
      <dgm:t>
        <a:bodyPr/>
        <a:lstStyle/>
        <a:p>
          <a:endParaRPr lang="en-US"/>
        </a:p>
      </dgm:t>
    </dgm:pt>
    <dgm:pt modelId="{1FF82381-7599-47B4-81CA-5DF8CEC90977}">
      <dgm:prSet phldrT="[Text]"/>
      <dgm:spPr/>
      <dgm:t>
        <a:bodyPr/>
        <a:lstStyle/>
        <a:p>
          <a:r>
            <a:rPr lang="en-US" b="1" i="0" dirty="0"/>
            <a:t>Maintenance</a:t>
          </a:r>
          <a:endParaRPr lang="en-US" dirty="0"/>
        </a:p>
      </dgm:t>
    </dgm:pt>
    <dgm:pt modelId="{80A2759D-6FD5-44A3-ABE0-641F748D5CEA}" type="parTrans" cxnId="{2B18BED8-F52F-4CBB-A2D2-5FA40BBD4FD3}">
      <dgm:prSet/>
      <dgm:spPr/>
      <dgm:t>
        <a:bodyPr/>
        <a:lstStyle/>
        <a:p>
          <a:endParaRPr lang="en-US"/>
        </a:p>
      </dgm:t>
    </dgm:pt>
    <dgm:pt modelId="{3D5DA0FC-4DC0-43DD-A61C-DF021A0D6D99}" type="sibTrans" cxnId="{2B18BED8-F52F-4CBB-A2D2-5FA40BBD4FD3}">
      <dgm:prSet/>
      <dgm:spPr/>
      <dgm:t>
        <a:bodyPr/>
        <a:lstStyle/>
        <a:p>
          <a:endParaRPr lang="en-US"/>
        </a:p>
      </dgm:t>
    </dgm:pt>
    <dgm:pt modelId="{CF91A7B6-634B-4169-A086-7754D6911277}">
      <dgm:prSet phldrT="[Text]"/>
      <dgm:spPr/>
      <dgm:t>
        <a:bodyPr/>
        <a:lstStyle/>
        <a:p>
          <a:r>
            <a:rPr lang="en-US" b="1" dirty="0"/>
            <a:t>Analysis</a:t>
          </a:r>
        </a:p>
      </dgm:t>
    </dgm:pt>
    <dgm:pt modelId="{37B28C75-4468-4D05-9AED-7D0612E1E08D}" type="parTrans" cxnId="{36C8BED7-EDBF-4A45-8E82-B487BE1A2081}">
      <dgm:prSet/>
      <dgm:spPr/>
      <dgm:t>
        <a:bodyPr/>
        <a:lstStyle/>
        <a:p>
          <a:endParaRPr lang="en-US"/>
        </a:p>
      </dgm:t>
    </dgm:pt>
    <dgm:pt modelId="{44F33B34-7E24-4A8D-B065-40D7AF791CE1}" type="sibTrans" cxnId="{36C8BED7-EDBF-4A45-8E82-B487BE1A2081}">
      <dgm:prSet/>
      <dgm:spPr/>
      <dgm:t>
        <a:bodyPr/>
        <a:lstStyle/>
        <a:p>
          <a:endParaRPr lang="en-US"/>
        </a:p>
      </dgm:t>
    </dgm:pt>
    <dgm:pt modelId="{40430256-7510-467A-981C-9A8AFE3280CC}" type="pres">
      <dgm:prSet presAssocID="{D731D4C6-3E54-4897-B3F8-BA21ABAC7F3E}" presName="CompostProcess" presStyleCnt="0">
        <dgm:presLayoutVars>
          <dgm:dir/>
          <dgm:resizeHandles val="exact"/>
        </dgm:presLayoutVars>
      </dgm:prSet>
      <dgm:spPr/>
    </dgm:pt>
    <dgm:pt modelId="{D358F31D-E645-4994-AD07-3574D888BAAC}" type="pres">
      <dgm:prSet presAssocID="{D731D4C6-3E54-4897-B3F8-BA21ABAC7F3E}" presName="arrow" presStyleLbl="bgShp" presStyleIdx="0" presStyleCnt="1"/>
      <dgm:spPr/>
    </dgm:pt>
    <dgm:pt modelId="{313B2982-D5C1-4B1D-8F63-5BC01FFA5D35}" type="pres">
      <dgm:prSet presAssocID="{D731D4C6-3E54-4897-B3F8-BA21ABAC7F3E}" presName="linearProcess" presStyleCnt="0"/>
      <dgm:spPr/>
    </dgm:pt>
    <dgm:pt modelId="{65818B31-CB1F-46F5-A2A5-35E333BE9CC8}" type="pres">
      <dgm:prSet presAssocID="{C931C053-4AF5-444D-AFDD-8736582C6437}" presName="textNode" presStyleLbl="node1" presStyleIdx="0" presStyleCnt="7">
        <dgm:presLayoutVars>
          <dgm:bulletEnabled val="1"/>
        </dgm:presLayoutVars>
      </dgm:prSet>
      <dgm:spPr/>
    </dgm:pt>
    <dgm:pt modelId="{BF383597-0E92-4996-A869-F17F4E0DF243}" type="pres">
      <dgm:prSet presAssocID="{C5854B62-0269-4733-9E52-FE9BA4BDA23E}" presName="sibTrans" presStyleCnt="0"/>
      <dgm:spPr/>
    </dgm:pt>
    <dgm:pt modelId="{0A9C8A12-0E8D-492B-BAA3-6EF896226B16}" type="pres">
      <dgm:prSet presAssocID="{CF91A7B6-634B-4169-A086-7754D6911277}" presName="textNode" presStyleLbl="node1" presStyleIdx="1" presStyleCnt="7">
        <dgm:presLayoutVars>
          <dgm:bulletEnabled val="1"/>
        </dgm:presLayoutVars>
      </dgm:prSet>
      <dgm:spPr/>
    </dgm:pt>
    <dgm:pt modelId="{16DA8070-2C9A-4829-BBAC-A69334A62E48}" type="pres">
      <dgm:prSet presAssocID="{44F33B34-7E24-4A8D-B065-40D7AF791CE1}" presName="sibTrans" presStyleCnt="0"/>
      <dgm:spPr/>
    </dgm:pt>
    <dgm:pt modelId="{DF374868-A6BC-4D4F-BEF6-2D0BC6AAFC2A}" type="pres">
      <dgm:prSet presAssocID="{99E535DC-FA4A-4FB6-BF66-0849E8DFE9EE}" presName="textNode" presStyleLbl="node1" presStyleIdx="2" presStyleCnt="7">
        <dgm:presLayoutVars>
          <dgm:bulletEnabled val="1"/>
        </dgm:presLayoutVars>
      </dgm:prSet>
      <dgm:spPr/>
    </dgm:pt>
    <dgm:pt modelId="{8503756E-42C9-4181-B27D-971B2D72592A}" type="pres">
      <dgm:prSet presAssocID="{4D88C141-F91A-4014-8627-C1AD64F8778F}" presName="sibTrans" presStyleCnt="0"/>
      <dgm:spPr/>
    </dgm:pt>
    <dgm:pt modelId="{69B5EDF2-932B-4710-B213-A510420A07E7}" type="pres">
      <dgm:prSet presAssocID="{45BDF2C4-1E59-4DF6-B532-2A107BFAFEAD}" presName="textNode" presStyleLbl="node1" presStyleIdx="3" presStyleCnt="7">
        <dgm:presLayoutVars>
          <dgm:bulletEnabled val="1"/>
        </dgm:presLayoutVars>
      </dgm:prSet>
      <dgm:spPr/>
    </dgm:pt>
    <dgm:pt modelId="{1E203DA2-CB9B-47E0-89B9-621C52C7A044}" type="pres">
      <dgm:prSet presAssocID="{1C1DAA91-70C4-4525-814B-70C6DC6D94DF}" presName="sibTrans" presStyleCnt="0"/>
      <dgm:spPr/>
    </dgm:pt>
    <dgm:pt modelId="{22B51050-8773-4530-A265-D93887C3D06B}" type="pres">
      <dgm:prSet presAssocID="{F8B41342-A13E-4475-A688-96F2E363BC7F}" presName="textNode" presStyleLbl="node1" presStyleIdx="4" presStyleCnt="7">
        <dgm:presLayoutVars>
          <dgm:bulletEnabled val="1"/>
        </dgm:presLayoutVars>
      </dgm:prSet>
      <dgm:spPr/>
    </dgm:pt>
    <dgm:pt modelId="{031213C7-71A4-4C1F-B8A2-63E03C57F7E5}" type="pres">
      <dgm:prSet presAssocID="{B1F8E482-110F-4106-8C82-30C8F4C11A0F}" presName="sibTrans" presStyleCnt="0"/>
      <dgm:spPr/>
    </dgm:pt>
    <dgm:pt modelId="{07A001A5-35FA-4867-A3F6-9F23007D8594}" type="pres">
      <dgm:prSet presAssocID="{05068920-CF88-48AE-9D95-5C6BE4933B2B}" presName="textNode" presStyleLbl="node1" presStyleIdx="5" presStyleCnt="7">
        <dgm:presLayoutVars>
          <dgm:bulletEnabled val="1"/>
        </dgm:presLayoutVars>
      </dgm:prSet>
      <dgm:spPr/>
    </dgm:pt>
    <dgm:pt modelId="{2993E52B-F06C-4CAB-9C86-5578DCC1A9CD}" type="pres">
      <dgm:prSet presAssocID="{2D8FCA16-B25A-41FD-ACA3-E579B5F2AAFD}" presName="sibTrans" presStyleCnt="0"/>
      <dgm:spPr/>
    </dgm:pt>
    <dgm:pt modelId="{ED2BD155-6554-4544-93E7-E30435CE3D10}" type="pres">
      <dgm:prSet presAssocID="{1FF82381-7599-47B4-81CA-5DF8CEC90977}" presName="textNode" presStyleLbl="node1" presStyleIdx="6" presStyleCnt="7">
        <dgm:presLayoutVars>
          <dgm:bulletEnabled val="1"/>
        </dgm:presLayoutVars>
      </dgm:prSet>
      <dgm:spPr/>
    </dgm:pt>
  </dgm:ptLst>
  <dgm:cxnLst>
    <dgm:cxn modelId="{06A5611B-D764-4FBB-81BF-491E1DF8B62A}" type="presOf" srcId="{C931C053-4AF5-444D-AFDD-8736582C6437}" destId="{65818B31-CB1F-46F5-A2A5-35E333BE9CC8}" srcOrd="0" destOrd="0" presId="urn:microsoft.com/office/officeart/2005/8/layout/hProcess9"/>
    <dgm:cxn modelId="{30433421-4ABC-4670-BC3A-CBE41C01D63B}" type="presOf" srcId="{F8B41342-A13E-4475-A688-96F2E363BC7F}" destId="{22B51050-8773-4530-A265-D93887C3D06B}" srcOrd="0" destOrd="0" presId="urn:microsoft.com/office/officeart/2005/8/layout/hProcess9"/>
    <dgm:cxn modelId="{C289C23B-E8A6-4048-885D-2E37BAFE48C3}" type="presOf" srcId="{45BDF2C4-1E59-4DF6-B532-2A107BFAFEAD}" destId="{69B5EDF2-932B-4710-B213-A510420A07E7}" srcOrd="0" destOrd="0" presId="urn:microsoft.com/office/officeart/2005/8/layout/hProcess9"/>
    <dgm:cxn modelId="{B5395D6B-0040-45FE-830B-FE0B03526775}" srcId="{D731D4C6-3E54-4897-B3F8-BA21ABAC7F3E}" destId="{45BDF2C4-1E59-4DF6-B532-2A107BFAFEAD}" srcOrd="3" destOrd="0" parTransId="{40F13002-115E-4D61-BEB4-EAAA2621F64C}" sibTransId="{1C1DAA91-70C4-4525-814B-70C6DC6D94DF}"/>
    <dgm:cxn modelId="{8AF06C79-2F55-4E4A-B503-AFE5501D3968}" type="presOf" srcId="{05068920-CF88-48AE-9D95-5C6BE4933B2B}" destId="{07A001A5-35FA-4867-A3F6-9F23007D8594}" srcOrd="0" destOrd="0" presId="urn:microsoft.com/office/officeart/2005/8/layout/hProcess9"/>
    <dgm:cxn modelId="{75FD757C-027B-4495-A3CB-2C1EE7D900B1}" srcId="{D731D4C6-3E54-4897-B3F8-BA21ABAC7F3E}" destId="{F8B41342-A13E-4475-A688-96F2E363BC7F}" srcOrd="4" destOrd="0" parTransId="{37B29171-E488-40E6-B95E-0A8D0411DD2D}" sibTransId="{B1F8E482-110F-4106-8C82-30C8F4C11A0F}"/>
    <dgm:cxn modelId="{EA3A3F90-0370-47A0-95B4-3EF5BAC06E5E}" type="presOf" srcId="{CF91A7B6-634B-4169-A086-7754D6911277}" destId="{0A9C8A12-0E8D-492B-BAA3-6EF896226B16}" srcOrd="0" destOrd="0" presId="urn:microsoft.com/office/officeart/2005/8/layout/hProcess9"/>
    <dgm:cxn modelId="{E4CDCA90-6BAA-414A-99C7-15E13CC29A02}" srcId="{D731D4C6-3E54-4897-B3F8-BA21ABAC7F3E}" destId="{05068920-CF88-48AE-9D95-5C6BE4933B2B}" srcOrd="5" destOrd="0" parTransId="{9A8DEC1F-3D50-4040-98AB-F3C9FBE2D2AA}" sibTransId="{2D8FCA16-B25A-41FD-ACA3-E579B5F2AAFD}"/>
    <dgm:cxn modelId="{4A816498-A4EA-45F3-A836-CAC73F3742EB}" srcId="{D731D4C6-3E54-4897-B3F8-BA21ABAC7F3E}" destId="{99E535DC-FA4A-4FB6-BF66-0849E8DFE9EE}" srcOrd="2" destOrd="0" parTransId="{CC6BA52F-3BD2-499D-8D7E-3D73547DF61A}" sibTransId="{4D88C141-F91A-4014-8627-C1AD64F8778F}"/>
    <dgm:cxn modelId="{5E228DB2-A4C9-4187-852E-9B2DA3A3D480}" type="presOf" srcId="{D731D4C6-3E54-4897-B3F8-BA21ABAC7F3E}" destId="{40430256-7510-467A-981C-9A8AFE3280CC}" srcOrd="0" destOrd="0" presId="urn:microsoft.com/office/officeart/2005/8/layout/hProcess9"/>
    <dgm:cxn modelId="{7DD3C4D5-DC83-45C3-A4C2-8DA31D20E316}" srcId="{D731D4C6-3E54-4897-B3F8-BA21ABAC7F3E}" destId="{C931C053-4AF5-444D-AFDD-8736582C6437}" srcOrd="0" destOrd="0" parTransId="{934FAA71-8DC6-4EB2-8902-8F39FD0617CA}" sibTransId="{C5854B62-0269-4733-9E52-FE9BA4BDA23E}"/>
    <dgm:cxn modelId="{36C8BED7-EDBF-4A45-8E82-B487BE1A2081}" srcId="{D731D4C6-3E54-4897-B3F8-BA21ABAC7F3E}" destId="{CF91A7B6-634B-4169-A086-7754D6911277}" srcOrd="1" destOrd="0" parTransId="{37B28C75-4468-4D05-9AED-7D0612E1E08D}" sibTransId="{44F33B34-7E24-4A8D-B065-40D7AF791CE1}"/>
    <dgm:cxn modelId="{D455BBD8-A5E7-487C-A23B-A63E3E4E998B}" type="presOf" srcId="{99E535DC-FA4A-4FB6-BF66-0849E8DFE9EE}" destId="{DF374868-A6BC-4D4F-BEF6-2D0BC6AAFC2A}" srcOrd="0" destOrd="0" presId="urn:microsoft.com/office/officeart/2005/8/layout/hProcess9"/>
    <dgm:cxn modelId="{2B18BED8-F52F-4CBB-A2D2-5FA40BBD4FD3}" srcId="{D731D4C6-3E54-4897-B3F8-BA21ABAC7F3E}" destId="{1FF82381-7599-47B4-81CA-5DF8CEC90977}" srcOrd="6" destOrd="0" parTransId="{80A2759D-6FD5-44A3-ABE0-641F748D5CEA}" sibTransId="{3D5DA0FC-4DC0-43DD-A61C-DF021A0D6D99}"/>
    <dgm:cxn modelId="{A8D57AED-630B-481B-8629-00A8917A30C4}" type="presOf" srcId="{1FF82381-7599-47B4-81CA-5DF8CEC90977}" destId="{ED2BD155-6554-4544-93E7-E30435CE3D10}" srcOrd="0" destOrd="0" presId="urn:microsoft.com/office/officeart/2005/8/layout/hProcess9"/>
    <dgm:cxn modelId="{0A9918FC-8BD8-4797-8D9F-6FCA895647AA}" type="presParOf" srcId="{40430256-7510-467A-981C-9A8AFE3280CC}" destId="{D358F31D-E645-4994-AD07-3574D888BAAC}" srcOrd="0" destOrd="0" presId="urn:microsoft.com/office/officeart/2005/8/layout/hProcess9"/>
    <dgm:cxn modelId="{9939E319-EE82-4251-BC7C-E9A84242618D}" type="presParOf" srcId="{40430256-7510-467A-981C-9A8AFE3280CC}" destId="{313B2982-D5C1-4B1D-8F63-5BC01FFA5D35}" srcOrd="1" destOrd="0" presId="urn:microsoft.com/office/officeart/2005/8/layout/hProcess9"/>
    <dgm:cxn modelId="{30B9E52E-B3D3-41E8-BE6F-1EBC6CA3FA2A}" type="presParOf" srcId="{313B2982-D5C1-4B1D-8F63-5BC01FFA5D35}" destId="{65818B31-CB1F-46F5-A2A5-35E333BE9CC8}" srcOrd="0" destOrd="0" presId="urn:microsoft.com/office/officeart/2005/8/layout/hProcess9"/>
    <dgm:cxn modelId="{FD4136C0-8209-4FF6-A4F4-6F9DA38C012F}" type="presParOf" srcId="{313B2982-D5C1-4B1D-8F63-5BC01FFA5D35}" destId="{BF383597-0E92-4996-A869-F17F4E0DF243}" srcOrd="1" destOrd="0" presId="urn:microsoft.com/office/officeart/2005/8/layout/hProcess9"/>
    <dgm:cxn modelId="{6937F33B-2DCA-404D-A2F0-5AF0326137BD}" type="presParOf" srcId="{313B2982-D5C1-4B1D-8F63-5BC01FFA5D35}" destId="{0A9C8A12-0E8D-492B-BAA3-6EF896226B16}" srcOrd="2" destOrd="0" presId="urn:microsoft.com/office/officeart/2005/8/layout/hProcess9"/>
    <dgm:cxn modelId="{CDDDD8EF-ED3C-4922-9192-ECFEF1CC5C3D}" type="presParOf" srcId="{313B2982-D5C1-4B1D-8F63-5BC01FFA5D35}" destId="{16DA8070-2C9A-4829-BBAC-A69334A62E48}" srcOrd="3" destOrd="0" presId="urn:microsoft.com/office/officeart/2005/8/layout/hProcess9"/>
    <dgm:cxn modelId="{1AE4C74B-5949-418D-9CD1-ADC9CDA499EF}" type="presParOf" srcId="{313B2982-D5C1-4B1D-8F63-5BC01FFA5D35}" destId="{DF374868-A6BC-4D4F-BEF6-2D0BC6AAFC2A}" srcOrd="4" destOrd="0" presId="urn:microsoft.com/office/officeart/2005/8/layout/hProcess9"/>
    <dgm:cxn modelId="{DF3BE6B1-0D92-41A7-8B21-43F33D08C724}" type="presParOf" srcId="{313B2982-D5C1-4B1D-8F63-5BC01FFA5D35}" destId="{8503756E-42C9-4181-B27D-971B2D72592A}" srcOrd="5" destOrd="0" presId="urn:microsoft.com/office/officeart/2005/8/layout/hProcess9"/>
    <dgm:cxn modelId="{E155E7FB-30B8-4940-9948-BD978C43E798}" type="presParOf" srcId="{313B2982-D5C1-4B1D-8F63-5BC01FFA5D35}" destId="{69B5EDF2-932B-4710-B213-A510420A07E7}" srcOrd="6" destOrd="0" presId="urn:microsoft.com/office/officeart/2005/8/layout/hProcess9"/>
    <dgm:cxn modelId="{6B25F68D-1E10-4414-BC2B-538D5128A569}" type="presParOf" srcId="{313B2982-D5C1-4B1D-8F63-5BC01FFA5D35}" destId="{1E203DA2-CB9B-47E0-89B9-621C52C7A044}" srcOrd="7" destOrd="0" presId="urn:microsoft.com/office/officeart/2005/8/layout/hProcess9"/>
    <dgm:cxn modelId="{0AA913BB-922E-47C1-8DC9-E915970E84F4}" type="presParOf" srcId="{313B2982-D5C1-4B1D-8F63-5BC01FFA5D35}" destId="{22B51050-8773-4530-A265-D93887C3D06B}" srcOrd="8" destOrd="0" presId="urn:microsoft.com/office/officeart/2005/8/layout/hProcess9"/>
    <dgm:cxn modelId="{F13D1B38-7F27-454B-9005-C3A7E6AA1ED4}" type="presParOf" srcId="{313B2982-D5C1-4B1D-8F63-5BC01FFA5D35}" destId="{031213C7-71A4-4C1F-B8A2-63E03C57F7E5}" srcOrd="9" destOrd="0" presId="urn:microsoft.com/office/officeart/2005/8/layout/hProcess9"/>
    <dgm:cxn modelId="{634ED21E-38B1-4BFD-A363-032C124C004C}" type="presParOf" srcId="{313B2982-D5C1-4B1D-8F63-5BC01FFA5D35}" destId="{07A001A5-35FA-4867-A3F6-9F23007D8594}" srcOrd="10" destOrd="0" presId="urn:microsoft.com/office/officeart/2005/8/layout/hProcess9"/>
    <dgm:cxn modelId="{D986243E-52BD-4038-9D1D-FD00BD2007FC}" type="presParOf" srcId="{313B2982-D5C1-4B1D-8F63-5BC01FFA5D35}" destId="{2993E52B-F06C-4CAB-9C86-5578DCC1A9CD}" srcOrd="11" destOrd="0" presId="urn:microsoft.com/office/officeart/2005/8/layout/hProcess9"/>
    <dgm:cxn modelId="{C50CEAE1-3958-4B00-A3B2-7D14034105EA}" type="presParOf" srcId="{313B2982-D5C1-4B1D-8F63-5BC01FFA5D35}" destId="{ED2BD155-6554-4544-93E7-E30435CE3D10}" srcOrd="12"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731D4C6-3E54-4897-B3F8-BA21ABAC7F3E}" type="doc">
      <dgm:prSet loTypeId="urn:microsoft.com/office/officeart/2005/8/layout/hProcess9" loCatId="process" qsTypeId="urn:microsoft.com/office/officeart/2005/8/quickstyle/simple3" qsCatId="simple" csTypeId="urn:microsoft.com/office/officeart/2005/8/colors/colorful5" csCatId="colorful" phldr="1"/>
      <dgm:spPr/>
    </dgm:pt>
    <dgm:pt modelId="{C931C053-4AF5-444D-AFDD-8736582C6437}">
      <dgm:prSet phldrT="[Text]"/>
      <dgm:spPr/>
      <dgm:t>
        <a:bodyPr/>
        <a:lstStyle/>
        <a:p>
          <a:r>
            <a:rPr lang="en-US" b="1" i="0" dirty="0"/>
            <a:t>Planning</a:t>
          </a:r>
          <a:endParaRPr lang="en-US" dirty="0"/>
        </a:p>
      </dgm:t>
    </dgm:pt>
    <dgm:pt modelId="{934FAA71-8DC6-4EB2-8902-8F39FD0617CA}" type="parTrans" cxnId="{7DD3C4D5-DC83-45C3-A4C2-8DA31D20E316}">
      <dgm:prSet/>
      <dgm:spPr/>
      <dgm:t>
        <a:bodyPr/>
        <a:lstStyle/>
        <a:p>
          <a:endParaRPr lang="en-US"/>
        </a:p>
      </dgm:t>
    </dgm:pt>
    <dgm:pt modelId="{C5854B62-0269-4733-9E52-FE9BA4BDA23E}" type="sibTrans" cxnId="{7DD3C4D5-DC83-45C3-A4C2-8DA31D20E316}">
      <dgm:prSet/>
      <dgm:spPr/>
      <dgm:t>
        <a:bodyPr/>
        <a:lstStyle/>
        <a:p>
          <a:endParaRPr lang="en-US"/>
        </a:p>
      </dgm:t>
    </dgm:pt>
    <dgm:pt modelId="{99E535DC-FA4A-4FB6-BF66-0849E8DFE9EE}">
      <dgm:prSet phldrT="[Text]"/>
      <dgm:spPr/>
      <dgm:t>
        <a:bodyPr/>
        <a:lstStyle/>
        <a:p>
          <a:r>
            <a:rPr lang="en-US" b="1" i="0" dirty="0"/>
            <a:t>Design</a:t>
          </a:r>
          <a:endParaRPr lang="en-US" dirty="0"/>
        </a:p>
      </dgm:t>
    </dgm:pt>
    <dgm:pt modelId="{CC6BA52F-3BD2-499D-8D7E-3D73547DF61A}" type="parTrans" cxnId="{4A816498-A4EA-45F3-A836-CAC73F3742EB}">
      <dgm:prSet/>
      <dgm:spPr/>
      <dgm:t>
        <a:bodyPr/>
        <a:lstStyle/>
        <a:p>
          <a:endParaRPr lang="en-US"/>
        </a:p>
      </dgm:t>
    </dgm:pt>
    <dgm:pt modelId="{4D88C141-F91A-4014-8627-C1AD64F8778F}" type="sibTrans" cxnId="{4A816498-A4EA-45F3-A836-CAC73F3742EB}">
      <dgm:prSet/>
      <dgm:spPr/>
      <dgm:t>
        <a:bodyPr/>
        <a:lstStyle/>
        <a:p>
          <a:endParaRPr lang="en-US"/>
        </a:p>
      </dgm:t>
    </dgm:pt>
    <dgm:pt modelId="{45BDF2C4-1E59-4DF6-B532-2A107BFAFEAD}">
      <dgm:prSet phldrT="[Text]"/>
      <dgm:spPr/>
      <dgm:t>
        <a:bodyPr/>
        <a:lstStyle/>
        <a:p>
          <a:r>
            <a:rPr lang="en-US" b="1" i="0" dirty="0"/>
            <a:t>Development</a:t>
          </a:r>
          <a:endParaRPr lang="en-US" dirty="0"/>
        </a:p>
      </dgm:t>
    </dgm:pt>
    <dgm:pt modelId="{40F13002-115E-4D61-BEB4-EAAA2621F64C}" type="parTrans" cxnId="{B5395D6B-0040-45FE-830B-FE0B03526775}">
      <dgm:prSet/>
      <dgm:spPr/>
      <dgm:t>
        <a:bodyPr/>
        <a:lstStyle/>
        <a:p>
          <a:endParaRPr lang="en-US"/>
        </a:p>
      </dgm:t>
    </dgm:pt>
    <dgm:pt modelId="{1C1DAA91-70C4-4525-814B-70C6DC6D94DF}" type="sibTrans" cxnId="{B5395D6B-0040-45FE-830B-FE0B03526775}">
      <dgm:prSet/>
      <dgm:spPr/>
      <dgm:t>
        <a:bodyPr/>
        <a:lstStyle/>
        <a:p>
          <a:endParaRPr lang="en-US"/>
        </a:p>
      </dgm:t>
    </dgm:pt>
    <dgm:pt modelId="{F8B41342-A13E-4475-A688-96F2E363BC7F}">
      <dgm:prSet phldrT="[Text]"/>
      <dgm:spPr/>
      <dgm:t>
        <a:bodyPr/>
        <a:lstStyle/>
        <a:p>
          <a:r>
            <a:rPr lang="en-US" b="1" i="0" dirty="0"/>
            <a:t>Testing</a:t>
          </a:r>
          <a:endParaRPr lang="en-US" dirty="0"/>
        </a:p>
      </dgm:t>
    </dgm:pt>
    <dgm:pt modelId="{37B29171-E488-40E6-B95E-0A8D0411DD2D}" type="parTrans" cxnId="{75FD757C-027B-4495-A3CB-2C1EE7D900B1}">
      <dgm:prSet/>
      <dgm:spPr/>
      <dgm:t>
        <a:bodyPr/>
        <a:lstStyle/>
        <a:p>
          <a:endParaRPr lang="en-US"/>
        </a:p>
      </dgm:t>
    </dgm:pt>
    <dgm:pt modelId="{B1F8E482-110F-4106-8C82-30C8F4C11A0F}" type="sibTrans" cxnId="{75FD757C-027B-4495-A3CB-2C1EE7D900B1}">
      <dgm:prSet/>
      <dgm:spPr/>
      <dgm:t>
        <a:bodyPr/>
        <a:lstStyle/>
        <a:p>
          <a:endParaRPr lang="en-US"/>
        </a:p>
      </dgm:t>
    </dgm:pt>
    <dgm:pt modelId="{05068920-CF88-48AE-9D95-5C6BE4933B2B}">
      <dgm:prSet phldrT="[Text]"/>
      <dgm:spPr/>
      <dgm:t>
        <a:bodyPr/>
        <a:lstStyle/>
        <a:p>
          <a:r>
            <a:rPr lang="en-US" b="1" i="0" dirty="0"/>
            <a:t>Deployment</a:t>
          </a:r>
          <a:endParaRPr lang="en-US" dirty="0"/>
        </a:p>
      </dgm:t>
    </dgm:pt>
    <dgm:pt modelId="{9A8DEC1F-3D50-4040-98AB-F3C9FBE2D2AA}" type="parTrans" cxnId="{E4CDCA90-6BAA-414A-99C7-15E13CC29A02}">
      <dgm:prSet/>
      <dgm:spPr/>
      <dgm:t>
        <a:bodyPr/>
        <a:lstStyle/>
        <a:p>
          <a:endParaRPr lang="en-US"/>
        </a:p>
      </dgm:t>
    </dgm:pt>
    <dgm:pt modelId="{2D8FCA16-B25A-41FD-ACA3-E579B5F2AAFD}" type="sibTrans" cxnId="{E4CDCA90-6BAA-414A-99C7-15E13CC29A02}">
      <dgm:prSet/>
      <dgm:spPr/>
      <dgm:t>
        <a:bodyPr/>
        <a:lstStyle/>
        <a:p>
          <a:endParaRPr lang="en-US"/>
        </a:p>
      </dgm:t>
    </dgm:pt>
    <dgm:pt modelId="{1FF82381-7599-47B4-81CA-5DF8CEC90977}">
      <dgm:prSet phldrT="[Text]"/>
      <dgm:spPr/>
      <dgm:t>
        <a:bodyPr/>
        <a:lstStyle/>
        <a:p>
          <a:r>
            <a:rPr lang="en-US" b="1" i="0" dirty="0"/>
            <a:t>Maintenance</a:t>
          </a:r>
          <a:endParaRPr lang="en-US" dirty="0"/>
        </a:p>
      </dgm:t>
    </dgm:pt>
    <dgm:pt modelId="{80A2759D-6FD5-44A3-ABE0-641F748D5CEA}" type="parTrans" cxnId="{2B18BED8-F52F-4CBB-A2D2-5FA40BBD4FD3}">
      <dgm:prSet/>
      <dgm:spPr/>
      <dgm:t>
        <a:bodyPr/>
        <a:lstStyle/>
        <a:p>
          <a:endParaRPr lang="en-US"/>
        </a:p>
      </dgm:t>
    </dgm:pt>
    <dgm:pt modelId="{3D5DA0FC-4DC0-43DD-A61C-DF021A0D6D99}" type="sibTrans" cxnId="{2B18BED8-F52F-4CBB-A2D2-5FA40BBD4FD3}">
      <dgm:prSet/>
      <dgm:spPr/>
      <dgm:t>
        <a:bodyPr/>
        <a:lstStyle/>
        <a:p>
          <a:endParaRPr lang="en-US"/>
        </a:p>
      </dgm:t>
    </dgm:pt>
    <dgm:pt modelId="{CF91A7B6-634B-4169-A086-7754D6911277}">
      <dgm:prSet phldrT="[Text]"/>
      <dgm:spPr/>
      <dgm:t>
        <a:bodyPr/>
        <a:lstStyle/>
        <a:p>
          <a:r>
            <a:rPr lang="en-US" b="1" dirty="0"/>
            <a:t>Analysis</a:t>
          </a:r>
        </a:p>
      </dgm:t>
    </dgm:pt>
    <dgm:pt modelId="{37B28C75-4468-4D05-9AED-7D0612E1E08D}" type="parTrans" cxnId="{36C8BED7-EDBF-4A45-8E82-B487BE1A2081}">
      <dgm:prSet/>
      <dgm:spPr/>
      <dgm:t>
        <a:bodyPr/>
        <a:lstStyle/>
        <a:p>
          <a:endParaRPr lang="en-US"/>
        </a:p>
      </dgm:t>
    </dgm:pt>
    <dgm:pt modelId="{44F33B34-7E24-4A8D-B065-40D7AF791CE1}" type="sibTrans" cxnId="{36C8BED7-EDBF-4A45-8E82-B487BE1A2081}">
      <dgm:prSet/>
      <dgm:spPr/>
      <dgm:t>
        <a:bodyPr/>
        <a:lstStyle/>
        <a:p>
          <a:endParaRPr lang="en-US"/>
        </a:p>
      </dgm:t>
    </dgm:pt>
    <dgm:pt modelId="{40430256-7510-467A-981C-9A8AFE3280CC}" type="pres">
      <dgm:prSet presAssocID="{D731D4C6-3E54-4897-B3F8-BA21ABAC7F3E}" presName="CompostProcess" presStyleCnt="0">
        <dgm:presLayoutVars>
          <dgm:dir/>
          <dgm:resizeHandles val="exact"/>
        </dgm:presLayoutVars>
      </dgm:prSet>
      <dgm:spPr/>
    </dgm:pt>
    <dgm:pt modelId="{D358F31D-E645-4994-AD07-3574D888BAAC}" type="pres">
      <dgm:prSet presAssocID="{D731D4C6-3E54-4897-B3F8-BA21ABAC7F3E}" presName="arrow" presStyleLbl="bgShp" presStyleIdx="0" presStyleCnt="1"/>
      <dgm:spPr/>
    </dgm:pt>
    <dgm:pt modelId="{313B2982-D5C1-4B1D-8F63-5BC01FFA5D35}" type="pres">
      <dgm:prSet presAssocID="{D731D4C6-3E54-4897-B3F8-BA21ABAC7F3E}" presName="linearProcess" presStyleCnt="0"/>
      <dgm:spPr/>
    </dgm:pt>
    <dgm:pt modelId="{65818B31-CB1F-46F5-A2A5-35E333BE9CC8}" type="pres">
      <dgm:prSet presAssocID="{C931C053-4AF5-444D-AFDD-8736582C6437}" presName="textNode" presStyleLbl="node1" presStyleIdx="0" presStyleCnt="7">
        <dgm:presLayoutVars>
          <dgm:bulletEnabled val="1"/>
        </dgm:presLayoutVars>
      </dgm:prSet>
      <dgm:spPr/>
    </dgm:pt>
    <dgm:pt modelId="{BF383597-0E92-4996-A869-F17F4E0DF243}" type="pres">
      <dgm:prSet presAssocID="{C5854B62-0269-4733-9E52-FE9BA4BDA23E}" presName="sibTrans" presStyleCnt="0"/>
      <dgm:spPr/>
    </dgm:pt>
    <dgm:pt modelId="{0A9C8A12-0E8D-492B-BAA3-6EF896226B16}" type="pres">
      <dgm:prSet presAssocID="{CF91A7B6-634B-4169-A086-7754D6911277}" presName="textNode" presStyleLbl="node1" presStyleIdx="1" presStyleCnt="7">
        <dgm:presLayoutVars>
          <dgm:bulletEnabled val="1"/>
        </dgm:presLayoutVars>
      </dgm:prSet>
      <dgm:spPr/>
    </dgm:pt>
    <dgm:pt modelId="{16DA8070-2C9A-4829-BBAC-A69334A62E48}" type="pres">
      <dgm:prSet presAssocID="{44F33B34-7E24-4A8D-B065-40D7AF791CE1}" presName="sibTrans" presStyleCnt="0"/>
      <dgm:spPr/>
    </dgm:pt>
    <dgm:pt modelId="{DF374868-A6BC-4D4F-BEF6-2D0BC6AAFC2A}" type="pres">
      <dgm:prSet presAssocID="{99E535DC-FA4A-4FB6-BF66-0849E8DFE9EE}" presName="textNode" presStyleLbl="node1" presStyleIdx="2" presStyleCnt="7">
        <dgm:presLayoutVars>
          <dgm:bulletEnabled val="1"/>
        </dgm:presLayoutVars>
      </dgm:prSet>
      <dgm:spPr/>
    </dgm:pt>
    <dgm:pt modelId="{8503756E-42C9-4181-B27D-971B2D72592A}" type="pres">
      <dgm:prSet presAssocID="{4D88C141-F91A-4014-8627-C1AD64F8778F}" presName="sibTrans" presStyleCnt="0"/>
      <dgm:spPr/>
    </dgm:pt>
    <dgm:pt modelId="{69B5EDF2-932B-4710-B213-A510420A07E7}" type="pres">
      <dgm:prSet presAssocID="{45BDF2C4-1E59-4DF6-B532-2A107BFAFEAD}" presName="textNode" presStyleLbl="node1" presStyleIdx="3" presStyleCnt="7">
        <dgm:presLayoutVars>
          <dgm:bulletEnabled val="1"/>
        </dgm:presLayoutVars>
      </dgm:prSet>
      <dgm:spPr/>
    </dgm:pt>
    <dgm:pt modelId="{1E203DA2-CB9B-47E0-89B9-621C52C7A044}" type="pres">
      <dgm:prSet presAssocID="{1C1DAA91-70C4-4525-814B-70C6DC6D94DF}" presName="sibTrans" presStyleCnt="0"/>
      <dgm:spPr/>
    </dgm:pt>
    <dgm:pt modelId="{22B51050-8773-4530-A265-D93887C3D06B}" type="pres">
      <dgm:prSet presAssocID="{F8B41342-A13E-4475-A688-96F2E363BC7F}" presName="textNode" presStyleLbl="node1" presStyleIdx="4" presStyleCnt="7">
        <dgm:presLayoutVars>
          <dgm:bulletEnabled val="1"/>
        </dgm:presLayoutVars>
      </dgm:prSet>
      <dgm:spPr/>
    </dgm:pt>
    <dgm:pt modelId="{031213C7-71A4-4C1F-B8A2-63E03C57F7E5}" type="pres">
      <dgm:prSet presAssocID="{B1F8E482-110F-4106-8C82-30C8F4C11A0F}" presName="sibTrans" presStyleCnt="0"/>
      <dgm:spPr/>
    </dgm:pt>
    <dgm:pt modelId="{07A001A5-35FA-4867-A3F6-9F23007D8594}" type="pres">
      <dgm:prSet presAssocID="{05068920-CF88-48AE-9D95-5C6BE4933B2B}" presName="textNode" presStyleLbl="node1" presStyleIdx="5" presStyleCnt="7">
        <dgm:presLayoutVars>
          <dgm:bulletEnabled val="1"/>
        </dgm:presLayoutVars>
      </dgm:prSet>
      <dgm:spPr/>
    </dgm:pt>
    <dgm:pt modelId="{2993E52B-F06C-4CAB-9C86-5578DCC1A9CD}" type="pres">
      <dgm:prSet presAssocID="{2D8FCA16-B25A-41FD-ACA3-E579B5F2AAFD}" presName="sibTrans" presStyleCnt="0"/>
      <dgm:spPr/>
    </dgm:pt>
    <dgm:pt modelId="{ED2BD155-6554-4544-93E7-E30435CE3D10}" type="pres">
      <dgm:prSet presAssocID="{1FF82381-7599-47B4-81CA-5DF8CEC90977}" presName="textNode" presStyleLbl="node1" presStyleIdx="6" presStyleCnt="7">
        <dgm:presLayoutVars>
          <dgm:bulletEnabled val="1"/>
        </dgm:presLayoutVars>
      </dgm:prSet>
      <dgm:spPr/>
    </dgm:pt>
  </dgm:ptLst>
  <dgm:cxnLst>
    <dgm:cxn modelId="{06A5611B-D764-4FBB-81BF-491E1DF8B62A}" type="presOf" srcId="{C931C053-4AF5-444D-AFDD-8736582C6437}" destId="{65818B31-CB1F-46F5-A2A5-35E333BE9CC8}" srcOrd="0" destOrd="0" presId="urn:microsoft.com/office/officeart/2005/8/layout/hProcess9"/>
    <dgm:cxn modelId="{30433421-4ABC-4670-BC3A-CBE41C01D63B}" type="presOf" srcId="{F8B41342-A13E-4475-A688-96F2E363BC7F}" destId="{22B51050-8773-4530-A265-D93887C3D06B}" srcOrd="0" destOrd="0" presId="urn:microsoft.com/office/officeart/2005/8/layout/hProcess9"/>
    <dgm:cxn modelId="{C289C23B-E8A6-4048-885D-2E37BAFE48C3}" type="presOf" srcId="{45BDF2C4-1E59-4DF6-B532-2A107BFAFEAD}" destId="{69B5EDF2-932B-4710-B213-A510420A07E7}" srcOrd="0" destOrd="0" presId="urn:microsoft.com/office/officeart/2005/8/layout/hProcess9"/>
    <dgm:cxn modelId="{B5395D6B-0040-45FE-830B-FE0B03526775}" srcId="{D731D4C6-3E54-4897-B3F8-BA21ABAC7F3E}" destId="{45BDF2C4-1E59-4DF6-B532-2A107BFAFEAD}" srcOrd="3" destOrd="0" parTransId="{40F13002-115E-4D61-BEB4-EAAA2621F64C}" sibTransId="{1C1DAA91-70C4-4525-814B-70C6DC6D94DF}"/>
    <dgm:cxn modelId="{8AF06C79-2F55-4E4A-B503-AFE5501D3968}" type="presOf" srcId="{05068920-CF88-48AE-9D95-5C6BE4933B2B}" destId="{07A001A5-35FA-4867-A3F6-9F23007D8594}" srcOrd="0" destOrd="0" presId="urn:microsoft.com/office/officeart/2005/8/layout/hProcess9"/>
    <dgm:cxn modelId="{75FD757C-027B-4495-A3CB-2C1EE7D900B1}" srcId="{D731D4C6-3E54-4897-B3F8-BA21ABAC7F3E}" destId="{F8B41342-A13E-4475-A688-96F2E363BC7F}" srcOrd="4" destOrd="0" parTransId="{37B29171-E488-40E6-B95E-0A8D0411DD2D}" sibTransId="{B1F8E482-110F-4106-8C82-30C8F4C11A0F}"/>
    <dgm:cxn modelId="{EA3A3F90-0370-47A0-95B4-3EF5BAC06E5E}" type="presOf" srcId="{CF91A7B6-634B-4169-A086-7754D6911277}" destId="{0A9C8A12-0E8D-492B-BAA3-6EF896226B16}" srcOrd="0" destOrd="0" presId="urn:microsoft.com/office/officeart/2005/8/layout/hProcess9"/>
    <dgm:cxn modelId="{E4CDCA90-6BAA-414A-99C7-15E13CC29A02}" srcId="{D731D4C6-3E54-4897-B3F8-BA21ABAC7F3E}" destId="{05068920-CF88-48AE-9D95-5C6BE4933B2B}" srcOrd="5" destOrd="0" parTransId="{9A8DEC1F-3D50-4040-98AB-F3C9FBE2D2AA}" sibTransId="{2D8FCA16-B25A-41FD-ACA3-E579B5F2AAFD}"/>
    <dgm:cxn modelId="{4A816498-A4EA-45F3-A836-CAC73F3742EB}" srcId="{D731D4C6-3E54-4897-B3F8-BA21ABAC7F3E}" destId="{99E535DC-FA4A-4FB6-BF66-0849E8DFE9EE}" srcOrd="2" destOrd="0" parTransId="{CC6BA52F-3BD2-499D-8D7E-3D73547DF61A}" sibTransId="{4D88C141-F91A-4014-8627-C1AD64F8778F}"/>
    <dgm:cxn modelId="{5E228DB2-A4C9-4187-852E-9B2DA3A3D480}" type="presOf" srcId="{D731D4C6-3E54-4897-B3F8-BA21ABAC7F3E}" destId="{40430256-7510-467A-981C-9A8AFE3280CC}" srcOrd="0" destOrd="0" presId="urn:microsoft.com/office/officeart/2005/8/layout/hProcess9"/>
    <dgm:cxn modelId="{7DD3C4D5-DC83-45C3-A4C2-8DA31D20E316}" srcId="{D731D4C6-3E54-4897-B3F8-BA21ABAC7F3E}" destId="{C931C053-4AF5-444D-AFDD-8736582C6437}" srcOrd="0" destOrd="0" parTransId="{934FAA71-8DC6-4EB2-8902-8F39FD0617CA}" sibTransId="{C5854B62-0269-4733-9E52-FE9BA4BDA23E}"/>
    <dgm:cxn modelId="{36C8BED7-EDBF-4A45-8E82-B487BE1A2081}" srcId="{D731D4C6-3E54-4897-B3F8-BA21ABAC7F3E}" destId="{CF91A7B6-634B-4169-A086-7754D6911277}" srcOrd="1" destOrd="0" parTransId="{37B28C75-4468-4D05-9AED-7D0612E1E08D}" sibTransId="{44F33B34-7E24-4A8D-B065-40D7AF791CE1}"/>
    <dgm:cxn modelId="{D455BBD8-A5E7-487C-A23B-A63E3E4E998B}" type="presOf" srcId="{99E535DC-FA4A-4FB6-BF66-0849E8DFE9EE}" destId="{DF374868-A6BC-4D4F-BEF6-2D0BC6AAFC2A}" srcOrd="0" destOrd="0" presId="urn:microsoft.com/office/officeart/2005/8/layout/hProcess9"/>
    <dgm:cxn modelId="{2B18BED8-F52F-4CBB-A2D2-5FA40BBD4FD3}" srcId="{D731D4C6-3E54-4897-B3F8-BA21ABAC7F3E}" destId="{1FF82381-7599-47B4-81CA-5DF8CEC90977}" srcOrd="6" destOrd="0" parTransId="{80A2759D-6FD5-44A3-ABE0-641F748D5CEA}" sibTransId="{3D5DA0FC-4DC0-43DD-A61C-DF021A0D6D99}"/>
    <dgm:cxn modelId="{A8D57AED-630B-481B-8629-00A8917A30C4}" type="presOf" srcId="{1FF82381-7599-47B4-81CA-5DF8CEC90977}" destId="{ED2BD155-6554-4544-93E7-E30435CE3D10}" srcOrd="0" destOrd="0" presId="urn:microsoft.com/office/officeart/2005/8/layout/hProcess9"/>
    <dgm:cxn modelId="{0A9918FC-8BD8-4797-8D9F-6FCA895647AA}" type="presParOf" srcId="{40430256-7510-467A-981C-9A8AFE3280CC}" destId="{D358F31D-E645-4994-AD07-3574D888BAAC}" srcOrd="0" destOrd="0" presId="urn:microsoft.com/office/officeart/2005/8/layout/hProcess9"/>
    <dgm:cxn modelId="{9939E319-EE82-4251-BC7C-E9A84242618D}" type="presParOf" srcId="{40430256-7510-467A-981C-9A8AFE3280CC}" destId="{313B2982-D5C1-4B1D-8F63-5BC01FFA5D35}" srcOrd="1" destOrd="0" presId="urn:microsoft.com/office/officeart/2005/8/layout/hProcess9"/>
    <dgm:cxn modelId="{30B9E52E-B3D3-41E8-BE6F-1EBC6CA3FA2A}" type="presParOf" srcId="{313B2982-D5C1-4B1D-8F63-5BC01FFA5D35}" destId="{65818B31-CB1F-46F5-A2A5-35E333BE9CC8}" srcOrd="0" destOrd="0" presId="urn:microsoft.com/office/officeart/2005/8/layout/hProcess9"/>
    <dgm:cxn modelId="{FD4136C0-8209-4FF6-A4F4-6F9DA38C012F}" type="presParOf" srcId="{313B2982-D5C1-4B1D-8F63-5BC01FFA5D35}" destId="{BF383597-0E92-4996-A869-F17F4E0DF243}" srcOrd="1" destOrd="0" presId="urn:microsoft.com/office/officeart/2005/8/layout/hProcess9"/>
    <dgm:cxn modelId="{6937F33B-2DCA-404D-A2F0-5AF0326137BD}" type="presParOf" srcId="{313B2982-D5C1-4B1D-8F63-5BC01FFA5D35}" destId="{0A9C8A12-0E8D-492B-BAA3-6EF896226B16}" srcOrd="2" destOrd="0" presId="urn:microsoft.com/office/officeart/2005/8/layout/hProcess9"/>
    <dgm:cxn modelId="{CDDDD8EF-ED3C-4922-9192-ECFEF1CC5C3D}" type="presParOf" srcId="{313B2982-D5C1-4B1D-8F63-5BC01FFA5D35}" destId="{16DA8070-2C9A-4829-BBAC-A69334A62E48}" srcOrd="3" destOrd="0" presId="urn:microsoft.com/office/officeart/2005/8/layout/hProcess9"/>
    <dgm:cxn modelId="{1AE4C74B-5949-418D-9CD1-ADC9CDA499EF}" type="presParOf" srcId="{313B2982-D5C1-4B1D-8F63-5BC01FFA5D35}" destId="{DF374868-A6BC-4D4F-BEF6-2D0BC6AAFC2A}" srcOrd="4" destOrd="0" presId="urn:microsoft.com/office/officeart/2005/8/layout/hProcess9"/>
    <dgm:cxn modelId="{DF3BE6B1-0D92-41A7-8B21-43F33D08C724}" type="presParOf" srcId="{313B2982-D5C1-4B1D-8F63-5BC01FFA5D35}" destId="{8503756E-42C9-4181-B27D-971B2D72592A}" srcOrd="5" destOrd="0" presId="urn:microsoft.com/office/officeart/2005/8/layout/hProcess9"/>
    <dgm:cxn modelId="{E155E7FB-30B8-4940-9948-BD978C43E798}" type="presParOf" srcId="{313B2982-D5C1-4B1D-8F63-5BC01FFA5D35}" destId="{69B5EDF2-932B-4710-B213-A510420A07E7}" srcOrd="6" destOrd="0" presId="urn:microsoft.com/office/officeart/2005/8/layout/hProcess9"/>
    <dgm:cxn modelId="{6B25F68D-1E10-4414-BC2B-538D5128A569}" type="presParOf" srcId="{313B2982-D5C1-4B1D-8F63-5BC01FFA5D35}" destId="{1E203DA2-CB9B-47E0-89B9-621C52C7A044}" srcOrd="7" destOrd="0" presId="urn:microsoft.com/office/officeart/2005/8/layout/hProcess9"/>
    <dgm:cxn modelId="{0AA913BB-922E-47C1-8DC9-E915970E84F4}" type="presParOf" srcId="{313B2982-D5C1-4B1D-8F63-5BC01FFA5D35}" destId="{22B51050-8773-4530-A265-D93887C3D06B}" srcOrd="8" destOrd="0" presId="urn:microsoft.com/office/officeart/2005/8/layout/hProcess9"/>
    <dgm:cxn modelId="{F13D1B38-7F27-454B-9005-C3A7E6AA1ED4}" type="presParOf" srcId="{313B2982-D5C1-4B1D-8F63-5BC01FFA5D35}" destId="{031213C7-71A4-4C1F-B8A2-63E03C57F7E5}" srcOrd="9" destOrd="0" presId="urn:microsoft.com/office/officeart/2005/8/layout/hProcess9"/>
    <dgm:cxn modelId="{634ED21E-38B1-4BFD-A363-032C124C004C}" type="presParOf" srcId="{313B2982-D5C1-4B1D-8F63-5BC01FFA5D35}" destId="{07A001A5-35FA-4867-A3F6-9F23007D8594}" srcOrd="10" destOrd="0" presId="urn:microsoft.com/office/officeart/2005/8/layout/hProcess9"/>
    <dgm:cxn modelId="{D986243E-52BD-4038-9D1D-FD00BD2007FC}" type="presParOf" srcId="{313B2982-D5C1-4B1D-8F63-5BC01FFA5D35}" destId="{2993E52B-F06C-4CAB-9C86-5578DCC1A9CD}" srcOrd="11" destOrd="0" presId="urn:microsoft.com/office/officeart/2005/8/layout/hProcess9"/>
    <dgm:cxn modelId="{C50CEAE1-3958-4B00-A3B2-7D14034105EA}" type="presParOf" srcId="{313B2982-D5C1-4B1D-8F63-5BC01FFA5D35}" destId="{ED2BD155-6554-4544-93E7-E30435CE3D10}" srcOrd="12"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731D4C6-3E54-4897-B3F8-BA21ABAC7F3E}" type="doc">
      <dgm:prSet loTypeId="urn:microsoft.com/office/officeart/2005/8/layout/hProcess9" loCatId="process" qsTypeId="urn:microsoft.com/office/officeart/2005/8/quickstyle/simple3" qsCatId="simple" csTypeId="urn:microsoft.com/office/officeart/2005/8/colors/colorful5" csCatId="colorful" phldr="1"/>
      <dgm:spPr/>
    </dgm:pt>
    <dgm:pt modelId="{C931C053-4AF5-444D-AFDD-8736582C6437}">
      <dgm:prSet phldrT="[Text]"/>
      <dgm:spPr/>
      <dgm:t>
        <a:bodyPr/>
        <a:lstStyle/>
        <a:p>
          <a:r>
            <a:rPr lang="en-US" b="1" i="0" dirty="0"/>
            <a:t>Planning</a:t>
          </a:r>
          <a:endParaRPr lang="en-US" dirty="0"/>
        </a:p>
      </dgm:t>
    </dgm:pt>
    <dgm:pt modelId="{934FAA71-8DC6-4EB2-8902-8F39FD0617CA}" type="parTrans" cxnId="{7DD3C4D5-DC83-45C3-A4C2-8DA31D20E316}">
      <dgm:prSet/>
      <dgm:spPr/>
      <dgm:t>
        <a:bodyPr/>
        <a:lstStyle/>
        <a:p>
          <a:endParaRPr lang="en-US"/>
        </a:p>
      </dgm:t>
    </dgm:pt>
    <dgm:pt modelId="{C5854B62-0269-4733-9E52-FE9BA4BDA23E}" type="sibTrans" cxnId="{7DD3C4D5-DC83-45C3-A4C2-8DA31D20E316}">
      <dgm:prSet/>
      <dgm:spPr/>
      <dgm:t>
        <a:bodyPr/>
        <a:lstStyle/>
        <a:p>
          <a:endParaRPr lang="en-US"/>
        </a:p>
      </dgm:t>
    </dgm:pt>
    <dgm:pt modelId="{99E535DC-FA4A-4FB6-BF66-0849E8DFE9EE}">
      <dgm:prSet phldrT="[Text]"/>
      <dgm:spPr/>
      <dgm:t>
        <a:bodyPr/>
        <a:lstStyle/>
        <a:p>
          <a:r>
            <a:rPr lang="en-US" b="1" i="0" dirty="0"/>
            <a:t>Design</a:t>
          </a:r>
          <a:endParaRPr lang="en-US" dirty="0"/>
        </a:p>
      </dgm:t>
    </dgm:pt>
    <dgm:pt modelId="{CC6BA52F-3BD2-499D-8D7E-3D73547DF61A}" type="parTrans" cxnId="{4A816498-A4EA-45F3-A836-CAC73F3742EB}">
      <dgm:prSet/>
      <dgm:spPr/>
      <dgm:t>
        <a:bodyPr/>
        <a:lstStyle/>
        <a:p>
          <a:endParaRPr lang="en-US"/>
        </a:p>
      </dgm:t>
    </dgm:pt>
    <dgm:pt modelId="{4D88C141-F91A-4014-8627-C1AD64F8778F}" type="sibTrans" cxnId="{4A816498-A4EA-45F3-A836-CAC73F3742EB}">
      <dgm:prSet/>
      <dgm:spPr/>
      <dgm:t>
        <a:bodyPr/>
        <a:lstStyle/>
        <a:p>
          <a:endParaRPr lang="en-US"/>
        </a:p>
      </dgm:t>
    </dgm:pt>
    <dgm:pt modelId="{45BDF2C4-1E59-4DF6-B532-2A107BFAFEAD}">
      <dgm:prSet phldrT="[Text]"/>
      <dgm:spPr/>
      <dgm:t>
        <a:bodyPr/>
        <a:lstStyle/>
        <a:p>
          <a:r>
            <a:rPr lang="en-US" b="1" i="0" dirty="0"/>
            <a:t>Development</a:t>
          </a:r>
          <a:endParaRPr lang="en-US" dirty="0"/>
        </a:p>
      </dgm:t>
    </dgm:pt>
    <dgm:pt modelId="{40F13002-115E-4D61-BEB4-EAAA2621F64C}" type="parTrans" cxnId="{B5395D6B-0040-45FE-830B-FE0B03526775}">
      <dgm:prSet/>
      <dgm:spPr/>
      <dgm:t>
        <a:bodyPr/>
        <a:lstStyle/>
        <a:p>
          <a:endParaRPr lang="en-US"/>
        </a:p>
      </dgm:t>
    </dgm:pt>
    <dgm:pt modelId="{1C1DAA91-70C4-4525-814B-70C6DC6D94DF}" type="sibTrans" cxnId="{B5395D6B-0040-45FE-830B-FE0B03526775}">
      <dgm:prSet/>
      <dgm:spPr/>
      <dgm:t>
        <a:bodyPr/>
        <a:lstStyle/>
        <a:p>
          <a:endParaRPr lang="en-US"/>
        </a:p>
      </dgm:t>
    </dgm:pt>
    <dgm:pt modelId="{F8B41342-A13E-4475-A688-96F2E363BC7F}">
      <dgm:prSet phldrT="[Text]"/>
      <dgm:spPr/>
      <dgm:t>
        <a:bodyPr/>
        <a:lstStyle/>
        <a:p>
          <a:r>
            <a:rPr lang="en-US" b="1" i="0" dirty="0"/>
            <a:t>Testing</a:t>
          </a:r>
          <a:endParaRPr lang="en-US" dirty="0"/>
        </a:p>
      </dgm:t>
    </dgm:pt>
    <dgm:pt modelId="{37B29171-E488-40E6-B95E-0A8D0411DD2D}" type="parTrans" cxnId="{75FD757C-027B-4495-A3CB-2C1EE7D900B1}">
      <dgm:prSet/>
      <dgm:spPr/>
      <dgm:t>
        <a:bodyPr/>
        <a:lstStyle/>
        <a:p>
          <a:endParaRPr lang="en-US"/>
        </a:p>
      </dgm:t>
    </dgm:pt>
    <dgm:pt modelId="{B1F8E482-110F-4106-8C82-30C8F4C11A0F}" type="sibTrans" cxnId="{75FD757C-027B-4495-A3CB-2C1EE7D900B1}">
      <dgm:prSet/>
      <dgm:spPr/>
      <dgm:t>
        <a:bodyPr/>
        <a:lstStyle/>
        <a:p>
          <a:endParaRPr lang="en-US"/>
        </a:p>
      </dgm:t>
    </dgm:pt>
    <dgm:pt modelId="{05068920-CF88-48AE-9D95-5C6BE4933B2B}">
      <dgm:prSet phldrT="[Text]"/>
      <dgm:spPr/>
      <dgm:t>
        <a:bodyPr/>
        <a:lstStyle/>
        <a:p>
          <a:r>
            <a:rPr lang="en-US" b="1" i="0" dirty="0"/>
            <a:t>Deployment</a:t>
          </a:r>
          <a:endParaRPr lang="en-US" dirty="0"/>
        </a:p>
      </dgm:t>
    </dgm:pt>
    <dgm:pt modelId="{9A8DEC1F-3D50-4040-98AB-F3C9FBE2D2AA}" type="parTrans" cxnId="{E4CDCA90-6BAA-414A-99C7-15E13CC29A02}">
      <dgm:prSet/>
      <dgm:spPr/>
      <dgm:t>
        <a:bodyPr/>
        <a:lstStyle/>
        <a:p>
          <a:endParaRPr lang="en-US"/>
        </a:p>
      </dgm:t>
    </dgm:pt>
    <dgm:pt modelId="{2D8FCA16-B25A-41FD-ACA3-E579B5F2AAFD}" type="sibTrans" cxnId="{E4CDCA90-6BAA-414A-99C7-15E13CC29A02}">
      <dgm:prSet/>
      <dgm:spPr/>
      <dgm:t>
        <a:bodyPr/>
        <a:lstStyle/>
        <a:p>
          <a:endParaRPr lang="en-US"/>
        </a:p>
      </dgm:t>
    </dgm:pt>
    <dgm:pt modelId="{1FF82381-7599-47B4-81CA-5DF8CEC90977}">
      <dgm:prSet phldrT="[Text]"/>
      <dgm:spPr/>
      <dgm:t>
        <a:bodyPr/>
        <a:lstStyle/>
        <a:p>
          <a:r>
            <a:rPr lang="en-US" b="1" i="0" dirty="0"/>
            <a:t>Maintenance</a:t>
          </a:r>
          <a:endParaRPr lang="en-US" dirty="0"/>
        </a:p>
      </dgm:t>
    </dgm:pt>
    <dgm:pt modelId="{80A2759D-6FD5-44A3-ABE0-641F748D5CEA}" type="parTrans" cxnId="{2B18BED8-F52F-4CBB-A2D2-5FA40BBD4FD3}">
      <dgm:prSet/>
      <dgm:spPr/>
      <dgm:t>
        <a:bodyPr/>
        <a:lstStyle/>
        <a:p>
          <a:endParaRPr lang="en-US"/>
        </a:p>
      </dgm:t>
    </dgm:pt>
    <dgm:pt modelId="{3D5DA0FC-4DC0-43DD-A61C-DF021A0D6D99}" type="sibTrans" cxnId="{2B18BED8-F52F-4CBB-A2D2-5FA40BBD4FD3}">
      <dgm:prSet/>
      <dgm:spPr/>
      <dgm:t>
        <a:bodyPr/>
        <a:lstStyle/>
        <a:p>
          <a:endParaRPr lang="en-US"/>
        </a:p>
      </dgm:t>
    </dgm:pt>
    <dgm:pt modelId="{CF91A7B6-634B-4169-A086-7754D6911277}">
      <dgm:prSet phldrT="[Text]"/>
      <dgm:spPr/>
      <dgm:t>
        <a:bodyPr/>
        <a:lstStyle/>
        <a:p>
          <a:r>
            <a:rPr lang="en-US" b="1" dirty="0"/>
            <a:t>Analysis</a:t>
          </a:r>
        </a:p>
      </dgm:t>
    </dgm:pt>
    <dgm:pt modelId="{37B28C75-4468-4D05-9AED-7D0612E1E08D}" type="parTrans" cxnId="{36C8BED7-EDBF-4A45-8E82-B487BE1A2081}">
      <dgm:prSet/>
      <dgm:spPr/>
      <dgm:t>
        <a:bodyPr/>
        <a:lstStyle/>
        <a:p>
          <a:endParaRPr lang="en-US"/>
        </a:p>
      </dgm:t>
    </dgm:pt>
    <dgm:pt modelId="{44F33B34-7E24-4A8D-B065-40D7AF791CE1}" type="sibTrans" cxnId="{36C8BED7-EDBF-4A45-8E82-B487BE1A2081}">
      <dgm:prSet/>
      <dgm:spPr/>
      <dgm:t>
        <a:bodyPr/>
        <a:lstStyle/>
        <a:p>
          <a:endParaRPr lang="en-US"/>
        </a:p>
      </dgm:t>
    </dgm:pt>
    <dgm:pt modelId="{40430256-7510-467A-981C-9A8AFE3280CC}" type="pres">
      <dgm:prSet presAssocID="{D731D4C6-3E54-4897-B3F8-BA21ABAC7F3E}" presName="CompostProcess" presStyleCnt="0">
        <dgm:presLayoutVars>
          <dgm:dir/>
          <dgm:resizeHandles val="exact"/>
        </dgm:presLayoutVars>
      </dgm:prSet>
      <dgm:spPr/>
    </dgm:pt>
    <dgm:pt modelId="{D358F31D-E645-4994-AD07-3574D888BAAC}" type="pres">
      <dgm:prSet presAssocID="{D731D4C6-3E54-4897-B3F8-BA21ABAC7F3E}" presName="arrow" presStyleLbl="bgShp" presStyleIdx="0" presStyleCnt="1"/>
      <dgm:spPr/>
    </dgm:pt>
    <dgm:pt modelId="{313B2982-D5C1-4B1D-8F63-5BC01FFA5D35}" type="pres">
      <dgm:prSet presAssocID="{D731D4C6-3E54-4897-B3F8-BA21ABAC7F3E}" presName="linearProcess" presStyleCnt="0"/>
      <dgm:spPr/>
    </dgm:pt>
    <dgm:pt modelId="{65818B31-CB1F-46F5-A2A5-35E333BE9CC8}" type="pres">
      <dgm:prSet presAssocID="{C931C053-4AF5-444D-AFDD-8736582C6437}" presName="textNode" presStyleLbl="node1" presStyleIdx="0" presStyleCnt="7">
        <dgm:presLayoutVars>
          <dgm:bulletEnabled val="1"/>
        </dgm:presLayoutVars>
      </dgm:prSet>
      <dgm:spPr/>
    </dgm:pt>
    <dgm:pt modelId="{BF383597-0E92-4996-A869-F17F4E0DF243}" type="pres">
      <dgm:prSet presAssocID="{C5854B62-0269-4733-9E52-FE9BA4BDA23E}" presName="sibTrans" presStyleCnt="0"/>
      <dgm:spPr/>
    </dgm:pt>
    <dgm:pt modelId="{0A9C8A12-0E8D-492B-BAA3-6EF896226B16}" type="pres">
      <dgm:prSet presAssocID="{CF91A7B6-634B-4169-A086-7754D6911277}" presName="textNode" presStyleLbl="node1" presStyleIdx="1" presStyleCnt="7">
        <dgm:presLayoutVars>
          <dgm:bulletEnabled val="1"/>
        </dgm:presLayoutVars>
      </dgm:prSet>
      <dgm:spPr/>
    </dgm:pt>
    <dgm:pt modelId="{16DA8070-2C9A-4829-BBAC-A69334A62E48}" type="pres">
      <dgm:prSet presAssocID="{44F33B34-7E24-4A8D-B065-40D7AF791CE1}" presName="sibTrans" presStyleCnt="0"/>
      <dgm:spPr/>
    </dgm:pt>
    <dgm:pt modelId="{DF374868-A6BC-4D4F-BEF6-2D0BC6AAFC2A}" type="pres">
      <dgm:prSet presAssocID="{99E535DC-FA4A-4FB6-BF66-0849E8DFE9EE}" presName="textNode" presStyleLbl="node1" presStyleIdx="2" presStyleCnt="7">
        <dgm:presLayoutVars>
          <dgm:bulletEnabled val="1"/>
        </dgm:presLayoutVars>
      </dgm:prSet>
      <dgm:spPr/>
    </dgm:pt>
    <dgm:pt modelId="{8503756E-42C9-4181-B27D-971B2D72592A}" type="pres">
      <dgm:prSet presAssocID="{4D88C141-F91A-4014-8627-C1AD64F8778F}" presName="sibTrans" presStyleCnt="0"/>
      <dgm:spPr/>
    </dgm:pt>
    <dgm:pt modelId="{69B5EDF2-932B-4710-B213-A510420A07E7}" type="pres">
      <dgm:prSet presAssocID="{45BDF2C4-1E59-4DF6-B532-2A107BFAFEAD}" presName="textNode" presStyleLbl="node1" presStyleIdx="3" presStyleCnt="7">
        <dgm:presLayoutVars>
          <dgm:bulletEnabled val="1"/>
        </dgm:presLayoutVars>
      </dgm:prSet>
      <dgm:spPr/>
    </dgm:pt>
    <dgm:pt modelId="{1E203DA2-CB9B-47E0-89B9-621C52C7A044}" type="pres">
      <dgm:prSet presAssocID="{1C1DAA91-70C4-4525-814B-70C6DC6D94DF}" presName="sibTrans" presStyleCnt="0"/>
      <dgm:spPr/>
    </dgm:pt>
    <dgm:pt modelId="{22B51050-8773-4530-A265-D93887C3D06B}" type="pres">
      <dgm:prSet presAssocID="{F8B41342-A13E-4475-A688-96F2E363BC7F}" presName="textNode" presStyleLbl="node1" presStyleIdx="4" presStyleCnt="7">
        <dgm:presLayoutVars>
          <dgm:bulletEnabled val="1"/>
        </dgm:presLayoutVars>
      </dgm:prSet>
      <dgm:spPr/>
    </dgm:pt>
    <dgm:pt modelId="{031213C7-71A4-4C1F-B8A2-63E03C57F7E5}" type="pres">
      <dgm:prSet presAssocID="{B1F8E482-110F-4106-8C82-30C8F4C11A0F}" presName="sibTrans" presStyleCnt="0"/>
      <dgm:spPr/>
    </dgm:pt>
    <dgm:pt modelId="{07A001A5-35FA-4867-A3F6-9F23007D8594}" type="pres">
      <dgm:prSet presAssocID="{05068920-CF88-48AE-9D95-5C6BE4933B2B}" presName="textNode" presStyleLbl="node1" presStyleIdx="5" presStyleCnt="7">
        <dgm:presLayoutVars>
          <dgm:bulletEnabled val="1"/>
        </dgm:presLayoutVars>
      </dgm:prSet>
      <dgm:spPr/>
    </dgm:pt>
    <dgm:pt modelId="{2993E52B-F06C-4CAB-9C86-5578DCC1A9CD}" type="pres">
      <dgm:prSet presAssocID="{2D8FCA16-B25A-41FD-ACA3-E579B5F2AAFD}" presName="sibTrans" presStyleCnt="0"/>
      <dgm:spPr/>
    </dgm:pt>
    <dgm:pt modelId="{ED2BD155-6554-4544-93E7-E30435CE3D10}" type="pres">
      <dgm:prSet presAssocID="{1FF82381-7599-47B4-81CA-5DF8CEC90977}" presName="textNode" presStyleLbl="node1" presStyleIdx="6" presStyleCnt="7">
        <dgm:presLayoutVars>
          <dgm:bulletEnabled val="1"/>
        </dgm:presLayoutVars>
      </dgm:prSet>
      <dgm:spPr/>
    </dgm:pt>
  </dgm:ptLst>
  <dgm:cxnLst>
    <dgm:cxn modelId="{06A5611B-D764-4FBB-81BF-491E1DF8B62A}" type="presOf" srcId="{C931C053-4AF5-444D-AFDD-8736582C6437}" destId="{65818B31-CB1F-46F5-A2A5-35E333BE9CC8}" srcOrd="0" destOrd="0" presId="urn:microsoft.com/office/officeart/2005/8/layout/hProcess9"/>
    <dgm:cxn modelId="{30433421-4ABC-4670-BC3A-CBE41C01D63B}" type="presOf" srcId="{F8B41342-A13E-4475-A688-96F2E363BC7F}" destId="{22B51050-8773-4530-A265-D93887C3D06B}" srcOrd="0" destOrd="0" presId="urn:microsoft.com/office/officeart/2005/8/layout/hProcess9"/>
    <dgm:cxn modelId="{C289C23B-E8A6-4048-885D-2E37BAFE48C3}" type="presOf" srcId="{45BDF2C4-1E59-4DF6-B532-2A107BFAFEAD}" destId="{69B5EDF2-932B-4710-B213-A510420A07E7}" srcOrd="0" destOrd="0" presId="urn:microsoft.com/office/officeart/2005/8/layout/hProcess9"/>
    <dgm:cxn modelId="{B5395D6B-0040-45FE-830B-FE0B03526775}" srcId="{D731D4C6-3E54-4897-B3F8-BA21ABAC7F3E}" destId="{45BDF2C4-1E59-4DF6-B532-2A107BFAFEAD}" srcOrd="3" destOrd="0" parTransId="{40F13002-115E-4D61-BEB4-EAAA2621F64C}" sibTransId="{1C1DAA91-70C4-4525-814B-70C6DC6D94DF}"/>
    <dgm:cxn modelId="{8AF06C79-2F55-4E4A-B503-AFE5501D3968}" type="presOf" srcId="{05068920-CF88-48AE-9D95-5C6BE4933B2B}" destId="{07A001A5-35FA-4867-A3F6-9F23007D8594}" srcOrd="0" destOrd="0" presId="urn:microsoft.com/office/officeart/2005/8/layout/hProcess9"/>
    <dgm:cxn modelId="{75FD757C-027B-4495-A3CB-2C1EE7D900B1}" srcId="{D731D4C6-3E54-4897-B3F8-BA21ABAC7F3E}" destId="{F8B41342-A13E-4475-A688-96F2E363BC7F}" srcOrd="4" destOrd="0" parTransId="{37B29171-E488-40E6-B95E-0A8D0411DD2D}" sibTransId="{B1F8E482-110F-4106-8C82-30C8F4C11A0F}"/>
    <dgm:cxn modelId="{EA3A3F90-0370-47A0-95B4-3EF5BAC06E5E}" type="presOf" srcId="{CF91A7B6-634B-4169-A086-7754D6911277}" destId="{0A9C8A12-0E8D-492B-BAA3-6EF896226B16}" srcOrd="0" destOrd="0" presId="urn:microsoft.com/office/officeart/2005/8/layout/hProcess9"/>
    <dgm:cxn modelId="{E4CDCA90-6BAA-414A-99C7-15E13CC29A02}" srcId="{D731D4C6-3E54-4897-B3F8-BA21ABAC7F3E}" destId="{05068920-CF88-48AE-9D95-5C6BE4933B2B}" srcOrd="5" destOrd="0" parTransId="{9A8DEC1F-3D50-4040-98AB-F3C9FBE2D2AA}" sibTransId="{2D8FCA16-B25A-41FD-ACA3-E579B5F2AAFD}"/>
    <dgm:cxn modelId="{4A816498-A4EA-45F3-A836-CAC73F3742EB}" srcId="{D731D4C6-3E54-4897-B3F8-BA21ABAC7F3E}" destId="{99E535DC-FA4A-4FB6-BF66-0849E8DFE9EE}" srcOrd="2" destOrd="0" parTransId="{CC6BA52F-3BD2-499D-8D7E-3D73547DF61A}" sibTransId="{4D88C141-F91A-4014-8627-C1AD64F8778F}"/>
    <dgm:cxn modelId="{5E228DB2-A4C9-4187-852E-9B2DA3A3D480}" type="presOf" srcId="{D731D4C6-3E54-4897-B3F8-BA21ABAC7F3E}" destId="{40430256-7510-467A-981C-9A8AFE3280CC}" srcOrd="0" destOrd="0" presId="urn:microsoft.com/office/officeart/2005/8/layout/hProcess9"/>
    <dgm:cxn modelId="{7DD3C4D5-DC83-45C3-A4C2-8DA31D20E316}" srcId="{D731D4C6-3E54-4897-B3F8-BA21ABAC7F3E}" destId="{C931C053-4AF5-444D-AFDD-8736582C6437}" srcOrd="0" destOrd="0" parTransId="{934FAA71-8DC6-4EB2-8902-8F39FD0617CA}" sibTransId="{C5854B62-0269-4733-9E52-FE9BA4BDA23E}"/>
    <dgm:cxn modelId="{36C8BED7-EDBF-4A45-8E82-B487BE1A2081}" srcId="{D731D4C6-3E54-4897-B3F8-BA21ABAC7F3E}" destId="{CF91A7B6-634B-4169-A086-7754D6911277}" srcOrd="1" destOrd="0" parTransId="{37B28C75-4468-4D05-9AED-7D0612E1E08D}" sibTransId="{44F33B34-7E24-4A8D-B065-40D7AF791CE1}"/>
    <dgm:cxn modelId="{D455BBD8-A5E7-487C-A23B-A63E3E4E998B}" type="presOf" srcId="{99E535DC-FA4A-4FB6-BF66-0849E8DFE9EE}" destId="{DF374868-A6BC-4D4F-BEF6-2D0BC6AAFC2A}" srcOrd="0" destOrd="0" presId="urn:microsoft.com/office/officeart/2005/8/layout/hProcess9"/>
    <dgm:cxn modelId="{2B18BED8-F52F-4CBB-A2D2-5FA40BBD4FD3}" srcId="{D731D4C6-3E54-4897-B3F8-BA21ABAC7F3E}" destId="{1FF82381-7599-47B4-81CA-5DF8CEC90977}" srcOrd="6" destOrd="0" parTransId="{80A2759D-6FD5-44A3-ABE0-641F748D5CEA}" sibTransId="{3D5DA0FC-4DC0-43DD-A61C-DF021A0D6D99}"/>
    <dgm:cxn modelId="{A8D57AED-630B-481B-8629-00A8917A30C4}" type="presOf" srcId="{1FF82381-7599-47B4-81CA-5DF8CEC90977}" destId="{ED2BD155-6554-4544-93E7-E30435CE3D10}" srcOrd="0" destOrd="0" presId="urn:microsoft.com/office/officeart/2005/8/layout/hProcess9"/>
    <dgm:cxn modelId="{0A9918FC-8BD8-4797-8D9F-6FCA895647AA}" type="presParOf" srcId="{40430256-7510-467A-981C-9A8AFE3280CC}" destId="{D358F31D-E645-4994-AD07-3574D888BAAC}" srcOrd="0" destOrd="0" presId="urn:microsoft.com/office/officeart/2005/8/layout/hProcess9"/>
    <dgm:cxn modelId="{9939E319-EE82-4251-BC7C-E9A84242618D}" type="presParOf" srcId="{40430256-7510-467A-981C-9A8AFE3280CC}" destId="{313B2982-D5C1-4B1D-8F63-5BC01FFA5D35}" srcOrd="1" destOrd="0" presId="urn:microsoft.com/office/officeart/2005/8/layout/hProcess9"/>
    <dgm:cxn modelId="{30B9E52E-B3D3-41E8-BE6F-1EBC6CA3FA2A}" type="presParOf" srcId="{313B2982-D5C1-4B1D-8F63-5BC01FFA5D35}" destId="{65818B31-CB1F-46F5-A2A5-35E333BE9CC8}" srcOrd="0" destOrd="0" presId="urn:microsoft.com/office/officeart/2005/8/layout/hProcess9"/>
    <dgm:cxn modelId="{FD4136C0-8209-4FF6-A4F4-6F9DA38C012F}" type="presParOf" srcId="{313B2982-D5C1-4B1D-8F63-5BC01FFA5D35}" destId="{BF383597-0E92-4996-A869-F17F4E0DF243}" srcOrd="1" destOrd="0" presId="urn:microsoft.com/office/officeart/2005/8/layout/hProcess9"/>
    <dgm:cxn modelId="{6937F33B-2DCA-404D-A2F0-5AF0326137BD}" type="presParOf" srcId="{313B2982-D5C1-4B1D-8F63-5BC01FFA5D35}" destId="{0A9C8A12-0E8D-492B-BAA3-6EF896226B16}" srcOrd="2" destOrd="0" presId="urn:microsoft.com/office/officeart/2005/8/layout/hProcess9"/>
    <dgm:cxn modelId="{CDDDD8EF-ED3C-4922-9192-ECFEF1CC5C3D}" type="presParOf" srcId="{313B2982-D5C1-4B1D-8F63-5BC01FFA5D35}" destId="{16DA8070-2C9A-4829-BBAC-A69334A62E48}" srcOrd="3" destOrd="0" presId="urn:microsoft.com/office/officeart/2005/8/layout/hProcess9"/>
    <dgm:cxn modelId="{1AE4C74B-5949-418D-9CD1-ADC9CDA499EF}" type="presParOf" srcId="{313B2982-D5C1-4B1D-8F63-5BC01FFA5D35}" destId="{DF374868-A6BC-4D4F-BEF6-2D0BC6AAFC2A}" srcOrd="4" destOrd="0" presId="urn:microsoft.com/office/officeart/2005/8/layout/hProcess9"/>
    <dgm:cxn modelId="{DF3BE6B1-0D92-41A7-8B21-43F33D08C724}" type="presParOf" srcId="{313B2982-D5C1-4B1D-8F63-5BC01FFA5D35}" destId="{8503756E-42C9-4181-B27D-971B2D72592A}" srcOrd="5" destOrd="0" presId="urn:microsoft.com/office/officeart/2005/8/layout/hProcess9"/>
    <dgm:cxn modelId="{E155E7FB-30B8-4940-9948-BD978C43E798}" type="presParOf" srcId="{313B2982-D5C1-4B1D-8F63-5BC01FFA5D35}" destId="{69B5EDF2-932B-4710-B213-A510420A07E7}" srcOrd="6" destOrd="0" presId="urn:microsoft.com/office/officeart/2005/8/layout/hProcess9"/>
    <dgm:cxn modelId="{6B25F68D-1E10-4414-BC2B-538D5128A569}" type="presParOf" srcId="{313B2982-D5C1-4B1D-8F63-5BC01FFA5D35}" destId="{1E203DA2-CB9B-47E0-89B9-621C52C7A044}" srcOrd="7" destOrd="0" presId="urn:microsoft.com/office/officeart/2005/8/layout/hProcess9"/>
    <dgm:cxn modelId="{0AA913BB-922E-47C1-8DC9-E915970E84F4}" type="presParOf" srcId="{313B2982-D5C1-4B1D-8F63-5BC01FFA5D35}" destId="{22B51050-8773-4530-A265-D93887C3D06B}" srcOrd="8" destOrd="0" presId="urn:microsoft.com/office/officeart/2005/8/layout/hProcess9"/>
    <dgm:cxn modelId="{F13D1B38-7F27-454B-9005-C3A7E6AA1ED4}" type="presParOf" srcId="{313B2982-D5C1-4B1D-8F63-5BC01FFA5D35}" destId="{031213C7-71A4-4C1F-B8A2-63E03C57F7E5}" srcOrd="9" destOrd="0" presId="urn:microsoft.com/office/officeart/2005/8/layout/hProcess9"/>
    <dgm:cxn modelId="{634ED21E-38B1-4BFD-A363-032C124C004C}" type="presParOf" srcId="{313B2982-D5C1-4B1D-8F63-5BC01FFA5D35}" destId="{07A001A5-35FA-4867-A3F6-9F23007D8594}" srcOrd="10" destOrd="0" presId="urn:microsoft.com/office/officeart/2005/8/layout/hProcess9"/>
    <dgm:cxn modelId="{D986243E-52BD-4038-9D1D-FD00BD2007FC}" type="presParOf" srcId="{313B2982-D5C1-4B1D-8F63-5BC01FFA5D35}" destId="{2993E52B-F06C-4CAB-9C86-5578DCC1A9CD}" srcOrd="11" destOrd="0" presId="urn:microsoft.com/office/officeart/2005/8/layout/hProcess9"/>
    <dgm:cxn modelId="{C50CEAE1-3958-4B00-A3B2-7D14034105EA}" type="presParOf" srcId="{313B2982-D5C1-4B1D-8F63-5BC01FFA5D35}" destId="{ED2BD155-6554-4544-93E7-E30435CE3D10}" srcOrd="12"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731D4C6-3E54-4897-B3F8-BA21ABAC7F3E}" type="doc">
      <dgm:prSet loTypeId="urn:microsoft.com/office/officeart/2005/8/layout/hProcess9" loCatId="process" qsTypeId="urn:microsoft.com/office/officeart/2005/8/quickstyle/simple3" qsCatId="simple" csTypeId="urn:microsoft.com/office/officeart/2005/8/colors/colorful5" csCatId="colorful" phldr="1"/>
      <dgm:spPr/>
    </dgm:pt>
    <dgm:pt modelId="{C931C053-4AF5-444D-AFDD-8736582C6437}">
      <dgm:prSet phldrT="[Text]"/>
      <dgm:spPr/>
      <dgm:t>
        <a:bodyPr/>
        <a:lstStyle/>
        <a:p>
          <a:r>
            <a:rPr lang="en-US" b="1" i="0" dirty="0"/>
            <a:t>Planning</a:t>
          </a:r>
          <a:endParaRPr lang="en-US" dirty="0"/>
        </a:p>
      </dgm:t>
    </dgm:pt>
    <dgm:pt modelId="{934FAA71-8DC6-4EB2-8902-8F39FD0617CA}" type="parTrans" cxnId="{7DD3C4D5-DC83-45C3-A4C2-8DA31D20E316}">
      <dgm:prSet/>
      <dgm:spPr/>
      <dgm:t>
        <a:bodyPr/>
        <a:lstStyle/>
        <a:p>
          <a:endParaRPr lang="en-US"/>
        </a:p>
      </dgm:t>
    </dgm:pt>
    <dgm:pt modelId="{C5854B62-0269-4733-9E52-FE9BA4BDA23E}" type="sibTrans" cxnId="{7DD3C4D5-DC83-45C3-A4C2-8DA31D20E316}">
      <dgm:prSet/>
      <dgm:spPr/>
      <dgm:t>
        <a:bodyPr/>
        <a:lstStyle/>
        <a:p>
          <a:endParaRPr lang="en-US"/>
        </a:p>
      </dgm:t>
    </dgm:pt>
    <dgm:pt modelId="{99E535DC-FA4A-4FB6-BF66-0849E8DFE9EE}">
      <dgm:prSet phldrT="[Text]"/>
      <dgm:spPr/>
      <dgm:t>
        <a:bodyPr/>
        <a:lstStyle/>
        <a:p>
          <a:r>
            <a:rPr lang="en-US" b="1" i="0" dirty="0"/>
            <a:t>Design</a:t>
          </a:r>
          <a:endParaRPr lang="en-US" dirty="0"/>
        </a:p>
      </dgm:t>
    </dgm:pt>
    <dgm:pt modelId="{CC6BA52F-3BD2-499D-8D7E-3D73547DF61A}" type="parTrans" cxnId="{4A816498-A4EA-45F3-A836-CAC73F3742EB}">
      <dgm:prSet/>
      <dgm:spPr/>
      <dgm:t>
        <a:bodyPr/>
        <a:lstStyle/>
        <a:p>
          <a:endParaRPr lang="en-US"/>
        </a:p>
      </dgm:t>
    </dgm:pt>
    <dgm:pt modelId="{4D88C141-F91A-4014-8627-C1AD64F8778F}" type="sibTrans" cxnId="{4A816498-A4EA-45F3-A836-CAC73F3742EB}">
      <dgm:prSet/>
      <dgm:spPr/>
      <dgm:t>
        <a:bodyPr/>
        <a:lstStyle/>
        <a:p>
          <a:endParaRPr lang="en-US"/>
        </a:p>
      </dgm:t>
    </dgm:pt>
    <dgm:pt modelId="{45BDF2C4-1E59-4DF6-B532-2A107BFAFEAD}">
      <dgm:prSet phldrT="[Text]"/>
      <dgm:spPr/>
      <dgm:t>
        <a:bodyPr/>
        <a:lstStyle/>
        <a:p>
          <a:r>
            <a:rPr lang="en-US" b="1" i="0" dirty="0"/>
            <a:t>Development</a:t>
          </a:r>
          <a:endParaRPr lang="en-US" dirty="0"/>
        </a:p>
      </dgm:t>
    </dgm:pt>
    <dgm:pt modelId="{40F13002-115E-4D61-BEB4-EAAA2621F64C}" type="parTrans" cxnId="{B5395D6B-0040-45FE-830B-FE0B03526775}">
      <dgm:prSet/>
      <dgm:spPr/>
      <dgm:t>
        <a:bodyPr/>
        <a:lstStyle/>
        <a:p>
          <a:endParaRPr lang="en-US"/>
        </a:p>
      </dgm:t>
    </dgm:pt>
    <dgm:pt modelId="{1C1DAA91-70C4-4525-814B-70C6DC6D94DF}" type="sibTrans" cxnId="{B5395D6B-0040-45FE-830B-FE0B03526775}">
      <dgm:prSet/>
      <dgm:spPr/>
      <dgm:t>
        <a:bodyPr/>
        <a:lstStyle/>
        <a:p>
          <a:endParaRPr lang="en-US"/>
        </a:p>
      </dgm:t>
    </dgm:pt>
    <dgm:pt modelId="{F8B41342-A13E-4475-A688-96F2E363BC7F}">
      <dgm:prSet phldrT="[Text]"/>
      <dgm:spPr/>
      <dgm:t>
        <a:bodyPr/>
        <a:lstStyle/>
        <a:p>
          <a:r>
            <a:rPr lang="en-US" b="1" i="0" dirty="0"/>
            <a:t>Testing</a:t>
          </a:r>
          <a:endParaRPr lang="en-US" dirty="0"/>
        </a:p>
      </dgm:t>
    </dgm:pt>
    <dgm:pt modelId="{37B29171-E488-40E6-B95E-0A8D0411DD2D}" type="parTrans" cxnId="{75FD757C-027B-4495-A3CB-2C1EE7D900B1}">
      <dgm:prSet/>
      <dgm:spPr/>
      <dgm:t>
        <a:bodyPr/>
        <a:lstStyle/>
        <a:p>
          <a:endParaRPr lang="en-US"/>
        </a:p>
      </dgm:t>
    </dgm:pt>
    <dgm:pt modelId="{B1F8E482-110F-4106-8C82-30C8F4C11A0F}" type="sibTrans" cxnId="{75FD757C-027B-4495-A3CB-2C1EE7D900B1}">
      <dgm:prSet/>
      <dgm:spPr/>
      <dgm:t>
        <a:bodyPr/>
        <a:lstStyle/>
        <a:p>
          <a:endParaRPr lang="en-US"/>
        </a:p>
      </dgm:t>
    </dgm:pt>
    <dgm:pt modelId="{05068920-CF88-48AE-9D95-5C6BE4933B2B}">
      <dgm:prSet phldrT="[Text]"/>
      <dgm:spPr/>
      <dgm:t>
        <a:bodyPr/>
        <a:lstStyle/>
        <a:p>
          <a:r>
            <a:rPr lang="en-US" b="1" i="0" dirty="0"/>
            <a:t>Deployment</a:t>
          </a:r>
          <a:endParaRPr lang="en-US" dirty="0"/>
        </a:p>
      </dgm:t>
    </dgm:pt>
    <dgm:pt modelId="{9A8DEC1F-3D50-4040-98AB-F3C9FBE2D2AA}" type="parTrans" cxnId="{E4CDCA90-6BAA-414A-99C7-15E13CC29A02}">
      <dgm:prSet/>
      <dgm:spPr/>
      <dgm:t>
        <a:bodyPr/>
        <a:lstStyle/>
        <a:p>
          <a:endParaRPr lang="en-US"/>
        </a:p>
      </dgm:t>
    </dgm:pt>
    <dgm:pt modelId="{2D8FCA16-B25A-41FD-ACA3-E579B5F2AAFD}" type="sibTrans" cxnId="{E4CDCA90-6BAA-414A-99C7-15E13CC29A02}">
      <dgm:prSet/>
      <dgm:spPr/>
      <dgm:t>
        <a:bodyPr/>
        <a:lstStyle/>
        <a:p>
          <a:endParaRPr lang="en-US"/>
        </a:p>
      </dgm:t>
    </dgm:pt>
    <dgm:pt modelId="{1FF82381-7599-47B4-81CA-5DF8CEC90977}">
      <dgm:prSet phldrT="[Text]"/>
      <dgm:spPr/>
      <dgm:t>
        <a:bodyPr/>
        <a:lstStyle/>
        <a:p>
          <a:r>
            <a:rPr lang="en-US" b="1" i="0" dirty="0"/>
            <a:t>Maintenance</a:t>
          </a:r>
          <a:endParaRPr lang="en-US" dirty="0"/>
        </a:p>
      </dgm:t>
    </dgm:pt>
    <dgm:pt modelId="{80A2759D-6FD5-44A3-ABE0-641F748D5CEA}" type="parTrans" cxnId="{2B18BED8-F52F-4CBB-A2D2-5FA40BBD4FD3}">
      <dgm:prSet/>
      <dgm:spPr/>
      <dgm:t>
        <a:bodyPr/>
        <a:lstStyle/>
        <a:p>
          <a:endParaRPr lang="en-US"/>
        </a:p>
      </dgm:t>
    </dgm:pt>
    <dgm:pt modelId="{3D5DA0FC-4DC0-43DD-A61C-DF021A0D6D99}" type="sibTrans" cxnId="{2B18BED8-F52F-4CBB-A2D2-5FA40BBD4FD3}">
      <dgm:prSet/>
      <dgm:spPr/>
      <dgm:t>
        <a:bodyPr/>
        <a:lstStyle/>
        <a:p>
          <a:endParaRPr lang="en-US"/>
        </a:p>
      </dgm:t>
    </dgm:pt>
    <dgm:pt modelId="{CF91A7B6-634B-4169-A086-7754D6911277}">
      <dgm:prSet phldrT="[Text]"/>
      <dgm:spPr/>
      <dgm:t>
        <a:bodyPr/>
        <a:lstStyle/>
        <a:p>
          <a:r>
            <a:rPr lang="en-US" b="1" dirty="0"/>
            <a:t>Analysis</a:t>
          </a:r>
        </a:p>
      </dgm:t>
    </dgm:pt>
    <dgm:pt modelId="{37B28C75-4468-4D05-9AED-7D0612E1E08D}" type="parTrans" cxnId="{36C8BED7-EDBF-4A45-8E82-B487BE1A2081}">
      <dgm:prSet/>
      <dgm:spPr/>
      <dgm:t>
        <a:bodyPr/>
        <a:lstStyle/>
        <a:p>
          <a:endParaRPr lang="en-US"/>
        </a:p>
      </dgm:t>
    </dgm:pt>
    <dgm:pt modelId="{44F33B34-7E24-4A8D-B065-40D7AF791CE1}" type="sibTrans" cxnId="{36C8BED7-EDBF-4A45-8E82-B487BE1A2081}">
      <dgm:prSet/>
      <dgm:spPr/>
      <dgm:t>
        <a:bodyPr/>
        <a:lstStyle/>
        <a:p>
          <a:endParaRPr lang="en-US"/>
        </a:p>
      </dgm:t>
    </dgm:pt>
    <dgm:pt modelId="{40430256-7510-467A-981C-9A8AFE3280CC}" type="pres">
      <dgm:prSet presAssocID="{D731D4C6-3E54-4897-B3F8-BA21ABAC7F3E}" presName="CompostProcess" presStyleCnt="0">
        <dgm:presLayoutVars>
          <dgm:dir/>
          <dgm:resizeHandles val="exact"/>
        </dgm:presLayoutVars>
      </dgm:prSet>
      <dgm:spPr/>
    </dgm:pt>
    <dgm:pt modelId="{D358F31D-E645-4994-AD07-3574D888BAAC}" type="pres">
      <dgm:prSet presAssocID="{D731D4C6-3E54-4897-B3F8-BA21ABAC7F3E}" presName="arrow" presStyleLbl="bgShp" presStyleIdx="0" presStyleCnt="1"/>
      <dgm:spPr/>
    </dgm:pt>
    <dgm:pt modelId="{313B2982-D5C1-4B1D-8F63-5BC01FFA5D35}" type="pres">
      <dgm:prSet presAssocID="{D731D4C6-3E54-4897-B3F8-BA21ABAC7F3E}" presName="linearProcess" presStyleCnt="0"/>
      <dgm:spPr/>
    </dgm:pt>
    <dgm:pt modelId="{65818B31-CB1F-46F5-A2A5-35E333BE9CC8}" type="pres">
      <dgm:prSet presAssocID="{C931C053-4AF5-444D-AFDD-8736582C6437}" presName="textNode" presStyleLbl="node1" presStyleIdx="0" presStyleCnt="7">
        <dgm:presLayoutVars>
          <dgm:bulletEnabled val="1"/>
        </dgm:presLayoutVars>
      </dgm:prSet>
      <dgm:spPr/>
    </dgm:pt>
    <dgm:pt modelId="{BF383597-0E92-4996-A869-F17F4E0DF243}" type="pres">
      <dgm:prSet presAssocID="{C5854B62-0269-4733-9E52-FE9BA4BDA23E}" presName="sibTrans" presStyleCnt="0"/>
      <dgm:spPr/>
    </dgm:pt>
    <dgm:pt modelId="{0A9C8A12-0E8D-492B-BAA3-6EF896226B16}" type="pres">
      <dgm:prSet presAssocID="{CF91A7B6-634B-4169-A086-7754D6911277}" presName="textNode" presStyleLbl="node1" presStyleIdx="1" presStyleCnt="7">
        <dgm:presLayoutVars>
          <dgm:bulletEnabled val="1"/>
        </dgm:presLayoutVars>
      </dgm:prSet>
      <dgm:spPr/>
    </dgm:pt>
    <dgm:pt modelId="{16DA8070-2C9A-4829-BBAC-A69334A62E48}" type="pres">
      <dgm:prSet presAssocID="{44F33B34-7E24-4A8D-B065-40D7AF791CE1}" presName="sibTrans" presStyleCnt="0"/>
      <dgm:spPr/>
    </dgm:pt>
    <dgm:pt modelId="{DF374868-A6BC-4D4F-BEF6-2D0BC6AAFC2A}" type="pres">
      <dgm:prSet presAssocID="{99E535DC-FA4A-4FB6-BF66-0849E8DFE9EE}" presName="textNode" presStyleLbl="node1" presStyleIdx="2" presStyleCnt="7">
        <dgm:presLayoutVars>
          <dgm:bulletEnabled val="1"/>
        </dgm:presLayoutVars>
      </dgm:prSet>
      <dgm:spPr/>
    </dgm:pt>
    <dgm:pt modelId="{8503756E-42C9-4181-B27D-971B2D72592A}" type="pres">
      <dgm:prSet presAssocID="{4D88C141-F91A-4014-8627-C1AD64F8778F}" presName="sibTrans" presStyleCnt="0"/>
      <dgm:spPr/>
    </dgm:pt>
    <dgm:pt modelId="{69B5EDF2-932B-4710-B213-A510420A07E7}" type="pres">
      <dgm:prSet presAssocID="{45BDF2C4-1E59-4DF6-B532-2A107BFAFEAD}" presName="textNode" presStyleLbl="node1" presStyleIdx="3" presStyleCnt="7">
        <dgm:presLayoutVars>
          <dgm:bulletEnabled val="1"/>
        </dgm:presLayoutVars>
      </dgm:prSet>
      <dgm:spPr/>
    </dgm:pt>
    <dgm:pt modelId="{1E203DA2-CB9B-47E0-89B9-621C52C7A044}" type="pres">
      <dgm:prSet presAssocID="{1C1DAA91-70C4-4525-814B-70C6DC6D94DF}" presName="sibTrans" presStyleCnt="0"/>
      <dgm:spPr/>
    </dgm:pt>
    <dgm:pt modelId="{22B51050-8773-4530-A265-D93887C3D06B}" type="pres">
      <dgm:prSet presAssocID="{F8B41342-A13E-4475-A688-96F2E363BC7F}" presName="textNode" presStyleLbl="node1" presStyleIdx="4" presStyleCnt="7">
        <dgm:presLayoutVars>
          <dgm:bulletEnabled val="1"/>
        </dgm:presLayoutVars>
      </dgm:prSet>
      <dgm:spPr/>
    </dgm:pt>
    <dgm:pt modelId="{031213C7-71A4-4C1F-B8A2-63E03C57F7E5}" type="pres">
      <dgm:prSet presAssocID="{B1F8E482-110F-4106-8C82-30C8F4C11A0F}" presName="sibTrans" presStyleCnt="0"/>
      <dgm:spPr/>
    </dgm:pt>
    <dgm:pt modelId="{07A001A5-35FA-4867-A3F6-9F23007D8594}" type="pres">
      <dgm:prSet presAssocID="{05068920-CF88-48AE-9D95-5C6BE4933B2B}" presName="textNode" presStyleLbl="node1" presStyleIdx="5" presStyleCnt="7">
        <dgm:presLayoutVars>
          <dgm:bulletEnabled val="1"/>
        </dgm:presLayoutVars>
      </dgm:prSet>
      <dgm:spPr/>
    </dgm:pt>
    <dgm:pt modelId="{2993E52B-F06C-4CAB-9C86-5578DCC1A9CD}" type="pres">
      <dgm:prSet presAssocID="{2D8FCA16-B25A-41FD-ACA3-E579B5F2AAFD}" presName="sibTrans" presStyleCnt="0"/>
      <dgm:spPr/>
    </dgm:pt>
    <dgm:pt modelId="{ED2BD155-6554-4544-93E7-E30435CE3D10}" type="pres">
      <dgm:prSet presAssocID="{1FF82381-7599-47B4-81CA-5DF8CEC90977}" presName="textNode" presStyleLbl="node1" presStyleIdx="6" presStyleCnt="7">
        <dgm:presLayoutVars>
          <dgm:bulletEnabled val="1"/>
        </dgm:presLayoutVars>
      </dgm:prSet>
      <dgm:spPr/>
    </dgm:pt>
  </dgm:ptLst>
  <dgm:cxnLst>
    <dgm:cxn modelId="{06A5611B-D764-4FBB-81BF-491E1DF8B62A}" type="presOf" srcId="{C931C053-4AF5-444D-AFDD-8736582C6437}" destId="{65818B31-CB1F-46F5-A2A5-35E333BE9CC8}" srcOrd="0" destOrd="0" presId="urn:microsoft.com/office/officeart/2005/8/layout/hProcess9"/>
    <dgm:cxn modelId="{30433421-4ABC-4670-BC3A-CBE41C01D63B}" type="presOf" srcId="{F8B41342-A13E-4475-A688-96F2E363BC7F}" destId="{22B51050-8773-4530-A265-D93887C3D06B}" srcOrd="0" destOrd="0" presId="urn:microsoft.com/office/officeart/2005/8/layout/hProcess9"/>
    <dgm:cxn modelId="{C289C23B-E8A6-4048-885D-2E37BAFE48C3}" type="presOf" srcId="{45BDF2C4-1E59-4DF6-B532-2A107BFAFEAD}" destId="{69B5EDF2-932B-4710-B213-A510420A07E7}" srcOrd="0" destOrd="0" presId="urn:microsoft.com/office/officeart/2005/8/layout/hProcess9"/>
    <dgm:cxn modelId="{B5395D6B-0040-45FE-830B-FE0B03526775}" srcId="{D731D4C6-3E54-4897-B3F8-BA21ABAC7F3E}" destId="{45BDF2C4-1E59-4DF6-B532-2A107BFAFEAD}" srcOrd="3" destOrd="0" parTransId="{40F13002-115E-4D61-BEB4-EAAA2621F64C}" sibTransId="{1C1DAA91-70C4-4525-814B-70C6DC6D94DF}"/>
    <dgm:cxn modelId="{8AF06C79-2F55-4E4A-B503-AFE5501D3968}" type="presOf" srcId="{05068920-CF88-48AE-9D95-5C6BE4933B2B}" destId="{07A001A5-35FA-4867-A3F6-9F23007D8594}" srcOrd="0" destOrd="0" presId="urn:microsoft.com/office/officeart/2005/8/layout/hProcess9"/>
    <dgm:cxn modelId="{75FD757C-027B-4495-A3CB-2C1EE7D900B1}" srcId="{D731D4C6-3E54-4897-B3F8-BA21ABAC7F3E}" destId="{F8B41342-A13E-4475-A688-96F2E363BC7F}" srcOrd="4" destOrd="0" parTransId="{37B29171-E488-40E6-B95E-0A8D0411DD2D}" sibTransId="{B1F8E482-110F-4106-8C82-30C8F4C11A0F}"/>
    <dgm:cxn modelId="{EA3A3F90-0370-47A0-95B4-3EF5BAC06E5E}" type="presOf" srcId="{CF91A7B6-634B-4169-A086-7754D6911277}" destId="{0A9C8A12-0E8D-492B-BAA3-6EF896226B16}" srcOrd="0" destOrd="0" presId="urn:microsoft.com/office/officeart/2005/8/layout/hProcess9"/>
    <dgm:cxn modelId="{E4CDCA90-6BAA-414A-99C7-15E13CC29A02}" srcId="{D731D4C6-3E54-4897-B3F8-BA21ABAC7F3E}" destId="{05068920-CF88-48AE-9D95-5C6BE4933B2B}" srcOrd="5" destOrd="0" parTransId="{9A8DEC1F-3D50-4040-98AB-F3C9FBE2D2AA}" sibTransId="{2D8FCA16-B25A-41FD-ACA3-E579B5F2AAFD}"/>
    <dgm:cxn modelId="{4A816498-A4EA-45F3-A836-CAC73F3742EB}" srcId="{D731D4C6-3E54-4897-B3F8-BA21ABAC7F3E}" destId="{99E535DC-FA4A-4FB6-BF66-0849E8DFE9EE}" srcOrd="2" destOrd="0" parTransId="{CC6BA52F-3BD2-499D-8D7E-3D73547DF61A}" sibTransId="{4D88C141-F91A-4014-8627-C1AD64F8778F}"/>
    <dgm:cxn modelId="{5E228DB2-A4C9-4187-852E-9B2DA3A3D480}" type="presOf" srcId="{D731D4C6-3E54-4897-B3F8-BA21ABAC7F3E}" destId="{40430256-7510-467A-981C-9A8AFE3280CC}" srcOrd="0" destOrd="0" presId="urn:microsoft.com/office/officeart/2005/8/layout/hProcess9"/>
    <dgm:cxn modelId="{7DD3C4D5-DC83-45C3-A4C2-8DA31D20E316}" srcId="{D731D4C6-3E54-4897-B3F8-BA21ABAC7F3E}" destId="{C931C053-4AF5-444D-AFDD-8736582C6437}" srcOrd="0" destOrd="0" parTransId="{934FAA71-8DC6-4EB2-8902-8F39FD0617CA}" sibTransId="{C5854B62-0269-4733-9E52-FE9BA4BDA23E}"/>
    <dgm:cxn modelId="{36C8BED7-EDBF-4A45-8E82-B487BE1A2081}" srcId="{D731D4C6-3E54-4897-B3F8-BA21ABAC7F3E}" destId="{CF91A7B6-634B-4169-A086-7754D6911277}" srcOrd="1" destOrd="0" parTransId="{37B28C75-4468-4D05-9AED-7D0612E1E08D}" sibTransId="{44F33B34-7E24-4A8D-B065-40D7AF791CE1}"/>
    <dgm:cxn modelId="{D455BBD8-A5E7-487C-A23B-A63E3E4E998B}" type="presOf" srcId="{99E535DC-FA4A-4FB6-BF66-0849E8DFE9EE}" destId="{DF374868-A6BC-4D4F-BEF6-2D0BC6AAFC2A}" srcOrd="0" destOrd="0" presId="urn:microsoft.com/office/officeart/2005/8/layout/hProcess9"/>
    <dgm:cxn modelId="{2B18BED8-F52F-4CBB-A2D2-5FA40BBD4FD3}" srcId="{D731D4C6-3E54-4897-B3F8-BA21ABAC7F3E}" destId="{1FF82381-7599-47B4-81CA-5DF8CEC90977}" srcOrd="6" destOrd="0" parTransId="{80A2759D-6FD5-44A3-ABE0-641F748D5CEA}" sibTransId="{3D5DA0FC-4DC0-43DD-A61C-DF021A0D6D99}"/>
    <dgm:cxn modelId="{A8D57AED-630B-481B-8629-00A8917A30C4}" type="presOf" srcId="{1FF82381-7599-47B4-81CA-5DF8CEC90977}" destId="{ED2BD155-6554-4544-93E7-E30435CE3D10}" srcOrd="0" destOrd="0" presId="urn:microsoft.com/office/officeart/2005/8/layout/hProcess9"/>
    <dgm:cxn modelId="{0A9918FC-8BD8-4797-8D9F-6FCA895647AA}" type="presParOf" srcId="{40430256-7510-467A-981C-9A8AFE3280CC}" destId="{D358F31D-E645-4994-AD07-3574D888BAAC}" srcOrd="0" destOrd="0" presId="urn:microsoft.com/office/officeart/2005/8/layout/hProcess9"/>
    <dgm:cxn modelId="{9939E319-EE82-4251-BC7C-E9A84242618D}" type="presParOf" srcId="{40430256-7510-467A-981C-9A8AFE3280CC}" destId="{313B2982-D5C1-4B1D-8F63-5BC01FFA5D35}" srcOrd="1" destOrd="0" presId="urn:microsoft.com/office/officeart/2005/8/layout/hProcess9"/>
    <dgm:cxn modelId="{30B9E52E-B3D3-41E8-BE6F-1EBC6CA3FA2A}" type="presParOf" srcId="{313B2982-D5C1-4B1D-8F63-5BC01FFA5D35}" destId="{65818B31-CB1F-46F5-A2A5-35E333BE9CC8}" srcOrd="0" destOrd="0" presId="urn:microsoft.com/office/officeart/2005/8/layout/hProcess9"/>
    <dgm:cxn modelId="{FD4136C0-8209-4FF6-A4F4-6F9DA38C012F}" type="presParOf" srcId="{313B2982-D5C1-4B1D-8F63-5BC01FFA5D35}" destId="{BF383597-0E92-4996-A869-F17F4E0DF243}" srcOrd="1" destOrd="0" presId="urn:microsoft.com/office/officeart/2005/8/layout/hProcess9"/>
    <dgm:cxn modelId="{6937F33B-2DCA-404D-A2F0-5AF0326137BD}" type="presParOf" srcId="{313B2982-D5C1-4B1D-8F63-5BC01FFA5D35}" destId="{0A9C8A12-0E8D-492B-BAA3-6EF896226B16}" srcOrd="2" destOrd="0" presId="urn:microsoft.com/office/officeart/2005/8/layout/hProcess9"/>
    <dgm:cxn modelId="{CDDDD8EF-ED3C-4922-9192-ECFEF1CC5C3D}" type="presParOf" srcId="{313B2982-D5C1-4B1D-8F63-5BC01FFA5D35}" destId="{16DA8070-2C9A-4829-BBAC-A69334A62E48}" srcOrd="3" destOrd="0" presId="urn:microsoft.com/office/officeart/2005/8/layout/hProcess9"/>
    <dgm:cxn modelId="{1AE4C74B-5949-418D-9CD1-ADC9CDA499EF}" type="presParOf" srcId="{313B2982-D5C1-4B1D-8F63-5BC01FFA5D35}" destId="{DF374868-A6BC-4D4F-BEF6-2D0BC6AAFC2A}" srcOrd="4" destOrd="0" presId="urn:microsoft.com/office/officeart/2005/8/layout/hProcess9"/>
    <dgm:cxn modelId="{DF3BE6B1-0D92-41A7-8B21-43F33D08C724}" type="presParOf" srcId="{313B2982-D5C1-4B1D-8F63-5BC01FFA5D35}" destId="{8503756E-42C9-4181-B27D-971B2D72592A}" srcOrd="5" destOrd="0" presId="urn:microsoft.com/office/officeart/2005/8/layout/hProcess9"/>
    <dgm:cxn modelId="{E155E7FB-30B8-4940-9948-BD978C43E798}" type="presParOf" srcId="{313B2982-D5C1-4B1D-8F63-5BC01FFA5D35}" destId="{69B5EDF2-932B-4710-B213-A510420A07E7}" srcOrd="6" destOrd="0" presId="urn:microsoft.com/office/officeart/2005/8/layout/hProcess9"/>
    <dgm:cxn modelId="{6B25F68D-1E10-4414-BC2B-538D5128A569}" type="presParOf" srcId="{313B2982-D5C1-4B1D-8F63-5BC01FFA5D35}" destId="{1E203DA2-CB9B-47E0-89B9-621C52C7A044}" srcOrd="7" destOrd="0" presId="urn:microsoft.com/office/officeart/2005/8/layout/hProcess9"/>
    <dgm:cxn modelId="{0AA913BB-922E-47C1-8DC9-E915970E84F4}" type="presParOf" srcId="{313B2982-D5C1-4B1D-8F63-5BC01FFA5D35}" destId="{22B51050-8773-4530-A265-D93887C3D06B}" srcOrd="8" destOrd="0" presId="urn:microsoft.com/office/officeart/2005/8/layout/hProcess9"/>
    <dgm:cxn modelId="{F13D1B38-7F27-454B-9005-C3A7E6AA1ED4}" type="presParOf" srcId="{313B2982-D5C1-4B1D-8F63-5BC01FFA5D35}" destId="{031213C7-71A4-4C1F-B8A2-63E03C57F7E5}" srcOrd="9" destOrd="0" presId="urn:microsoft.com/office/officeart/2005/8/layout/hProcess9"/>
    <dgm:cxn modelId="{634ED21E-38B1-4BFD-A363-032C124C004C}" type="presParOf" srcId="{313B2982-D5C1-4B1D-8F63-5BC01FFA5D35}" destId="{07A001A5-35FA-4867-A3F6-9F23007D8594}" srcOrd="10" destOrd="0" presId="urn:microsoft.com/office/officeart/2005/8/layout/hProcess9"/>
    <dgm:cxn modelId="{D986243E-52BD-4038-9D1D-FD00BD2007FC}" type="presParOf" srcId="{313B2982-D5C1-4B1D-8F63-5BC01FFA5D35}" destId="{2993E52B-F06C-4CAB-9C86-5578DCC1A9CD}" srcOrd="11" destOrd="0" presId="urn:microsoft.com/office/officeart/2005/8/layout/hProcess9"/>
    <dgm:cxn modelId="{C50CEAE1-3958-4B00-A3B2-7D14034105EA}" type="presParOf" srcId="{313B2982-D5C1-4B1D-8F63-5BC01FFA5D35}" destId="{ED2BD155-6554-4544-93E7-E30435CE3D10}" srcOrd="12"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731D4C6-3E54-4897-B3F8-BA21ABAC7F3E}" type="doc">
      <dgm:prSet loTypeId="urn:microsoft.com/office/officeart/2005/8/layout/hProcess9" loCatId="process" qsTypeId="urn:microsoft.com/office/officeart/2005/8/quickstyle/simple3" qsCatId="simple" csTypeId="urn:microsoft.com/office/officeart/2005/8/colors/colorful5" csCatId="colorful" phldr="1"/>
      <dgm:spPr/>
    </dgm:pt>
    <dgm:pt modelId="{C931C053-4AF5-444D-AFDD-8736582C6437}">
      <dgm:prSet phldrT="[Text]"/>
      <dgm:spPr/>
      <dgm:t>
        <a:bodyPr/>
        <a:lstStyle/>
        <a:p>
          <a:r>
            <a:rPr lang="en-US" b="1" i="0" dirty="0"/>
            <a:t>Planning</a:t>
          </a:r>
          <a:endParaRPr lang="en-US" dirty="0"/>
        </a:p>
      </dgm:t>
    </dgm:pt>
    <dgm:pt modelId="{934FAA71-8DC6-4EB2-8902-8F39FD0617CA}" type="parTrans" cxnId="{7DD3C4D5-DC83-45C3-A4C2-8DA31D20E316}">
      <dgm:prSet/>
      <dgm:spPr/>
      <dgm:t>
        <a:bodyPr/>
        <a:lstStyle/>
        <a:p>
          <a:endParaRPr lang="en-US"/>
        </a:p>
      </dgm:t>
    </dgm:pt>
    <dgm:pt modelId="{C5854B62-0269-4733-9E52-FE9BA4BDA23E}" type="sibTrans" cxnId="{7DD3C4D5-DC83-45C3-A4C2-8DA31D20E316}">
      <dgm:prSet/>
      <dgm:spPr/>
      <dgm:t>
        <a:bodyPr/>
        <a:lstStyle/>
        <a:p>
          <a:endParaRPr lang="en-US"/>
        </a:p>
      </dgm:t>
    </dgm:pt>
    <dgm:pt modelId="{99E535DC-FA4A-4FB6-BF66-0849E8DFE9EE}">
      <dgm:prSet phldrT="[Text]"/>
      <dgm:spPr/>
      <dgm:t>
        <a:bodyPr/>
        <a:lstStyle/>
        <a:p>
          <a:r>
            <a:rPr lang="en-US" b="1" i="0" dirty="0"/>
            <a:t>Design</a:t>
          </a:r>
          <a:endParaRPr lang="en-US" dirty="0"/>
        </a:p>
      </dgm:t>
    </dgm:pt>
    <dgm:pt modelId="{CC6BA52F-3BD2-499D-8D7E-3D73547DF61A}" type="parTrans" cxnId="{4A816498-A4EA-45F3-A836-CAC73F3742EB}">
      <dgm:prSet/>
      <dgm:spPr/>
      <dgm:t>
        <a:bodyPr/>
        <a:lstStyle/>
        <a:p>
          <a:endParaRPr lang="en-US"/>
        </a:p>
      </dgm:t>
    </dgm:pt>
    <dgm:pt modelId="{4D88C141-F91A-4014-8627-C1AD64F8778F}" type="sibTrans" cxnId="{4A816498-A4EA-45F3-A836-CAC73F3742EB}">
      <dgm:prSet/>
      <dgm:spPr/>
      <dgm:t>
        <a:bodyPr/>
        <a:lstStyle/>
        <a:p>
          <a:endParaRPr lang="en-US"/>
        </a:p>
      </dgm:t>
    </dgm:pt>
    <dgm:pt modelId="{45BDF2C4-1E59-4DF6-B532-2A107BFAFEAD}">
      <dgm:prSet phldrT="[Text]"/>
      <dgm:spPr/>
      <dgm:t>
        <a:bodyPr/>
        <a:lstStyle/>
        <a:p>
          <a:r>
            <a:rPr lang="en-US" b="1" i="0" dirty="0"/>
            <a:t>Development</a:t>
          </a:r>
          <a:endParaRPr lang="en-US" dirty="0"/>
        </a:p>
      </dgm:t>
    </dgm:pt>
    <dgm:pt modelId="{40F13002-115E-4D61-BEB4-EAAA2621F64C}" type="parTrans" cxnId="{B5395D6B-0040-45FE-830B-FE0B03526775}">
      <dgm:prSet/>
      <dgm:spPr/>
      <dgm:t>
        <a:bodyPr/>
        <a:lstStyle/>
        <a:p>
          <a:endParaRPr lang="en-US"/>
        </a:p>
      </dgm:t>
    </dgm:pt>
    <dgm:pt modelId="{1C1DAA91-70C4-4525-814B-70C6DC6D94DF}" type="sibTrans" cxnId="{B5395D6B-0040-45FE-830B-FE0B03526775}">
      <dgm:prSet/>
      <dgm:spPr/>
      <dgm:t>
        <a:bodyPr/>
        <a:lstStyle/>
        <a:p>
          <a:endParaRPr lang="en-US"/>
        </a:p>
      </dgm:t>
    </dgm:pt>
    <dgm:pt modelId="{F8B41342-A13E-4475-A688-96F2E363BC7F}">
      <dgm:prSet phldrT="[Text]"/>
      <dgm:spPr/>
      <dgm:t>
        <a:bodyPr/>
        <a:lstStyle/>
        <a:p>
          <a:r>
            <a:rPr lang="en-US" b="1" i="0" dirty="0"/>
            <a:t>Testing</a:t>
          </a:r>
          <a:endParaRPr lang="en-US" dirty="0"/>
        </a:p>
      </dgm:t>
    </dgm:pt>
    <dgm:pt modelId="{37B29171-E488-40E6-B95E-0A8D0411DD2D}" type="parTrans" cxnId="{75FD757C-027B-4495-A3CB-2C1EE7D900B1}">
      <dgm:prSet/>
      <dgm:spPr/>
      <dgm:t>
        <a:bodyPr/>
        <a:lstStyle/>
        <a:p>
          <a:endParaRPr lang="en-US"/>
        </a:p>
      </dgm:t>
    </dgm:pt>
    <dgm:pt modelId="{B1F8E482-110F-4106-8C82-30C8F4C11A0F}" type="sibTrans" cxnId="{75FD757C-027B-4495-A3CB-2C1EE7D900B1}">
      <dgm:prSet/>
      <dgm:spPr/>
      <dgm:t>
        <a:bodyPr/>
        <a:lstStyle/>
        <a:p>
          <a:endParaRPr lang="en-US"/>
        </a:p>
      </dgm:t>
    </dgm:pt>
    <dgm:pt modelId="{05068920-CF88-48AE-9D95-5C6BE4933B2B}">
      <dgm:prSet phldrT="[Text]"/>
      <dgm:spPr/>
      <dgm:t>
        <a:bodyPr/>
        <a:lstStyle/>
        <a:p>
          <a:r>
            <a:rPr lang="en-US" b="1" i="0" dirty="0"/>
            <a:t>Deployment</a:t>
          </a:r>
          <a:endParaRPr lang="en-US" dirty="0"/>
        </a:p>
      </dgm:t>
    </dgm:pt>
    <dgm:pt modelId="{9A8DEC1F-3D50-4040-98AB-F3C9FBE2D2AA}" type="parTrans" cxnId="{E4CDCA90-6BAA-414A-99C7-15E13CC29A02}">
      <dgm:prSet/>
      <dgm:spPr/>
      <dgm:t>
        <a:bodyPr/>
        <a:lstStyle/>
        <a:p>
          <a:endParaRPr lang="en-US"/>
        </a:p>
      </dgm:t>
    </dgm:pt>
    <dgm:pt modelId="{2D8FCA16-B25A-41FD-ACA3-E579B5F2AAFD}" type="sibTrans" cxnId="{E4CDCA90-6BAA-414A-99C7-15E13CC29A02}">
      <dgm:prSet/>
      <dgm:spPr/>
      <dgm:t>
        <a:bodyPr/>
        <a:lstStyle/>
        <a:p>
          <a:endParaRPr lang="en-US"/>
        </a:p>
      </dgm:t>
    </dgm:pt>
    <dgm:pt modelId="{1FF82381-7599-47B4-81CA-5DF8CEC90977}">
      <dgm:prSet phldrT="[Text]"/>
      <dgm:spPr/>
      <dgm:t>
        <a:bodyPr/>
        <a:lstStyle/>
        <a:p>
          <a:r>
            <a:rPr lang="en-US" b="1" i="0" dirty="0"/>
            <a:t>Maintenance</a:t>
          </a:r>
          <a:endParaRPr lang="en-US" dirty="0"/>
        </a:p>
      </dgm:t>
    </dgm:pt>
    <dgm:pt modelId="{80A2759D-6FD5-44A3-ABE0-641F748D5CEA}" type="parTrans" cxnId="{2B18BED8-F52F-4CBB-A2D2-5FA40BBD4FD3}">
      <dgm:prSet/>
      <dgm:spPr/>
      <dgm:t>
        <a:bodyPr/>
        <a:lstStyle/>
        <a:p>
          <a:endParaRPr lang="en-US"/>
        </a:p>
      </dgm:t>
    </dgm:pt>
    <dgm:pt modelId="{3D5DA0FC-4DC0-43DD-A61C-DF021A0D6D99}" type="sibTrans" cxnId="{2B18BED8-F52F-4CBB-A2D2-5FA40BBD4FD3}">
      <dgm:prSet/>
      <dgm:spPr/>
      <dgm:t>
        <a:bodyPr/>
        <a:lstStyle/>
        <a:p>
          <a:endParaRPr lang="en-US"/>
        </a:p>
      </dgm:t>
    </dgm:pt>
    <dgm:pt modelId="{CF91A7B6-634B-4169-A086-7754D6911277}">
      <dgm:prSet phldrT="[Text]"/>
      <dgm:spPr/>
      <dgm:t>
        <a:bodyPr/>
        <a:lstStyle/>
        <a:p>
          <a:r>
            <a:rPr lang="en-US" b="1" dirty="0"/>
            <a:t>Analysis</a:t>
          </a:r>
        </a:p>
      </dgm:t>
    </dgm:pt>
    <dgm:pt modelId="{37B28C75-4468-4D05-9AED-7D0612E1E08D}" type="parTrans" cxnId="{36C8BED7-EDBF-4A45-8E82-B487BE1A2081}">
      <dgm:prSet/>
      <dgm:spPr/>
      <dgm:t>
        <a:bodyPr/>
        <a:lstStyle/>
        <a:p>
          <a:endParaRPr lang="en-US"/>
        </a:p>
      </dgm:t>
    </dgm:pt>
    <dgm:pt modelId="{44F33B34-7E24-4A8D-B065-40D7AF791CE1}" type="sibTrans" cxnId="{36C8BED7-EDBF-4A45-8E82-B487BE1A2081}">
      <dgm:prSet/>
      <dgm:spPr/>
      <dgm:t>
        <a:bodyPr/>
        <a:lstStyle/>
        <a:p>
          <a:endParaRPr lang="en-US"/>
        </a:p>
      </dgm:t>
    </dgm:pt>
    <dgm:pt modelId="{40430256-7510-467A-981C-9A8AFE3280CC}" type="pres">
      <dgm:prSet presAssocID="{D731D4C6-3E54-4897-B3F8-BA21ABAC7F3E}" presName="CompostProcess" presStyleCnt="0">
        <dgm:presLayoutVars>
          <dgm:dir/>
          <dgm:resizeHandles val="exact"/>
        </dgm:presLayoutVars>
      </dgm:prSet>
      <dgm:spPr/>
    </dgm:pt>
    <dgm:pt modelId="{D358F31D-E645-4994-AD07-3574D888BAAC}" type="pres">
      <dgm:prSet presAssocID="{D731D4C6-3E54-4897-B3F8-BA21ABAC7F3E}" presName="arrow" presStyleLbl="bgShp" presStyleIdx="0" presStyleCnt="1"/>
      <dgm:spPr/>
    </dgm:pt>
    <dgm:pt modelId="{313B2982-D5C1-4B1D-8F63-5BC01FFA5D35}" type="pres">
      <dgm:prSet presAssocID="{D731D4C6-3E54-4897-B3F8-BA21ABAC7F3E}" presName="linearProcess" presStyleCnt="0"/>
      <dgm:spPr/>
    </dgm:pt>
    <dgm:pt modelId="{65818B31-CB1F-46F5-A2A5-35E333BE9CC8}" type="pres">
      <dgm:prSet presAssocID="{C931C053-4AF5-444D-AFDD-8736582C6437}" presName="textNode" presStyleLbl="node1" presStyleIdx="0" presStyleCnt="7">
        <dgm:presLayoutVars>
          <dgm:bulletEnabled val="1"/>
        </dgm:presLayoutVars>
      </dgm:prSet>
      <dgm:spPr/>
    </dgm:pt>
    <dgm:pt modelId="{BF383597-0E92-4996-A869-F17F4E0DF243}" type="pres">
      <dgm:prSet presAssocID="{C5854B62-0269-4733-9E52-FE9BA4BDA23E}" presName="sibTrans" presStyleCnt="0"/>
      <dgm:spPr/>
    </dgm:pt>
    <dgm:pt modelId="{0A9C8A12-0E8D-492B-BAA3-6EF896226B16}" type="pres">
      <dgm:prSet presAssocID="{CF91A7B6-634B-4169-A086-7754D6911277}" presName="textNode" presStyleLbl="node1" presStyleIdx="1" presStyleCnt="7">
        <dgm:presLayoutVars>
          <dgm:bulletEnabled val="1"/>
        </dgm:presLayoutVars>
      </dgm:prSet>
      <dgm:spPr/>
    </dgm:pt>
    <dgm:pt modelId="{16DA8070-2C9A-4829-BBAC-A69334A62E48}" type="pres">
      <dgm:prSet presAssocID="{44F33B34-7E24-4A8D-B065-40D7AF791CE1}" presName="sibTrans" presStyleCnt="0"/>
      <dgm:spPr/>
    </dgm:pt>
    <dgm:pt modelId="{DF374868-A6BC-4D4F-BEF6-2D0BC6AAFC2A}" type="pres">
      <dgm:prSet presAssocID="{99E535DC-FA4A-4FB6-BF66-0849E8DFE9EE}" presName="textNode" presStyleLbl="node1" presStyleIdx="2" presStyleCnt="7">
        <dgm:presLayoutVars>
          <dgm:bulletEnabled val="1"/>
        </dgm:presLayoutVars>
      </dgm:prSet>
      <dgm:spPr/>
    </dgm:pt>
    <dgm:pt modelId="{8503756E-42C9-4181-B27D-971B2D72592A}" type="pres">
      <dgm:prSet presAssocID="{4D88C141-F91A-4014-8627-C1AD64F8778F}" presName="sibTrans" presStyleCnt="0"/>
      <dgm:spPr/>
    </dgm:pt>
    <dgm:pt modelId="{69B5EDF2-932B-4710-B213-A510420A07E7}" type="pres">
      <dgm:prSet presAssocID="{45BDF2C4-1E59-4DF6-B532-2A107BFAFEAD}" presName="textNode" presStyleLbl="node1" presStyleIdx="3" presStyleCnt="7">
        <dgm:presLayoutVars>
          <dgm:bulletEnabled val="1"/>
        </dgm:presLayoutVars>
      </dgm:prSet>
      <dgm:spPr/>
    </dgm:pt>
    <dgm:pt modelId="{1E203DA2-CB9B-47E0-89B9-621C52C7A044}" type="pres">
      <dgm:prSet presAssocID="{1C1DAA91-70C4-4525-814B-70C6DC6D94DF}" presName="sibTrans" presStyleCnt="0"/>
      <dgm:spPr/>
    </dgm:pt>
    <dgm:pt modelId="{22B51050-8773-4530-A265-D93887C3D06B}" type="pres">
      <dgm:prSet presAssocID="{F8B41342-A13E-4475-A688-96F2E363BC7F}" presName="textNode" presStyleLbl="node1" presStyleIdx="4" presStyleCnt="7">
        <dgm:presLayoutVars>
          <dgm:bulletEnabled val="1"/>
        </dgm:presLayoutVars>
      </dgm:prSet>
      <dgm:spPr/>
    </dgm:pt>
    <dgm:pt modelId="{031213C7-71A4-4C1F-B8A2-63E03C57F7E5}" type="pres">
      <dgm:prSet presAssocID="{B1F8E482-110F-4106-8C82-30C8F4C11A0F}" presName="sibTrans" presStyleCnt="0"/>
      <dgm:spPr/>
    </dgm:pt>
    <dgm:pt modelId="{07A001A5-35FA-4867-A3F6-9F23007D8594}" type="pres">
      <dgm:prSet presAssocID="{05068920-CF88-48AE-9D95-5C6BE4933B2B}" presName="textNode" presStyleLbl="node1" presStyleIdx="5" presStyleCnt="7">
        <dgm:presLayoutVars>
          <dgm:bulletEnabled val="1"/>
        </dgm:presLayoutVars>
      </dgm:prSet>
      <dgm:spPr/>
    </dgm:pt>
    <dgm:pt modelId="{2993E52B-F06C-4CAB-9C86-5578DCC1A9CD}" type="pres">
      <dgm:prSet presAssocID="{2D8FCA16-B25A-41FD-ACA3-E579B5F2AAFD}" presName="sibTrans" presStyleCnt="0"/>
      <dgm:spPr/>
    </dgm:pt>
    <dgm:pt modelId="{ED2BD155-6554-4544-93E7-E30435CE3D10}" type="pres">
      <dgm:prSet presAssocID="{1FF82381-7599-47B4-81CA-5DF8CEC90977}" presName="textNode" presStyleLbl="node1" presStyleIdx="6" presStyleCnt="7">
        <dgm:presLayoutVars>
          <dgm:bulletEnabled val="1"/>
        </dgm:presLayoutVars>
      </dgm:prSet>
      <dgm:spPr/>
    </dgm:pt>
  </dgm:ptLst>
  <dgm:cxnLst>
    <dgm:cxn modelId="{06A5611B-D764-4FBB-81BF-491E1DF8B62A}" type="presOf" srcId="{C931C053-4AF5-444D-AFDD-8736582C6437}" destId="{65818B31-CB1F-46F5-A2A5-35E333BE9CC8}" srcOrd="0" destOrd="0" presId="urn:microsoft.com/office/officeart/2005/8/layout/hProcess9"/>
    <dgm:cxn modelId="{30433421-4ABC-4670-BC3A-CBE41C01D63B}" type="presOf" srcId="{F8B41342-A13E-4475-A688-96F2E363BC7F}" destId="{22B51050-8773-4530-A265-D93887C3D06B}" srcOrd="0" destOrd="0" presId="urn:microsoft.com/office/officeart/2005/8/layout/hProcess9"/>
    <dgm:cxn modelId="{C289C23B-E8A6-4048-885D-2E37BAFE48C3}" type="presOf" srcId="{45BDF2C4-1E59-4DF6-B532-2A107BFAFEAD}" destId="{69B5EDF2-932B-4710-B213-A510420A07E7}" srcOrd="0" destOrd="0" presId="urn:microsoft.com/office/officeart/2005/8/layout/hProcess9"/>
    <dgm:cxn modelId="{B5395D6B-0040-45FE-830B-FE0B03526775}" srcId="{D731D4C6-3E54-4897-B3F8-BA21ABAC7F3E}" destId="{45BDF2C4-1E59-4DF6-B532-2A107BFAFEAD}" srcOrd="3" destOrd="0" parTransId="{40F13002-115E-4D61-BEB4-EAAA2621F64C}" sibTransId="{1C1DAA91-70C4-4525-814B-70C6DC6D94DF}"/>
    <dgm:cxn modelId="{8AF06C79-2F55-4E4A-B503-AFE5501D3968}" type="presOf" srcId="{05068920-CF88-48AE-9D95-5C6BE4933B2B}" destId="{07A001A5-35FA-4867-A3F6-9F23007D8594}" srcOrd="0" destOrd="0" presId="urn:microsoft.com/office/officeart/2005/8/layout/hProcess9"/>
    <dgm:cxn modelId="{75FD757C-027B-4495-A3CB-2C1EE7D900B1}" srcId="{D731D4C6-3E54-4897-B3F8-BA21ABAC7F3E}" destId="{F8B41342-A13E-4475-A688-96F2E363BC7F}" srcOrd="4" destOrd="0" parTransId="{37B29171-E488-40E6-B95E-0A8D0411DD2D}" sibTransId="{B1F8E482-110F-4106-8C82-30C8F4C11A0F}"/>
    <dgm:cxn modelId="{EA3A3F90-0370-47A0-95B4-3EF5BAC06E5E}" type="presOf" srcId="{CF91A7B6-634B-4169-A086-7754D6911277}" destId="{0A9C8A12-0E8D-492B-BAA3-6EF896226B16}" srcOrd="0" destOrd="0" presId="urn:microsoft.com/office/officeart/2005/8/layout/hProcess9"/>
    <dgm:cxn modelId="{E4CDCA90-6BAA-414A-99C7-15E13CC29A02}" srcId="{D731D4C6-3E54-4897-B3F8-BA21ABAC7F3E}" destId="{05068920-CF88-48AE-9D95-5C6BE4933B2B}" srcOrd="5" destOrd="0" parTransId="{9A8DEC1F-3D50-4040-98AB-F3C9FBE2D2AA}" sibTransId="{2D8FCA16-B25A-41FD-ACA3-E579B5F2AAFD}"/>
    <dgm:cxn modelId="{4A816498-A4EA-45F3-A836-CAC73F3742EB}" srcId="{D731D4C6-3E54-4897-B3F8-BA21ABAC7F3E}" destId="{99E535DC-FA4A-4FB6-BF66-0849E8DFE9EE}" srcOrd="2" destOrd="0" parTransId="{CC6BA52F-3BD2-499D-8D7E-3D73547DF61A}" sibTransId="{4D88C141-F91A-4014-8627-C1AD64F8778F}"/>
    <dgm:cxn modelId="{5E228DB2-A4C9-4187-852E-9B2DA3A3D480}" type="presOf" srcId="{D731D4C6-3E54-4897-B3F8-BA21ABAC7F3E}" destId="{40430256-7510-467A-981C-9A8AFE3280CC}" srcOrd="0" destOrd="0" presId="urn:microsoft.com/office/officeart/2005/8/layout/hProcess9"/>
    <dgm:cxn modelId="{7DD3C4D5-DC83-45C3-A4C2-8DA31D20E316}" srcId="{D731D4C6-3E54-4897-B3F8-BA21ABAC7F3E}" destId="{C931C053-4AF5-444D-AFDD-8736582C6437}" srcOrd="0" destOrd="0" parTransId="{934FAA71-8DC6-4EB2-8902-8F39FD0617CA}" sibTransId="{C5854B62-0269-4733-9E52-FE9BA4BDA23E}"/>
    <dgm:cxn modelId="{36C8BED7-EDBF-4A45-8E82-B487BE1A2081}" srcId="{D731D4C6-3E54-4897-B3F8-BA21ABAC7F3E}" destId="{CF91A7B6-634B-4169-A086-7754D6911277}" srcOrd="1" destOrd="0" parTransId="{37B28C75-4468-4D05-9AED-7D0612E1E08D}" sibTransId="{44F33B34-7E24-4A8D-B065-40D7AF791CE1}"/>
    <dgm:cxn modelId="{D455BBD8-A5E7-487C-A23B-A63E3E4E998B}" type="presOf" srcId="{99E535DC-FA4A-4FB6-BF66-0849E8DFE9EE}" destId="{DF374868-A6BC-4D4F-BEF6-2D0BC6AAFC2A}" srcOrd="0" destOrd="0" presId="urn:microsoft.com/office/officeart/2005/8/layout/hProcess9"/>
    <dgm:cxn modelId="{2B18BED8-F52F-4CBB-A2D2-5FA40BBD4FD3}" srcId="{D731D4C6-3E54-4897-B3F8-BA21ABAC7F3E}" destId="{1FF82381-7599-47B4-81CA-5DF8CEC90977}" srcOrd="6" destOrd="0" parTransId="{80A2759D-6FD5-44A3-ABE0-641F748D5CEA}" sibTransId="{3D5DA0FC-4DC0-43DD-A61C-DF021A0D6D99}"/>
    <dgm:cxn modelId="{A8D57AED-630B-481B-8629-00A8917A30C4}" type="presOf" srcId="{1FF82381-7599-47B4-81CA-5DF8CEC90977}" destId="{ED2BD155-6554-4544-93E7-E30435CE3D10}" srcOrd="0" destOrd="0" presId="urn:microsoft.com/office/officeart/2005/8/layout/hProcess9"/>
    <dgm:cxn modelId="{0A9918FC-8BD8-4797-8D9F-6FCA895647AA}" type="presParOf" srcId="{40430256-7510-467A-981C-9A8AFE3280CC}" destId="{D358F31D-E645-4994-AD07-3574D888BAAC}" srcOrd="0" destOrd="0" presId="urn:microsoft.com/office/officeart/2005/8/layout/hProcess9"/>
    <dgm:cxn modelId="{9939E319-EE82-4251-BC7C-E9A84242618D}" type="presParOf" srcId="{40430256-7510-467A-981C-9A8AFE3280CC}" destId="{313B2982-D5C1-4B1D-8F63-5BC01FFA5D35}" srcOrd="1" destOrd="0" presId="urn:microsoft.com/office/officeart/2005/8/layout/hProcess9"/>
    <dgm:cxn modelId="{30B9E52E-B3D3-41E8-BE6F-1EBC6CA3FA2A}" type="presParOf" srcId="{313B2982-D5C1-4B1D-8F63-5BC01FFA5D35}" destId="{65818B31-CB1F-46F5-A2A5-35E333BE9CC8}" srcOrd="0" destOrd="0" presId="urn:microsoft.com/office/officeart/2005/8/layout/hProcess9"/>
    <dgm:cxn modelId="{FD4136C0-8209-4FF6-A4F4-6F9DA38C012F}" type="presParOf" srcId="{313B2982-D5C1-4B1D-8F63-5BC01FFA5D35}" destId="{BF383597-0E92-4996-A869-F17F4E0DF243}" srcOrd="1" destOrd="0" presId="urn:microsoft.com/office/officeart/2005/8/layout/hProcess9"/>
    <dgm:cxn modelId="{6937F33B-2DCA-404D-A2F0-5AF0326137BD}" type="presParOf" srcId="{313B2982-D5C1-4B1D-8F63-5BC01FFA5D35}" destId="{0A9C8A12-0E8D-492B-BAA3-6EF896226B16}" srcOrd="2" destOrd="0" presId="urn:microsoft.com/office/officeart/2005/8/layout/hProcess9"/>
    <dgm:cxn modelId="{CDDDD8EF-ED3C-4922-9192-ECFEF1CC5C3D}" type="presParOf" srcId="{313B2982-D5C1-4B1D-8F63-5BC01FFA5D35}" destId="{16DA8070-2C9A-4829-BBAC-A69334A62E48}" srcOrd="3" destOrd="0" presId="urn:microsoft.com/office/officeart/2005/8/layout/hProcess9"/>
    <dgm:cxn modelId="{1AE4C74B-5949-418D-9CD1-ADC9CDA499EF}" type="presParOf" srcId="{313B2982-D5C1-4B1D-8F63-5BC01FFA5D35}" destId="{DF374868-A6BC-4D4F-BEF6-2D0BC6AAFC2A}" srcOrd="4" destOrd="0" presId="urn:microsoft.com/office/officeart/2005/8/layout/hProcess9"/>
    <dgm:cxn modelId="{DF3BE6B1-0D92-41A7-8B21-43F33D08C724}" type="presParOf" srcId="{313B2982-D5C1-4B1D-8F63-5BC01FFA5D35}" destId="{8503756E-42C9-4181-B27D-971B2D72592A}" srcOrd="5" destOrd="0" presId="urn:microsoft.com/office/officeart/2005/8/layout/hProcess9"/>
    <dgm:cxn modelId="{E155E7FB-30B8-4940-9948-BD978C43E798}" type="presParOf" srcId="{313B2982-D5C1-4B1D-8F63-5BC01FFA5D35}" destId="{69B5EDF2-932B-4710-B213-A510420A07E7}" srcOrd="6" destOrd="0" presId="urn:microsoft.com/office/officeart/2005/8/layout/hProcess9"/>
    <dgm:cxn modelId="{6B25F68D-1E10-4414-BC2B-538D5128A569}" type="presParOf" srcId="{313B2982-D5C1-4B1D-8F63-5BC01FFA5D35}" destId="{1E203DA2-CB9B-47E0-89B9-621C52C7A044}" srcOrd="7" destOrd="0" presId="urn:microsoft.com/office/officeart/2005/8/layout/hProcess9"/>
    <dgm:cxn modelId="{0AA913BB-922E-47C1-8DC9-E915970E84F4}" type="presParOf" srcId="{313B2982-D5C1-4B1D-8F63-5BC01FFA5D35}" destId="{22B51050-8773-4530-A265-D93887C3D06B}" srcOrd="8" destOrd="0" presId="urn:microsoft.com/office/officeart/2005/8/layout/hProcess9"/>
    <dgm:cxn modelId="{F13D1B38-7F27-454B-9005-C3A7E6AA1ED4}" type="presParOf" srcId="{313B2982-D5C1-4B1D-8F63-5BC01FFA5D35}" destId="{031213C7-71A4-4C1F-B8A2-63E03C57F7E5}" srcOrd="9" destOrd="0" presId="urn:microsoft.com/office/officeart/2005/8/layout/hProcess9"/>
    <dgm:cxn modelId="{634ED21E-38B1-4BFD-A363-032C124C004C}" type="presParOf" srcId="{313B2982-D5C1-4B1D-8F63-5BC01FFA5D35}" destId="{07A001A5-35FA-4867-A3F6-9F23007D8594}" srcOrd="10" destOrd="0" presId="urn:microsoft.com/office/officeart/2005/8/layout/hProcess9"/>
    <dgm:cxn modelId="{D986243E-52BD-4038-9D1D-FD00BD2007FC}" type="presParOf" srcId="{313B2982-D5C1-4B1D-8F63-5BC01FFA5D35}" destId="{2993E52B-F06C-4CAB-9C86-5578DCC1A9CD}" srcOrd="11" destOrd="0" presId="urn:microsoft.com/office/officeart/2005/8/layout/hProcess9"/>
    <dgm:cxn modelId="{C50CEAE1-3958-4B00-A3B2-7D14034105EA}" type="presParOf" srcId="{313B2982-D5C1-4B1D-8F63-5BC01FFA5D35}" destId="{ED2BD155-6554-4544-93E7-E30435CE3D10}" srcOrd="12"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731D4C6-3E54-4897-B3F8-BA21ABAC7F3E}" type="doc">
      <dgm:prSet loTypeId="urn:microsoft.com/office/officeart/2005/8/layout/hProcess9" loCatId="process" qsTypeId="urn:microsoft.com/office/officeart/2005/8/quickstyle/simple3" qsCatId="simple" csTypeId="urn:microsoft.com/office/officeart/2005/8/colors/colorful5" csCatId="colorful" phldr="1"/>
      <dgm:spPr/>
    </dgm:pt>
    <dgm:pt modelId="{C931C053-4AF5-444D-AFDD-8736582C6437}">
      <dgm:prSet phldrT="[Text]"/>
      <dgm:spPr/>
      <dgm:t>
        <a:bodyPr/>
        <a:lstStyle/>
        <a:p>
          <a:r>
            <a:rPr lang="en-US" b="1" i="0" dirty="0"/>
            <a:t>Planning</a:t>
          </a:r>
          <a:endParaRPr lang="en-US" dirty="0"/>
        </a:p>
      </dgm:t>
    </dgm:pt>
    <dgm:pt modelId="{934FAA71-8DC6-4EB2-8902-8F39FD0617CA}" type="parTrans" cxnId="{7DD3C4D5-DC83-45C3-A4C2-8DA31D20E316}">
      <dgm:prSet/>
      <dgm:spPr/>
      <dgm:t>
        <a:bodyPr/>
        <a:lstStyle/>
        <a:p>
          <a:endParaRPr lang="en-US"/>
        </a:p>
      </dgm:t>
    </dgm:pt>
    <dgm:pt modelId="{C5854B62-0269-4733-9E52-FE9BA4BDA23E}" type="sibTrans" cxnId="{7DD3C4D5-DC83-45C3-A4C2-8DA31D20E316}">
      <dgm:prSet/>
      <dgm:spPr/>
      <dgm:t>
        <a:bodyPr/>
        <a:lstStyle/>
        <a:p>
          <a:endParaRPr lang="en-US"/>
        </a:p>
      </dgm:t>
    </dgm:pt>
    <dgm:pt modelId="{99E535DC-FA4A-4FB6-BF66-0849E8DFE9EE}">
      <dgm:prSet phldrT="[Text]"/>
      <dgm:spPr/>
      <dgm:t>
        <a:bodyPr/>
        <a:lstStyle/>
        <a:p>
          <a:r>
            <a:rPr lang="en-US" b="1" i="0" dirty="0"/>
            <a:t>Design</a:t>
          </a:r>
          <a:endParaRPr lang="en-US" dirty="0"/>
        </a:p>
      </dgm:t>
    </dgm:pt>
    <dgm:pt modelId="{CC6BA52F-3BD2-499D-8D7E-3D73547DF61A}" type="parTrans" cxnId="{4A816498-A4EA-45F3-A836-CAC73F3742EB}">
      <dgm:prSet/>
      <dgm:spPr/>
      <dgm:t>
        <a:bodyPr/>
        <a:lstStyle/>
        <a:p>
          <a:endParaRPr lang="en-US"/>
        </a:p>
      </dgm:t>
    </dgm:pt>
    <dgm:pt modelId="{4D88C141-F91A-4014-8627-C1AD64F8778F}" type="sibTrans" cxnId="{4A816498-A4EA-45F3-A836-CAC73F3742EB}">
      <dgm:prSet/>
      <dgm:spPr/>
      <dgm:t>
        <a:bodyPr/>
        <a:lstStyle/>
        <a:p>
          <a:endParaRPr lang="en-US"/>
        </a:p>
      </dgm:t>
    </dgm:pt>
    <dgm:pt modelId="{45BDF2C4-1E59-4DF6-B532-2A107BFAFEAD}">
      <dgm:prSet phldrT="[Text]"/>
      <dgm:spPr/>
      <dgm:t>
        <a:bodyPr/>
        <a:lstStyle/>
        <a:p>
          <a:r>
            <a:rPr lang="en-US" b="1" i="0" dirty="0"/>
            <a:t>Development</a:t>
          </a:r>
          <a:endParaRPr lang="en-US" dirty="0"/>
        </a:p>
      </dgm:t>
    </dgm:pt>
    <dgm:pt modelId="{40F13002-115E-4D61-BEB4-EAAA2621F64C}" type="parTrans" cxnId="{B5395D6B-0040-45FE-830B-FE0B03526775}">
      <dgm:prSet/>
      <dgm:spPr/>
      <dgm:t>
        <a:bodyPr/>
        <a:lstStyle/>
        <a:p>
          <a:endParaRPr lang="en-US"/>
        </a:p>
      </dgm:t>
    </dgm:pt>
    <dgm:pt modelId="{1C1DAA91-70C4-4525-814B-70C6DC6D94DF}" type="sibTrans" cxnId="{B5395D6B-0040-45FE-830B-FE0B03526775}">
      <dgm:prSet/>
      <dgm:spPr/>
      <dgm:t>
        <a:bodyPr/>
        <a:lstStyle/>
        <a:p>
          <a:endParaRPr lang="en-US"/>
        </a:p>
      </dgm:t>
    </dgm:pt>
    <dgm:pt modelId="{F8B41342-A13E-4475-A688-96F2E363BC7F}">
      <dgm:prSet phldrT="[Text]"/>
      <dgm:spPr/>
      <dgm:t>
        <a:bodyPr/>
        <a:lstStyle/>
        <a:p>
          <a:r>
            <a:rPr lang="en-US" b="1" i="0" dirty="0"/>
            <a:t>Testing</a:t>
          </a:r>
          <a:endParaRPr lang="en-US" dirty="0"/>
        </a:p>
      </dgm:t>
    </dgm:pt>
    <dgm:pt modelId="{37B29171-E488-40E6-B95E-0A8D0411DD2D}" type="parTrans" cxnId="{75FD757C-027B-4495-A3CB-2C1EE7D900B1}">
      <dgm:prSet/>
      <dgm:spPr/>
      <dgm:t>
        <a:bodyPr/>
        <a:lstStyle/>
        <a:p>
          <a:endParaRPr lang="en-US"/>
        </a:p>
      </dgm:t>
    </dgm:pt>
    <dgm:pt modelId="{B1F8E482-110F-4106-8C82-30C8F4C11A0F}" type="sibTrans" cxnId="{75FD757C-027B-4495-A3CB-2C1EE7D900B1}">
      <dgm:prSet/>
      <dgm:spPr/>
      <dgm:t>
        <a:bodyPr/>
        <a:lstStyle/>
        <a:p>
          <a:endParaRPr lang="en-US"/>
        </a:p>
      </dgm:t>
    </dgm:pt>
    <dgm:pt modelId="{05068920-CF88-48AE-9D95-5C6BE4933B2B}">
      <dgm:prSet phldrT="[Text]"/>
      <dgm:spPr/>
      <dgm:t>
        <a:bodyPr/>
        <a:lstStyle/>
        <a:p>
          <a:r>
            <a:rPr lang="en-US" b="1" i="0" dirty="0"/>
            <a:t>Deployment</a:t>
          </a:r>
          <a:endParaRPr lang="en-US" dirty="0"/>
        </a:p>
      </dgm:t>
    </dgm:pt>
    <dgm:pt modelId="{9A8DEC1F-3D50-4040-98AB-F3C9FBE2D2AA}" type="parTrans" cxnId="{E4CDCA90-6BAA-414A-99C7-15E13CC29A02}">
      <dgm:prSet/>
      <dgm:spPr/>
      <dgm:t>
        <a:bodyPr/>
        <a:lstStyle/>
        <a:p>
          <a:endParaRPr lang="en-US"/>
        </a:p>
      </dgm:t>
    </dgm:pt>
    <dgm:pt modelId="{2D8FCA16-B25A-41FD-ACA3-E579B5F2AAFD}" type="sibTrans" cxnId="{E4CDCA90-6BAA-414A-99C7-15E13CC29A02}">
      <dgm:prSet/>
      <dgm:spPr/>
      <dgm:t>
        <a:bodyPr/>
        <a:lstStyle/>
        <a:p>
          <a:endParaRPr lang="en-US"/>
        </a:p>
      </dgm:t>
    </dgm:pt>
    <dgm:pt modelId="{1FF82381-7599-47B4-81CA-5DF8CEC90977}">
      <dgm:prSet phldrT="[Text]"/>
      <dgm:spPr/>
      <dgm:t>
        <a:bodyPr/>
        <a:lstStyle/>
        <a:p>
          <a:r>
            <a:rPr lang="en-US" b="1" i="0" dirty="0"/>
            <a:t>Maintenance</a:t>
          </a:r>
          <a:endParaRPr lang="en-US" dirty="0"/>
        </a:p>
      </dgm:t>
    </dgm:pt>
    <dgm:pt modelId="{80A2759D-6FD5-44A3-ABE0-641F748D5CEA}" type="parTrans" cxnId="{2B18BED8-F52F-4CBB-A2D2-5FA40BBD4FD3}">
      <dgm:prSet/>
      <dgm:spPr/>
      <dgm:t>
        <a:bodyPr/>
        <a:lstStyle/>
        <a:p>
          <a:endParaRPr lang="en-US"/>
        </a:p>
      </dgm:t>
    </dgm:pt>
    <dgm:pt modelId="{3D5DA0FC-4DC0-43DD-A61C-DF021A0D6D99}" type="sibTrans" cxnId="{2B18BED8-F52F-4CBB-A2D2-5FA40BBD4FD3}">
      <dgm:prSet/>
      <dgm:spPr/>
      <dgm:t>
        <a:bodyPr/>
        <a:lstStyle/>
        <a:p>
          <a:endParaRPr lang="en-US"/>
        </a:p>
      </dgm:t>
    </dgm:pt>
    <dgm:pt modelId="{CF91A7B6-634B-4169-A086-7754D6911277}">
      <dgm:prSet phldrT="[Text]"/>
      <dgm:spPr/>
      <dgm:t>
        <a:bodyPr/>
        <a:lstStyle/>
        <a:p>
          <a:r>
            <a:rPr lang="en-US" b="1" dirty="0"/>
            <a:t>Analysis</a:t>
          </a:r>
        </a:p>
      </dgm:t>
    </dgm:pt>
    <dgm:pt modelId="{37B28C75-4468-4D05-9AED-7D0612E1E08D}" type="parTrans" cxnId="{36C8BED7-EDBF-4A45-8E82-B487BE1A2081}">
      <dgm:prSet/>
      <dgm:spPr/>
      <dgm:t>
        <a:bodyPr/>
        <a:lstStyle/>
        <a:p>
          <a:endParaRPr lang="en-US"/>
        </a:p>
      </dgm:t>
    </dgm:pt>
    <dgm:pt modelId="{44F33B34-7E24-4A8D-B065-40D7AF791CE1}" type="sibTrans" cxnId="{36C8BED7-EDBF-4A45-8E82-B487BE1A2081}">
      <dgm:prSet/>
      <dgm:spPr/>
      <dgm:t>
        <a:bodyPr/>
        <a:lstStyle/>
        <a:p>
          <a:endParaRPr lang="en-US"/>
        </a:p>
      </dgm:t>
    </dgm:pt>
    <dgm:pt modelId="{40430256-7510-467A-981C-9A8AFE3280CC}" type="pres">
      <dgm:prSet presAssocID="{D731D4C6-3E54-4897-B3F8-BA21ABAC7F3E}" presName="CompostProcess" presStyleCnt="0">
        <dgm:presLayoutVars>
          <dgm:dir/>
          <dgm:resizeHandles val="exact"/>
        </dgm:presLayoutVars>
      </dgm:prSet>
      <dgm:spPr/>
    </dgm:pt>
    <dgm:pt modelId="{D358F31D-E645-4994-AD07-3574D888BAAC}" type="pres">
      <dgm:prSet presAssocID="{D731D4C6-3E54-4897-B3F8-BA21ABAC7F3E}" presName="arrow" presStyleLbl="bgShp" presStyleIdx="0" presStyleCnt="1"/>
      <dgm:spPr/>
    </dgm:pt>
    <dgm:pt modelId="{313B2982-D5C1-4B1D-8F63-5BC01FFA5D35}" type="pres">
      <dgm:prSet presAssocID="{D731D4C6-3E54-4897-B3F8-BA21ABAC7F3E}" presName="linearProcess" presStyleCnt="0"/>
      <dgm:spPr/>
    </dgm:pt>
    <dgm:pt modelId="{65818B31-CB1F-46F5-A2A5-35E333BE9CC8}" type="pres">
      <dgm:prSet presAssocID="{C931C053-4AF5-444D-AFDD-8736582C6437}" presName="textNode" presStyleLbl="node1" presStyleIdx="0" presStyleCnt="7">
        <dgm:presLayoutVars>
          <dgm:bulletEnabled val="1"/>
        </dgm:presLayoutVars>
      </dgm:prSet>
      <dgm:spPr/>
    </dgm:pt>
    <dgm:pt modelId="{BF383597-0E92-4996-A869-F17F4E0DF243}" type="pres">
      <dgm:prSet presAssocID="{C5854B62-0269-4733-9E52-FE9BA4BDA23E}" presName="sibTrans" presStyleCnt="0"/>
      <dgm:spPr/>
    </dgm:pt>
    <dgm:pt modelId="{0A9C8A12-0E8D-492B-BAA3-6EF896226B16}" type="pres">
      <dgm:prSet presAssocID="{CF91A7B6-634B-4169-A086-7754D6911277}" presName="textNode" presStyleLbl="node1" presStyleIdx="1" presStyleCnt="7">
        <dgm:presLayoutVars>
          <dgm:bulletEnabled val="1"/>
        </dgm:presLayoutVars>
      </dgm:prSet>
      <dgm:spPr/>
    </dgm:pt>
    <dgm:pt modelId="{16DA8070-2C9A-4829-BBAC-A69334A62E48}" type="pres">
      <dgm:prSet presAssocID="{44F33B34-7E24-4A8D-B065-40D7AF791CE1}" presName="sibTrans" presStyleCnt="0"/>
      <dgm:spPr/>
    </dgm:pt>
    <dgm:pt modelId="{DF374868-A6BC-4D4F-BEF6-2D0BC6AAFC2A}" type="pres">
      <dgm:prSet presAssocID="{99E535DC-FA4A-4FB6-BF66-0849E8DFE9EE}" presName="textNode" presStyleLbl="node1" presStyleIdx="2" presStyleCnt="7">
        <dgm:presLayoutVars>
          <dgm:bulletEnabled val="1"/>
        </dgm:presLayoutVars>
      </dgm:prSet>
      <dgm:spPr/>
    </dgm:pt>
    <dgm:pt modelId="{8503756E-42C9-4181-B27D-971B2D72592A}" type="pres">
      <dgm:prSet presAssocID="{4D88C141-F91A-4014-8627-C1AD64F8778F}" presName="sibTrans" presStyleCnt="0"/>
      <dgm:spPr/>
    </dgm:pt>
    <dgm:pt modelId="{69B5EDF2-932B-4710-B213-A510420A07E7}" type="pres">
      <dgm:prSet presAssocID="{45BDF2C4-1E59-4DF6-B532-2A107BFAFEAD}" presName="textNode" presStyleLbl="node1" presStyleIdx="3" presStyleCnt="7">
        <dgm:presLayoutVars>
          <dgm:bulletEnabled val="1"/>
        </dgm:presLayoutVars>
      </dgm:prSet>
      <dgm:spPr/>
    </dgm:pt>
    <dgm:pt modelId="{1E203DA2-CB9B-47E0-89B9-621C52C7A044}" type="pres">
      <dgm:prSet presAssocID="{1C1DAA91-70C4-4525-814B-70C6DC6D94DF}" presName="sibTrans" presStyleCnt="0"/>
      <dgm:spPr/>
    </dgm:pt>
    <dgm:pt modelId="{22B51050-8773-4530-A265-D93887C3D06B}" type="pres">
      <dgm:prSet presAssocID="{F8B41342-A13E-4475-A688-96F2E363BC7F}" presName="textNode" presStyleLbl="node1" presStyleIdx="4" presStyleCnt="7">
        <dgm:presLayoutVars>
          <dgm:bulletEnabled val="1"/>
        </dgm:presLayoutVars>
      </dgm:prSet>
      <dgm:spPr/>
    </dgm:pt>
    <dgm:pt modelId="{031213C7-71A4-4C1F-B8A2-63E03C57F7E5}" type="pres">
      <dgm:prSet presAssocID="{B1F8E482-110F-4106-8C82-30C8F4C11A0F}" presName="sibTrans" presStyleCnt="0"/>
      <dgm:spPr/>
    </dgm:pt>
    <dgm:pt modelId="{07A001A5-35FA-4867-A3F6-9F23007D8594}" type="pres">
      <dgm:prSet presAssocID="{05068920-CF88-48AE-9D95-5C6BE4933B2B}" presName="textNode" presStyleLbl="node1" presStyleIdx="5" presStyleCnt="7">
        <dgm:presLayoutVars>
          <dgm:bulletEnabled val="1"/>
        </dgm:presLayoutVars>
      </dgm:prSet>
      <dgm:spPr/>
    </dgm:pt>
    <dgm:pt modelId="{2993E52B-F06C-4CAB-9C86-5578DCC1A9CD}" type="pres">
      <dgm:prSet presAssocID="{2D8FCA16-B25A-41FD-ACA3-E579B5F2AAFD}" presName="sibTrans" presStyleCnt="0"/>
      <dgm:spPr/>
    </dgm:pt>
    <dgm:pt modelId="{ED2BD155-6554-4544-93E7-E30435CE3D10}" type="pres">
      <dgm:prSet presAssocID="{1FF82381-7599-47B4-81CA-5DF8CEC90977}" presName="textNode" presStyleLbl="node1" presStyleIdx="6" presStyleCnt="7">
        <dgm:presLayoutVars>
          <dgm:bulletEnabled val="1"/>
        </dgm:presLayoutVars>
      </dgm:prSet>
      <dgm:spPr/>
    </dgm:pt>
  </dgm:ptLst>
  <dgm:cxnLst>
    <dgm:cxn modelId="{06A5611B-D764-4FBB-81BF-491E1DF8B62A}" type="presOf" srcId="{C931C053-4AF5-444D-AFDD-8736582C6437}" destId="{65818B31-CB1F-46F5-A2A5-35E333BE9CC8}" srcOrd="0" destOrd="0" presId="urn:microsoft.com/office/officeart/2005/8/layout/hProcess9"/>
    <dgm:cxn modelId="{30433421-4ABC-4670-BC3A-CBE41C01D63B}" type="presOf" srcId="{F8B41342-A13E-4475-A688-96F2E363BC7F}" destId="{22B51050-8773-4530-A265-D93887C3D06B}" srcOrd="0" destOrd="0" presId="urn:microsoft.com/office/officeart/2005/8/layout/hProcess9"/>
    <dgm:cxn modelId="{C289C23B-E8A6-4048-885D-2E37BAFE48C3}" type="presOf" srcId="{45BDF2C4-1E59-4DF6-B532-2A107BFAFEAD}" destId="{69B5EDF2-932B-4710-B213-A510420A07E7}" srcOrd="0" destOrd="0" presId="urn:microsoft.com/office/officeart/2005/8/layout/hProcess9"/>
    <dgm:cxn modelId="{B5395D6B-0040-45FE-830B-FE0B03526775}" srcId="{D731D4C6-3E54-4897-B3F8-BA21ABAC7F3E}" destId="{45BDF2C4-1E59-4DF6-B532-2A107BFAFEAD}" srcOrd="3" destOrd="0" parTransId="{40F13002-115E-4D61-BEB4-EAAA2621F64C}" sibTransId="{1C1DAA91-70C4-4525-814B-70C6DC6D94DF}"/>
    <dgm:cxn modelId="{8AF06C79-2F55-4E4A-B503-AFE5501D3968}" type="presOf" srcId="{05068920-CF88-48AE-9D95-5C6BE4933B2B}" destId="{07A001A5-35FA-4867-A3F6-9F23007D8594}" srcOrd="0" destOrd="0" presId="urn:microsoft.com/office/officeart/2005/8/layout/hProcess9"/>
    <dgm:cxn modelId="{75FD757C-027B-4495-A3CB-2C1EE7D900B1}" srcId="{D731D4C6-3E54-4897-B3F8-BA21ABAC7F3E}" destId="{F8B41342-A13E-4475-A688-96F2E363BC7F}" srcOrd="4" destOrd="0" parTransId="{37B29171-E488-40E6-B95E-0A8D0411DD2D}" sibTransId="{B1F8E482-110F-4106-8C82-30C8F4C11A0F}"/>
    <dgm:cxn modelId="{EA3A3F90-0370-47A0-95B4-3EF5BAC06E5E}" type="presOf" srcId="{CF91A7B6-634B-4169-A086-7754D6911277}" destId="{0A9C8A12-0E8D-492B-BAA3-6EF896226B16}" srcOrd="0" destOrd="0" presId="urn:microsoft.com/office/officeart/2005/8/layout/hProcess9"/>
    <dgm:cxn modelId="{E4CDCA90-6BAA-414A-99C7-15E13CC29A02}" srcId="{D731D4C6-3E54-4897-B3F8-BA21ABAC7F3E}" destId="{05068920-CF88-48AE-9D95-5C6BE4933B2B}" srcOrd="5" destOrd="0" parTransId="{9A8DEC1F-3D50-4040-98AB-F3C9FBE2D2AA}" sibTransId="{2D8FCA16-B25A-41FD-ACA3-E579B5F2AAFD}"/>
    <dgm:cxn modelId="{4A816498-A4EA-45F3-A836-CAC73F3742EB}" srcId="{D731D4C6-3E54-4897-B3F8-BA21ABAC7F3E}" destId="{99E535DC-FA4A-4FB6-BF66-0849E8DFE9EE}" srcOrd="2" destOrd="0" parTransId="{CC6BA52F-3BD2-499D-8D7E-3D73547DF61A}" sibTransId="{4D88C141-F91A-4014-8627-C1AD64F8778F}"/>
    <dgm:cxn modelId="{5E228DB2-A4C9-4187-852E-9B2DA3A3D480}" type="presOf" srcId="{D731D4C6-3E54-4897-B3F8-BA21ABAC7F3E}" destId="{40430256-7510-467A-981C-9A8AFE3280CC}" srcOrd="0" destOrd="0" presId="urn:microsoft.com/office/officeart/2005/8/layout/hProcess9"/>
    <dgm:cxn modelId="{7DD3C4D5-DC83-45C3-A4C2-8DA31D20E316}" srcId="{D731D4C6-3E54-4897-B3F8-BA21ABAC7F3E}" destId="{C931C053-4AF5-444D-AFDD-8736582C6437}" srcOrd="0" destOrd="0" parTransId="{934FAA71-8DC6-4EB2-8902-8F39FD0617CA}" sibTransId="{C5854B62-0269-4733-9E52-FE9BA4BDA23E}"/>
    <dgm:cxn modelId="{36C8BED7-EDBF-4A45-8E82-B487BE1A2081}" srcId="{D731D4C6-3E54-4897-B3F8-BA21ABAC7F3E}" destId="{CF91A7B6-634B-4169-A086-7754D6911277}" srcOrd="1" destOrd="0" parTransId="{37B28C75-4468-4D05-9AED-7D0612E1E08D}" sibTransId="{44F33B34-7E24-4A8D-B065-40D7AF791CE1}"/>
    <dgm:cxn modelId="{D455BBD8-A5E7-487C-A23B-A63E3E4E998B}" type="presOf" srcId="{99E535DC-FA4A-4FB6-BF66-0849E8DFE9EE}" destId="{DF374868-A6BC-4D4F-BEF6-2D0BC6AAFC2A}" srcOrd="0" destOrd="0" presId="urn:microsoft.com/office/officeart/2005/8/layout/hProcess9"/>
    <dgm:cxn modelId="{2B18BED8-F52F-4CBB-A2D2-5FA40BBD4FD3}" srcId="{D731D4C6-3E54-4897-B3F8-BA21ABAC7F3E}" destId="{1FF82381-7599-47B4-81CA-5DF8CEC90977}" srcOrd="6" destOrd="0" parTransId="{80A2759D-6FD5-44A3-ABE0-641F748D5CEA}" sibTransId="{3D5DA0FC-4DC0-43DD-A61C-DF021A0D6D99}"/>
    <dgm:cxn modelId="{A8D57AED-630B-481B-8629-00A8917A30C4}" type="presOf" srcId="{1FF82381-7599-47B4-81CA-5DF8CEC90977}" destId="{ED2BD155-6554-4544-93E7-E30435CE3D10}" srcOrd="0" destOrd="0" presId="urn:microsoft.com/office/officeart/2005/8/layout/hProcess9"/>
    <dgm:cxn modelId="{0A9918FC-8BD8-4797-8D9F-6FCA895647AA}" type="presParOf" srcId="{40430256-7510-467A-981C-9A8AFE3280CC}" destId="{D358F31D-E645-4994-AD07-3574D888BAAC}" srcOrd="0" destOrd="0" presId="urn:microsoft.com/office/officeart/2005/8/layout/hProcess9"/>
    <dgm:cxn modelId="{9939E319-EE82-4251-BC7C-E9A84242618D}" type="presParOf" srcId="{40430256-7510-467A-981C-9A8AFE3280CC}" destId="{313B2982-D5C1-4B1D-8F63-5BC01FFA5D35}" srcOrd="1" destOrd="0" presId="urn:microsoft.com/office/officeart/2005/8/layout/hProcess9"/>
    <dgm:cxn modelId="{30B9E52E-B3D3-41E8-BE6F-1EBC6CA3FA2A}" type="presParOf" srcId="{313B2982-D5C1-4B1D-8F63-5BC01FFA5D35}" destId="{65818B31-CB1F-46F5-A2A5-35E333BE9CC8}" srcOrd="0" destOrd="0" presId="urn:microsoft.com/office/officeart/2005/8/layout/hProcess9"/>
    <dgm:cxn modelId="{FD4136C0-8209-4FF6-A4F4-6F9DA38C012F}" type="presParOf" srcId="{313B2982-D5C1-4B1D-8F63-5BC01FFA5D35}" destId="{BF383597-0E92-4996-A869-F17F4E0DF243}" srcOrd="1" destOrd="0" presId="urn:microsoft.com/office/officeart/2005/8/layout/hProcess9"/>
    <dgm:cxn modelId="{6937F33B-2DCA-404D-A2F0-5AF0326137BD}" type="presParOf" srcId="{313B2982-D5C1-4B1D-8F63-5BC01FFA5D35}" destId="{0A9C8A12-0E8D-492B-BAA3-6EF896226B16}" srcOrd="2" destOrd="0" presId="urn:microsoft.com/office/officeart/2005/8/layout/hProcess9"/>
    <dgm:cxn modelId="{CDDDD8EF-ED3C-4922-9192-ECFEF1CC5C3D}" type="presParOf" srcId="{313B2982-D5C1-4B1D-8F63-5BC01FFA5D35}" destId="{16DA8070-2C9A-4829-BBAC-A69334A62E48}" srcOrd="3" destOrd="0" presId="urn:microsoft.com/office/officeart/2005/8/layout/hProcess9"/>
    <dgm:cxn modelId="{1AE4C74B-5949-418D-9CD1-ADC9CDA499EF}" type="presParOf" srcId="{313B2982-D5C1-4B1D-8F63-5BC01FFA5D35}" destId="{DF374868-A6BC-4D4F-BEF6-2D0BC6AAFC2A}" srcOrd="4" destOrd="0" presId="urn:microsoft.com/office/officeart/2005/8/layout/hProcess9"/>
    <dgm:cxn modelId="{DF3BE6B1-0D92-41A7-8B21-43F33D08C724}" type="presParOf" srcId="{313B2982-D5C1-4B1D-8F63-5BC01FFA5D35}" destId="{8503756E-42C9-4181-B27D-971B2D72592A}" srcOrd="5" destOrd="0" presId="urn:microsoft.com/office/officeart/2005/8/layout/hProcess9"/>
    <dgm:cxn modelId="{E155E7FB-30B8-4940-9948-BD978C43E798}" type="presParOf" srcId="{313B2982-D5C1-4B1D-8F63-5BC01FFA5D35}" destId="{69B5EDF2-932B-4710-B213-A510420A07E7}" srcOrd="6" destOrd="0" presId="urn:microsoft.com/office/officeart/2005/8/layout/hProcess9"/>
    <dgm:cxn modelId="{6B25F68D-1E10-4414-BC2B-538D5128A569}" type="presParOf" srcId="{313B2982-D5C1-4B1D-8F63-5BC01FFA5D35}" destId="{1E203DA2-CB9B-47E0-89B9-621C52C7A044}" srcOrd="7" destOrd="0" presId="urn:microsoft.com/office/officeart/2005/8/layout/hProcess9"/>
    <dgm:cxn modelId="{0AA913BB-922E-47C1-8DC9-E915970E84F4}" type="presParOf" srcId="{313B2982-D5C1-4B1D-8F63-5BC01FFA5D35}" destId="{22B51050-8773-4530-A265-D93887C3D06B}" srcOrd="8" destOrd="0" presId="urn:microsoft.com/office/officeart/2005/8/layout/hProcess9"/>
    <dgm:cxn modelId="{F13D1B38-7F27-454B-9005-C3A7E6AA1ED4}" type="presParOf" srcId="{313B2982-D5C1-4B1D-8F63-5BC01FFA5D35}" destId="{031213C7-71A4-4C1F-B8A2-63E03C57F7E5}" srcOrd="9" destOrd="0" presId="urn:microsoft.com/office/officeart/2005/8/layout/hProcess9"/>
    <dgm:cxn modelId="{634ED21E-38B1-4BFD-A363-032C124C004C}" type="presParOf" srcId="{313B2982-D5C1-4B1D-8F63-5BC01FFA5D35}" destId="{07A001A5-35FA-4867-A3F6-9F23007D8594}" srcOrd="10" destOrd="0" presId="urn:microsoft.com/office/officeart/2005/8/layout/hProcess9"/>
    <dgm:cxn modelId="{D986243E-52BD-4038-9D1D-FD00BD2007FC}" type="presParOf" srcId="{313B2982-D5C1-4B1D-8F63-5BC01FFA5D35}" destId="{2993E52B-F06C-4CAB-9C86-5578DCC1A9CD}" srcOrd="11" destOrd="0" presId="urn:microsoft.com/office/officeart/2005/8/layout/hProcess9"/>
    <dgm:cxn modelId="{C50CEAE1-3958-4B00-A3B2-7D14034105EA}" type="presParOf" srcId="{313B2982-D5C1-4B1D-8F63-5BC01FFA5D35}" destId="{ED2BD155-6554-4544-93E7-E30435CE3D10}" srcOrd="12"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731D4C6-3E54-4897-B3F8-BA21ABAC7F3E}" type="doc">
      <dgm:prSet loTypeId="urn:microsoft.com/office/officeart/2005/8/layout/hProcess9" loCatId="process" qsTypeId="urn:microsoft.com/office/officeart/2005/8/quickstyle/simple3" qsCatId="simple" csTypeId="urn:microsoft.com/office/officeart/2005/8/colors/colorful5" csCatId="colorful" phldr="1"/>
      <dgm:spPr/>
    </dgm:pt>
    <dgm:pt modelId="{C931C053-4AF5-444D-AFDD-8736582C6437}">
      <dgm:prSet phldrT="[Text]"/>
      <dgm:spPr/>
      <dgm:t>
        <a:bodyPr/>
        <a:lstStyle/>
        <a:p>
          <a:r>
            <a:rPr lang="en-US" b="1" i="0" dirty="0"/>
            <a:t>Planning</a:t>
          </a:r>
          <a:endParaRPr lang="en-US" dirty="0"/>
        </a:p>
      </dgm:t>
    </dgm:pt>
    <dgm:pt modelId="{934FAA71-8DC6-4EB2-8902-8F39FD0617CA}" type="parTrans" cxnId="{7DD3C4D5-DC83-45C3-A4C2-8DA31D20E316}">
      <dgm:prSet/>
      <dgm:spPr/>
      <dgm:t>
        <a:bodyPr/>
        <a:lstStyle/>
        <a:p>
          <a:endParaRPr lang="en-US"/>
        </a:p>
      </dgm:t>
    </dgm:pt>
    <dgm:pt modelId="{C5854B62-0269-4733-9E52-FE9BA4BDA23E}" type="sibTrans" cxnId="{7DD3C4D5-DC83-45C3-A4C2-8DA31D20E316}">
      <dgm:prSet/>
      <dgm:spPr/>
      <dgm:t>
        <a:bodyPr/>
        <a:lstStyle/>
        <a:p>
          <a:endParaRPr lang="en-US"/>
        </a:p>
      </dgm:t>
    </dgm:pt>
    <dgm:pt modelId="{99E535DC-FA4A-4FB6-BF66-0849E8DFE9EE}">
      <dgm:prSet phldrT="[Text]"/>
      <dgm:spPr/>
      <dgm:t>
        <a:bodyPr/>
        <a:lstStyle/>
        <a:p>
          <a:r>
            <a:rPr lang="en-US" b="1" i="0" dirty="0"/>
            <a:t>Design</a:t>
          </a:r>
          <a:endParaRPr lang="en-US" dirty="0"/>
        </a:p>
      </dgm:t>
    </dgm:pt>
    <dgm:pt modelId="{CC6BA52F-3BD2-499D-8D7E-3D73547DF61A}" type="parTrans" cxnId="{4A816498-A4EA-45F3-A836-CAC73F3742EB}">
      <dgm:prSet/>
      <dgm:spPr/>
      <dgm:t>
        <a:bodyPr/>
        <a:lstStyle/>
        <a:p>
          <a:endParaRPr lang="en-US"/>
        </a:p>
      </dgm:t>
    </dgm:pt>
    <dgm:pt modelId="{4D88C141-F91A-4014-8627-C1AD64F8778F}" type="sibTrans" cxnId="{4A816498-A4EA-45F3-A836-CAC73F3742EB}">
      <dgm:prSet/>
      <dgm:spPr/>
      <dgm:t>
        <a:bodyPr/>
        <a:lstStyle/>
        <a:p>
          <a:endParaRPr lang="en-US"/>
        </a:p>
      </dgm:t>
    </dgm:pt>
    <dgm:pt modelId="{45BDF2C4-1E59-4DF6-B532-2A107BFAFEAD}">
      <dgm:prSet phldrT="[Text]"/>
      <dgm:spPr/>
      <dgm:t>
        <a:bodyPr/>
        <a:lstStyle/>
        <a:p>
          <a:r>
            <a:rPr lang="en-US" b="1" i="0" dirty="0"/>
            <a:t>Development</a:t>
          </a:r>
          <a:endParaRPr lang="en-US" dirty="0"/>
        </a:p>
      </dgm:t>
    </dgm:pt>
    <dgm:pt modelId="{40F13002-115E-4D61-BEB4-EAAA2621F64C}" type="parTrans" cxnId="{B5395D6B-0040-45FE-830B-FE0B03526775}">
      <dgm:prSet/>
      <dgm:spPr/>
      <dgm:t>
        <a:bodyPr/>
        <a:lstStyle/>
        <a:p>
          <a:endParaRPr lang="en-US"/>
        </a:p>
      </dgm:t>
    </dgm:pt>
    <dgm:pt modelId="{1C1DAA91-70C4-4525-814B-70C6DC6D94DF}" type="sibTrans" cxnId="{B5395D6B-0040-45FE-830B-FE0B03526775}">
      <dgm:prSet/>
      <dgm:spPr/>
      <dgm:t>
        <a:bodyPr/>
        <a:lstStyle/>
        <a:p>
          <a:endParaRPr lang="en-US"/>
        </a:p>
      </dgm:t>
    </dgm:pt>
    <dgm:pt modelId="{F8B41342-A13E-4475-A688-96F2E363BC7F}">
      <dgm:prSet phldrT="[Text]"/>
      <dgm:spPr/>
      <dgm:t>
        <a:bodyPr/>
        <a:lstStyle/>
        <a:p>
          <a:r>
            <a:rPr lang="en-US" b="1" i="0" dirty="0"/>
            <a:t>Testing</a:t>
          </a:r>
          <a:endParaRPr lang="en-US" dirty="0"/>
        </a:p>
      </dgm:t>
    </dgm:pt>
    <dgm:pt modelId="{37B29171-E488-40E6-B95E-0A8D0411DD2D}" type="parTrans" cxnId="{75FD757C-027B-4495-A3CB-2C1EE7D900B1}">
      <dgm:prSet/>
      <dgm:spPr/>
      <dgm:t>
        <a:bodyPr/>
        <a:lstStyle/>
        <a:p>
          <a:endParaRPr lang="en-US"/>
        </a:p>
      </dgm:t>
    </dgm:pt>
    <dgm:pt modelId="{B1F8E482-110F-4106-8C82-30C8F4C11A0F}" type="sibTrans" cxnId="{75FD757C-027B-4495-A3CB-2C1EE7D900B1}">
      <dgm:prSet/>
      <dgm:spPr/>
      <dgm:t>
        <a:bodyPr/>
        <a:lstStyle/>
        <a:p>
          <a:endParaRPr lang="en-US"/>
        </a:p>
      </dgm:t>
    </dgm:pt>
    <dgm:pt modelId="{05068920-CF88-48AE-9D95-5C6BE4933B2B}">
      <dgm:prSet phldrT="[Text]"/>
      <dgm:spPr/>
      <dgm:t>
        <a:bodyPr/>
        <a:lstStyle/>
        <a:p>
          <a:r>
            <a:rPr lang="en-US" b="1" i="0" dirty="0"/>
            <a:t>Deployment</a:t>
          </a:r>
          <a:endParaRPr lang="en-US" dirty="0"/>
        </a:p>
      </dgm:t>
    </dgm:pt>
    <dgm:pt modelId="{9A8DEC1F-3D50-4040-98AB-F3C9FBE2D2AA}" type="parTrans" cxnId="{E4CDCA90-6BAA-414A-99C7-15E13CC29A02}">
      <dgm:prSet/>
      <dgm:spPr/>
      <dgm:t>
        <a:bodyPr/>
        <a:lstStyle/>
        <a:p>
          <a:endParaRPr lang="en-US"/>
        </a:p>
      </dgm:t>
    </dgm:pt>
    <dgm:pt modelId="{2D8FCA16-B25A-41FD-ACA3-E579B5F2AAFD}" type="sibTrans" cxnId="{E4CDCA90-6BAA-414A-99C7-15E13CC29A02}">
      <dgm:prSet/>
      <dgm:spPr/>
      <dgm:t>
        <a:bodyPr/>
        <a:lstStyle/>
        <a:p>
          <a:endParaRPr lang="en-US"/>
        </a:p>
      </dgm:t>
    </dgm:pt>
    <dgm:pt modelId="{1FF82381-7599-47B4-81CA-5DF8CEC90977}">
      <dgm:prSet phldrT="[Text]"/>
      <dgm:spPr/>
      <dgm:t>
        <a:bodyPr/>
        <a:lstStyle/>
        <a:p>
          <a:r>
            <a:rPr lang="en-US" b="1" i="0" dirty="0"/>
            <a:t>Maintenance</a:t>
          </a:r>
          <a:endParaRPr lang="en-US" dirty="0"/>
        </a:p>
      </dgm:t>
    </dgm:pt>
    <dgm:pt modelId="{80A2759D-6FD5-44A3-ABE0-641F748D5CEA}" type="parTrans" cxnId="{2B18BED8-F52F-4CBB-A2D2-5FA40BBD4FD3}">
      <dgm:prSet/>
      <dgm:spPr/>
      <dgm:t>
        <a:bodyPr/>
        <a:lstStyle/>
        <a:p>
          <a:endParaRPr lang="en-US"/>
        </a:p>
      </dgm:t>
    </dgm:pt>
    <dgm:pt modelId="{3D5DA0FC-4DC0-43DD-A61C-DF021A0D6D99}" type="sibTrans" cxnId="{2B18BED8-F52F-4CBB-A2D2-5FA40BBD4FD3}">
      <dgm:prSet/>
      <dgm:spPr/>
      <dgm:t>
        <a:bodyPr/>
        <a:lstStyle/>
        <a:p>
          <a:endParaRPr lang="en-US"/>
        </a:p>
      </dgm:t>
    </dgm:pt>
    <dgm:pt modelId="{CF91A7B6-634B-4169-A086-7754D6911277}">
      <dgm:prSet phldrT="[Text]"/>
      <dgm:spPr/>
      <dgm:t>
        <a:bodyPr/>
        <a:lstStyle/>
        <a:p>
          <a:r>
            <a:rPr lang="en-US" b="1" dirty="0"/>
            <a:t>Analysis</a:t>
          </a:r>
        </a:p>
      </dgm:t>
    </dgm:pt>
    <dgm:pt modelId="{37B28C75-4468-4D05-9AED-7D0612E1E08D}" type="parTrans" cxnId="{36C8BED7-EDBF-4A45-8E82-B487BE1A2081}">
      <dgm:prSet/>
      <dgm:spPr/>
      <dgm:t>
        <a:bodyPr/>
        <a:lstStyle/>
        <a:p>
          <a:endParaRPr lang="en-US"/>
        </a:p>
      </dgm:t>
    </dgm:pt>
    <dgm:pt modelId="{44F33B34-7E24-4A8D-B065-40D7AF791CE1}" type="sibTrans" cxnId="{36C8BED7-EDBF-4A45-8E82-B487BE1A2081}">
      <dgm:prSet/>
      <dgm:spPr/>
      <dgm:t>
        <a:bodyPr/>
        <a:lstStyle/>
        <a:p>
          <a:endParaRPr lang="en-US"/>
        </a:p>
      </dgm:t>
    </dgm:pt>
    <dgm:pt modelId="{40430256-7510-467A-981C-9A8AFE3280CC}" type="pres">
      <dgm:prSet presAssocID="{D731D4C6-3E54-4897-B3F8-BA21ABAC7F3E}" presName="CompostProcess" presStyleCnt="0">
        <dgm:presLayoutVars>
          <dgm:dir/>
          <dgm:resizeHandles val="exact"/>
        </dgm:presLayoutVars>
      </dgm:prSet>
      <dgm:spPr/>
    </dgm:pt>
    <dgm:pt modelId="{D358F31D-E645-4994-AD07-3574D888BAAC}" type="pres">
      <dgm:prSet presAssocID="{D731D4C6-3E54-4897-B3F8-BA21ABAC7F3E}" presName="arrow" presStyleLbl="bgShp" presStyleIdx="0" presStyleCnt="1"/>
      <dgm:spPr/>
    </dgm:pt>
    <dgm:pt modelId="{313B2982-D5C1-4B1D-8F63-5BC01FFA5D35}" type="pres">
      <dgm:prSet presAssocID="{D731D4C6-3E54-4897-B3F8-BA21ABAC7F3E}" presName="linearProcess" presStyleCnt="0"/>
      <dgm:spPr/>
    </dgm:pt>
    <dgm:pt modelId="{65818B31-CB1F-46F5-A2A5-35E333BE9CC8}" type="pres">
      <dgm:prSet presAssocID="{C931C053-4AF5-444D-AFDD-8736582C6437}" presName="textNode" presStyleLbl="node1" presStyleIdx="0" presStyleCnt="7">
        <dgm:presLayoutVars>
          <dgm:bulletEnabled val="1"/>
        </dgm:presLayoutVars>
      </dgm:prSet>
      <dgm:spPr/>
    </dgm:pt>
    <dgm:pt modelId="{BF383597-0E92-4996-A869-F17F4E0DF243}" type="pres">
      <dgm:prSet presAssocID="{C5854B62-0269-4733-9E52-FE9BA4BDA23E}" presName="sibTrans" presStyleCnt="0"/>
      <dgm:spPr/>
    </dgm:pt>
    <dgm:pt modelId="{0A9C8A12-0E8D-492B-BAA3-6EF896226B16}" type="pres">
      <dgm:prSet presAssocID="{CF91A7B6-634B-4169-A086-7754D6911277}" presName="textNode" presStyleLbl="node1" presStyleIdx="1" presStyleCnt="7">
        <dgm:presLayoutVars>
          <dgm:bulletEnabled val="1"/>
        </dgm:presLayoutVars>
      </dgm:prSet>
      <dgm:spPr/>
    </dgm:pt>
    <dgm:pt modelId="{16DA8070-2C9A-4829-BBAC-A69334A62E48}" type="pres">
      <dgm:prSet presAssocID="{44F33B34-7E24-4A8D-B065-40D7AF791CE1}" presName="sibTrans" presStyleCnt="0"/>
      <dgm:spPr/>
    </dgm:pt>
    <dgm:pt modelId="{DF374868-A6BC-4D4F-BEF6-2D0BC6AAFC2A}" type="pres">
      <dgm:prSet presAssocID="{99E535DC-FA4A-4FB6-BF66-0849E8DFE9EE}" presName="textNode" presStyleLbl="node1" presStyleIdx="2" presStyleCnt="7">
        <dgm:presLayoutVars>
          <dgm:bulletEnabled val="1"/>
        </dgm:presLayoutVars>
      </dgm:prSet>
      <dgm:spPr/>
    </dgm:pt>
    <dgm:pt modelId="{8503756E-42C9-4181-B27D-971B2D72592A}" type="pres">
      <dgm:prSet presAssocID="{4D88C141-F91A-4014-8627-C1AD64F8778F}" presName="sibTrans" presStyleCnt="0"/>
      <dgm:spPr/>
    </dgm:pt>
    <dgm:pt modelId="{69B5EDF2-932B-4710-B213-A510420A07E7}" type="pres">
      <dgm:prSet presAssocID="{45BDF2C4-1E59-4DF6-B532-2A107BFAFEAD}" presName="textNode" presStyleLbl="node1" presStyleIdx="3" presStyleCnt="7">
        <dgm:presLayoutVars>
          <dgm:bulletEnabled val="1"/>
        </dgm:presLayoutVars>
      </dgm:prSet>
      <dgm:spPr/>
    </dgm:pt>
    <dgm:pt modelId="{1E203DA2-CB9B-47E0-89B9-621C52C7A044}" type="pres">
      <dgm:prSet presAssocID="{1C1DAA91-70C4-4525-814B-70C6DC6D94DF}" presName="sibTrans" presStyleCnt="0"/>
      <dgm:spPr/>
    </dgm:pt>
    <dgm:pt modelId="{22B51050-8773-4530-A265-D93887C3D06B}" type="pres">
      <dgm:prSet presAssocID="{F8B41342-A13E-4475-A688-96F2E363BC7F}" presName="textNode" presStyleLbl="node1" presStyleIdx="4" presStyleCnt="7">
        <dgm:presLayoutVars>
          <dgm:bulletEnabled val="1"/>
        </dgm:presLayoutVars>
      </dgm:prSet>
      <dgm:spPr/>
    </dgm:pt>
    <dgm:pt modelId="{031213C7-71A4-4C1F-B8A2-63E03C57F7E5}" type="pres">
      <dgm:prSet presAssocID="{B1F8E482-110F-4106-8C82-30C8F4C11A0F}" presName="sibTrans" presStyleCnt="0"/>
      <dgm:spPr/>
    </dgm:pt>
    <dgm:pt modelId="{07A001A5-35FA-4867-A3F6-9F23007D8594}" type="pres">
      <dgm:prSet presAssocID="{05068920-CF88-48AE-9D95-5C6BE4933B2B}" presName="textNode" presStyleLbl="node1" presStyleIdx="5" presStyleCnt="7">
        <dgm:presLayoutVars>
          <dgm:bulletEnabled val="1"/>
        </dgm:presLayoutVars>
      </dgm:prSet>
      <dgm:spPr/>
    </dgm:pt>
    <dgm:pt modelId="{2993E52B-F06C-4CAB-9C86-5578DCC1A9CD}" type="pres">
      <dgm:prSet presAssocID="{2D8FCA16-B25A-41FD-ACA3-E579B5F2AAFD}" presName="sibTrans" presStyleCnt="0"/>
      <dgm:spPr/>
    </dgm:pt>
    <dgm:pt modelId="{ED2BD155-6554-4544-93E7-E30435CE3D10}" type="pres">
      <dgm:prSet presAssocID="{1FF82381-7599-47B4-81CA-5DF8CEC90977}" presName="textNode" presStyleLbl="node1" presStyleIdx="6" presStyleCnt="7">
        <dgm:presLayoutVars>
          <dgm:bulletEnabled val="1"/>
        </dgm:presLayoutVars>
      </dgm:prSet>
      <dgm:spPr/>
    </dgm:pt>
  </dgm:ptLst>
  <dgm:cxnLst>
    <dgm:cxn modelId="{06A5611B-D764-4FBB-81BF-491E1DF8B62A}" type="presOf" srcId="{C931C053-4AF5-444D-AFDD-8736582C6437}" destId="{65818B31-CB1F-46F5-A2A5-35E333BE9CC8}" srcOrd="0" destOrd="0" presId="urn:microsoft.com/office/officeart/2005/8/layout/hProcess9"/>
    <dgm:cxn modelId="{30433421-4ABC-4670-BC3A-CBE41C01D63B}" type="presOf" srcId="{F8B41342-A13E-4475-A688-96F2E363BC7F}" destId="{22B51050-8773-4530-A265-D93887C3D06B}" srcOrd="0" destOrd="0" presId="urn:microsoft.com/office/officeart/2005/8/layout/hProcess9"/>
    <dgm:cxn modelId="{C289C23B-E8A6-4048-885D-2E37BAFE48C3}" type="presOf" srcId="{45BDF2C4-1E59-4DF6-B532-2A107BFAFEAD}" destId="{69B5EDF2-932B-4710-B213-A510420A07E7}" srcOrd="0" destOrd="0" presId="urn:microsoft.com/office/officeart/2005/8/layout/hProcess9"/>
    <dgm:cxn modelId="{B5395D6B-0040-45FE-830B-FE0B03526775}" srcId="{D731D4C6-3E54-4897-B3F8-BA21ABAC7F3E}" destId="{45BDF2C4-1E59-4DF6-B532-2A107BFAFEAD}" srcOrd="3" destOrd="0" parTransId="{40F13002-115E-4D61-BEB4-EAAA2621F64C}" sibTransId="{1C1DAA91-70C4-4525-814B-70C6DC6D94DF}"/>
    <dgm:cxn modelId="{8AF06C79-2F55-4E4A-B503-AFE5501D3968}" type="presOf" srcId="{05068920-CF88-48AE-9D95-5C6BE4933B2B}" destId="{07A001A5-35FA-4867-A3F6-9F23007D8594}" srcOrd="0" destOrd="0" presId="urn:microsoft.com/office/officeart/2005/8/layout/hProcess9"/>
    <dgm:cxn modelId="{75FD757C-027B-4495-A3CB-2C1EE7D900B1}" srcId="{D731D4C6-3E54-4897-B3F8-BA21ABAC7F3E}" destId="{F8B41342-A13E-4475-A688-96F2E363BC7F}" srcOrd="4" destOrd="0" parTransId="{37B29171-E488-40E6-B95E-0A8D0411DD2D}" sibTransId="{B1F8E482-110F-4106-8C82-30C8F4C11A0F}"/>
    <dgm:cxn modelId="{EA3A3F90-0370-47A0-95B4-3EF5BAC06E5E}" type="presOf" srcId="{CF91A7B6-634B-4169-A086-7754D6911277}" destId="{0A9C8A12-0E8D-492B-BAA3-6EF896226B16}" srcOrd="0" destOrd="0" presId="urn:microsoft.com/office/officeart/2005/8/layout/hProcess9"/>
    <dgm:cxn modelId="{E4CDCA90-6BAA-414A-99C7-15E13CC29A02}" srcId="{D731D4C6-3E54-4897-B3F8-BA21ABAC7F3E}" destId="{05068920-CF88-48AE-9D95-5C6BE4933B2B}" srcOrd="5" destOrd="0" parTransId="{9A8DEC1F-3D50-4040-98AB-F3C9FBE2D2AA}" sibTransId="{2D8FCA16-B25A-41FD-ACA3-E579B5F2AAFD}"/>
    <dgm:cxn modelId="{4A816498-A4EA-45F3-A836-CAC73F3742EB}" srcId="{D731D4C6-3E54-4897-B3F8-BA21ABAC7F3E}" destId="{99E535DC-FA4A-4FB6-BF66-0849E8DFE9EE}" srcOrd="2" destOrd="0" parTransId="{CC6BA52F-3BD2-499D-8D7E-3D73547DF61A}" sibTransId="{4D88C141-F91A-4014-8627-C1AD64F8778F}"/>
    <dgm:cxn modelId="{5E228DB2-A4C9-4187-852E-9B2DA3A3D480}" type="presOf" srcId="{D731D4C6-3E54-4897-B3F8-BA21ABAC7F3E}" destId="{40430256-7510-467A-981C-9A8AFE3280CC}" srcOrd="0" destOrd="0" presId="urn:microsoft.com/office/officeart/2005/8/layout/hProcess9"/>
    <dgm:cxn modelId="{7DD3C4D5-DC83-45C3-A4C2-8DA31D20E316}" srcId="{D731D4C6-3E54-4897-B3F8-BA21ABAC7F3E}" destId="{C931C053-4AF5-444D-AFDD-8736582C6437}" srcOrd="0" destOrd="0" parTransId="{934FAA71-8DC6-4EB2-8902-8F39FD0617CA}" sibTransId="{C5854B62-0269-4733-9E52-FE9BA4BDA23E}"/>
    <dgm:cxn modelId="{36C8BED7-EDBF-4A45-8E82-B487BE1A2081}" srcId="{D731D4C6-3E54-4897-B3F8-BA21ABAC7F3E}" destId="{CF91A7B6-634B-4169-A086-7754D6911277}" srcOrd="1" destOrd="0" parTransId="{37B28C75-4468-4D05-9AED-7D0612E1E08D}" sibTransId="{44F33B34-7E24-4A8D-B065-40D7AF791CE1}"/>
    <dgm:cxn modelId="{D455BBD8-A5E7-487C-A23B-A63E3E4E998B}" type="presOf" srcId="{99E535DC-FA4A-4FB6-BF66-0849E8DFE9EE}" destId="{DF374868-A6BC-4D4F-BEF6-2D0BC6AAFC2A}" srcOrd="0" destOrd="0" presId="urn:microsoft.com/office/officeart/2005/8/layout/hProcess9"/>
    <dgm:cxn modelId="{2B18BED8-F52F-4CBB-A2D2-5FA40BBD4FD3}" srcId="{D731D4C6-3E54-4897-B3F8-BA21ABAC7F3E}" destId="{1FF82381-7599-47B4-81CA-5DF8CEC90977}" srcOrd="6" destOrd="0" parTransId="{80A2759D-6FD5-44A3-ABE0-641F748D5CEA}" sibTransId="{3D5DA0FC-4DC0-43DD-A61C-DF021A0D6D99}"/>
    <dgm:cxn modelId="{A8D57AED-630B-481B-8629-00A8917A30C4}" type="presOf" srcId="{1FF82381-7599-47B4-81CA-5DF8CEC90977}" destId="{ED2BD155-6554-4544-93E7-E30435CE3D10}" srcOrd="0" destOrd="0" presId="urn:microsoft.com/office/officeart/2005/8/layout/hProcess9"/>
    <dgm:cxn modelId="{0A9918FC-8BD8-4797-8D9F-6FCA895647AA}" type="presParOf" srcId="{40430256-7510-467A-981C-9A8AFE3280CC}" destId="{D358F31D-E645-4994-AD07-3574D888BAAC}" srcOrd="0" destOrd="0" presId="urn:microsoft.com/office/officeart/2005/8/layout/hProcess9"/>
    <dgm:cxn modelId="{9939E319-EE82-4251-BC7C-E9A84242618D}" type="presParOf" srcId="{40430256-7510-467A-981C-9A8AFE3280CC}" destId="{313B2982-D5C1-4B1D-8F63-5BC01FFA5D35}" srcOrd="1" destOrd="0" presId="urn:microsoft.com/office/officeart/2005/8/layout/hProcess9"/>
    <dgm:cxn modelId="{30B9E52E-B3D3-41E8-BE6F-1EBC6CA3FA2A}" type="presParOf" srcId="{313B2982-D5C1-4B1D-8F63-5BC01FFA5D35}" destId="{65818B31-CB1F-46F5-A2A5-35E333BE9CC8}" srcOrd="0" destOrd="0" presId="urn:microsoft.com/office/officeart/2005/8/layout/hProcess9"/>
    <dgm:cxn modelId="{FD4136C0-8209-4FF6-A4F4-6F9DA38C012F}" type="presParOf" srcId="{313B2982-D5C1-4B1D-8F63-5BC01FFA5D35}" destId="{BF383597-0E92-4996-A869-F17F4E0DF243}" srcOrd="1" destOrd="0" presId="urn:microsoft.com/office/officeart/2005/8/layout/hProcess9"/>
    <dgm:cxn modelId="{6937F33B-2DCA-404D-A2F0-5AF0326137BD}" type="presParOf" srcId="{313B2982-D5C1-4B1D-8F63-5BC01FFA5D35}" destId="{0A9C8A12-0E8D-492B-BAA3-6EF896226B16}" srcOrd="2" destOrd="0" presId="urn:microsoft.com/office/officeart/2005/8/layout/hProcess9"/>
    <dgm:cxn modelId="{CDDDD8EF-ED3C-4922-9192-ECFEF1CC5C3D}" type="presParOf" srcId="{313B2982-D5C1-4B1D-8F63-5BC01FFA5D35}" destId="{16DA8070-2C9A-4829-BBAC-A69334A62E48}" srcOrd="3" destOrd="0" presId="urn:microsoft.com/office/officeart/2005/8/layout/hProcess9"/>
    <dgm:cxn modelId="{1AE4C74B-5949-418D-9CD1-ADC9CDA499EF}" type="presParOf" srcId="{313B2982-D5C1-4B1D-8F63-5BC01FFA5D35}" destId="{DF374868-A6BC-4D4F-BEF6-2D0BC6AAFC2A}" srcOrd="4" destOrd="0" presId="urn:microsoft.com/office/officeart/2005/8/layout/hProcess9"/>
    <dgm:cxn modelId="{DF3BE6B1-0D92-41A7-8B21-43F33D08C724}" type="presParOf" srcId="{313B2982-D5C1-4B1D-8F63-5BC01FFA5D35}" destId="{8503756E-42C9-4181-B27D-971B2D72592A}" srcOrd="5" destOrd="0" presId="urn:microsoft.com/office/officeart/2005/8/layout/hProcess9"/>
    <dgm:cxn modelId="{E155E7FB-30B8-4940-9948-BD978C43E798}" type="presParOf" srcId="{313B2982-D5C1-4B1D-8F63-5BC01FFA5D35}" destId="{69B5EDF2-932B-4710-B213-A510420A07E7}" srcOrd="6" destOrd="0" presId="urn:microsoft.com/office/officeart/2005/8/layout/hProcess9"/>
    <dgm:cxn modelId="{6B25F68D-1E10-4414-BC2B-538D5128A569}" type="presParOf" srcId="{313B2982-D5C1-4B1D-8F63-5BC01FFA5D35}" destId="{1E203DA2-CB9B-47E0-89B9-621C52C7A044}" srcOrd="7" destOrd="0" presId="urn:microsoft.com/office/officeart/2005/8/layout/hProcess9"/>
    <dgm:cxn modelId="{0AA913BB-922E-47C1-8DC9-E915970E84F4}" type="presParOf" srcId="{313B2982-D5C1-4B1D-8F63-5BC01FFA5D35}" destId="{22B51050-8773-4530-A265-D93887C3D06B}" srcOrd="8" destOrd="0" presId="urn:microsoft.com/office/officeart/2005/8/layout/hProcess9"/>
    <dgm:cxn modelId="{F13D1B38-7F27-454B-9005-C3A7E6AA1ED4}" type="presParOf" srcId="{313B2982-D5C1-4B1D-8F63-5BC01FFA5D35}" destId="{031213C7-71A4-4C1F-B8A2-63E03C57F7E5}" srcOrd="9" destOrd="0" presId="urn:microsoft.com/office/officeart/2005/8/layout/hProcess9"/>
    <dgm:cxn modelId="{634ED21E-38B1-4BFD-A363-032C124C004C}" type="presParOf" srcId="{313B2982-D5C1-4B1D-8F63-5BC01FFA5D35}" destId="{07A001A5-35FA-4867-A3F6-9F23007D8594}" srcOrd="10" destOrd="0" presId="urn:microsoft.com/office/officeart/2005/8/layout/hProcess9"/>
    <dgm:cxn modelId="{D986243E-52BD-4038-9D1D-FD00BD2007FC}" type="presParOf" srcId="{313B2982-D5C1-4B1D-8F63-5BC01FFA5D35}" destId="{2993E52B-F06C-4CAB-9C86-5578DCC1A9CD}" srcOrd="11" destOrd="0" presId="urn:microsoft.com/office/officeart/2005/8/layout/hProcess9"/>
    <dgm:cxn modelId="{C50CEAE1-3958-4B00-A3B2-7D14034105EA}" type="presParOf" srcId="{313B2982-D5C1-4B1D-8F63-5BC01FFA5D35}" destId="{ED2BD155-6554-4544-93E7-E30435CE3D10}" srcOrd="12"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58F31D-E645-4994-AD07-3574D888BAAC}">
      <dsp:nvSpPr>
        <dsp:cNvPr id="0" name=""/>
        <dsp:cNvSpPr/>
      </dsp:nvSpPr>
      <dsp:spPr>
        <a:xfrm>
          <a:off x="799782" y="0"/>
          <a:ext cx="9064200" cy="3733800"/>
        </a:xfrm>
        <a:prstGeom prst="rightArrow">
          <a:avLst/>
        </a:prstGeom>
        <a:solidFill>
          <a:schemeClr val="accent5">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65818B31-CB1F-46F5-A2A5-35E333BE9CC8}">
      <dsp:nvSpPr>
        <dsp:cNvPr id="0" name=""/>
        <dsp:cNvSpPr/>
      </dsp:nvSpPr>
      <dsp:spPr>
        <a:xfrm>
          <a:off x="8242" y="1120140"/>
          <a:ext cx="1398082" cy="1493520"/>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Planning</a:t>
          </a:r>
          <a:endParaRPr lang="en-US" sz="1600" kern="1200" dirty="0"/>
        </a:p>
      </dsp:txBody>
      <dsp:txXfrm>
        <a:off x="76491" y="1188389"/>
        <a:ext cx="1261584" cy="1357022"/>
      </dsp:txXfrm>
    </dsp:sp>
    <dsp:sp modelId="{0A9C8A12-0E8D-492B-BAA3-6EF896226B16}">
      <dsp:nvSpPr>
        <dsp:cNvPr id="0" name=""/>
        <dsp:cNvSpPr/>
      </dsp:nvSpPr>
      <dsp:spPr>
        <a:xfrm>
          <a:off x="1549775" y="1120140"/>
          <a:ext cx="1398082" cy="1493520"/>
        </a:xfrm>
        <a:prstGeom prst="roundRect">
          <a:avLst/>
        </a:prstGeom>
        <a:gradFill rotWithShape="0">
          <a:gsLst>
            <a:gs pos="0">
              <a:schemeClr val="accent5">
                <a:hueOff val="-1655646"/>
                <a:satOff val="6635"/>
                <a:lumOff val="1438"/>
                <a:alphaOff val="0"/>
                <a:tint val="50000"/>
                <a:satMod val="300000"/>
              </a:schemeClr>
            </a:gs>
            <a:gs pos="35000">
              <a:schemeClr val="accent5">
                <a:hueOff val="-1655646"/>
                <a:satOff val="6635"/>
                <a:lumOff val="1438"/>
                <a:alphaOff val="0"/>
                <a:tint val="37000"/>
                <a:satMod val="300000"/>
              </a:schemeClr>
            </a:gs>
            <a:gs pos="100000">
              <a:schemeClr val="accent5">
                <a:hueOff val="-1655646"/>
                <a:satOff val="6635"/>
                <a:lumOff val="143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Analysis</a:t>
          </a:r>
        </a:p>
      </dsp:txBody>
      <dsp:txXfrm>
        <a:off x="1618024" y="1188389"/>
        <a:ext cx="1261584" cy="1357022"/>
      </dsp:txXfrm>
    </dsp:sp>
    <dsp:sp modelId="{DF374868-A6BC-4D4F-BEF6-2D0BC6AAFC2A}">
      <dsp:nvSpPr>
        <dsp:cNvPr id="0" name=""/>
        <dsp:cNvSpPr/>
      </dsp:nvSpPr>
      <dsp:spPr>
        <a:xfrm>
          <a:off x="3091308" y="1120140"/>
          <a:ext cx="1398082" cy="1493520"/>
        </a:xfrm>
        <a:prstGeom prst="roundRect">
          <a:avLst/>
        </a:prstGeom>
        <a:gradFill rotWithShape="0">
          <a:gsLst>
            <a:gs pos="0">
              <a:schemeClr val="accent5">
                <a:hueOff val="-3311292"/>
                <a:satOff val="13270"/>
                <a:lumOff val="2876"/>
                <a:alphaOff val="0"/>
                <a:tint val="50000"/>
                <a:satMod val="300000"/>
              </a:schemeClr>
            </a:gs>
            <a:gs pos="35000">
              <a:schemeClr val="accent5">
                <a:hueOff val="-3311292"/>
                <a:satOff val="13270"/>
                <a:lumOff val="2876"/>
                <a:alphaOff val="0"/>
                <a:tint val="37000"/>
                <a:satMod val="300000"/>
              </a:schemeClr>
            </a:gs>
            <a:gs pos="100000">
              <a:schemeClr val="accent5">
                <a:hueOff val="-3311292"/>
                <a:satOff val="13270"/>
                <a:lumOff val="287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Design</a:t>
          </a:r>
          <a:endParaRPr lang="en-US" sz="1600" kern="1200" dirty="0"/>
        </a:p>
      </dsp:txBody>
      <dsp:txXfrm>
        <a:off x="3159557" y="1188389"/>
        <a:ext cx="1261584" cy="1357022"/>
      </dsp:txXfrm>
    </dsp:sp>
    <dsp:sp modelId="{69B5EDF2-932B-4710-B213-A510420A07E7}">
      <dsp:nvSpPr>
        <dsp:cNvPr id="0" name=""/>
        <dsp:cNvSpPr/>
      </dsp:nvSpPr>
      <dsp:spPr>
        <a:xfrm>
          <a:off x="4632841" y="1120140"/>
          <a:ext cx="1398082" cy="1493520"/>
        </a:xfrm>
        <a:prstGeom prst="roundRect">
          <a:avLst/>
        </a:prstGeom>
        <a:gradFill rotWithShape="0">
          <a:gsLst>
            <a:gs pos="0">
              <a:schemeClr val="accent5">
                <a:hueOff val="-4966938"/>
                <a:satOff val="19906"/>
                <a:lumOff val="4314"/>
                <a:alphaOff val="0"/>
                <a:tint val="50000"/>
                <a:satMod val="300000"/>
              </a:schemeClr>
            </a:gs>
            <a:gs pos="35000">
              <a:schemeClr val="accent5">
                <a:hueOff val="-4966938"/>
                <a:satOff val="19906"/>
                <a:lumOff val="4314"/>
                <a:alphaOff val="0"/>
                <a:tint val="37000"/>
                <a:satMod val="300000"/>
              </a:schemeClr>
            </a:gs>
            <a:gs pos="100000">
              <a:schemeClr val="accent5">
                <a:hueOff val="-4966938"/>
                <a:satOff val="19906"/>
                <a:lumOff val="4314"/>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Development</a:t>
          </a:r>
          <a:endParaRPr lang="en-US" sz="1600" kern="1200" dirty="0"/>
        </a:p>
      </dsp:txBody>
      <dsp:txXfrm>
        <a:off x="4701090" y="1188389"/>
        <a:ext cx="1261584" cy="1357022"/>
      </dsp:txXfrm>
    </dsp:sp>
    <dsp:sp modelId="{22B51050-8773-4530-A265-D93887C3D06B}">
      <dsp:nvSpPr>
        <dsp:cNvPr id="0" name=""/>
        <dsp:cNvSpPr/>
      </dsp:nvSpPr>
      <dsp:spPr>
        <a:xfrm>
          <a:off x="6174374" y="1120140"/>
          <a:ext cx="1398082" cy="1493520"/>
        </a:xfrm>
        <a:prstGeom prst="roundRect">
          <a:avLst/>
        </a:prstGeom>
        <a:gradFill rotWithShape="0">
          <a:gsLst>
            <a:gs pos="0">
              <a:schemeClr val="accent5">
                <a:hueOff val="-6622584"/>
                <a:satOff val="26541"/>
                <a:lumOff val="5752"/>
                <a:alphaOff val="0"/>
                <a:tint val="50000"/>
                <a:satMod val="300000"/>
              </a:schemeClr>
            </a:gs>
            <a:gs pos="35000">
              <a:schemeClr val="accent5">
                <a:hueOff val="-6622584"/>
                <a:satOff val="26541"/>
                <a:lumOff val="5752"/>
                <a:alphaOff val="0"/>
                <a:tint val="37000"/>
                <a:satMod val="300000"/>
              </a:schemeClr>
            </a:gs>
            <a:gs pos="100000">
              <a:schemeClr val="accent5">
                <a:hueOff val="-6622584"/>
                <a:satOff val="26541"/>
                <a:lumOff val="575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Testing</a:t>
          </a:r>
          <a:endParaRPr lang="en-US" sz="1600" kern="1200" dirty="0"/>
        </a:p>
      </dsp:txBody>
      <dsp:txXfrm>
        <a:off x="6242623" y="1188389"/>
        <a:ext cx="1261584" cy="1357022"/>
      </dsp:txXfrm>
    </dsp:sp>
    <dsp:sp modelId="{07A001A5-35FA-4867-A3F6-9F23007D8594}">
      <dsp:nvSpPr>
        <dsp:cNvPr id="0" name=""/>
        <dsp:cNvSpPr/>
      </dsp:nvSpPr>
      <dsp:spPr>
        <a:xfrm>
          <a:off x="7715907" y="1120140"/>
          <a:ext cx="1398082" cy="1493520"/>
        </a:xfrm>
        <a:prstGeom prst="roundRect">
          <a:avLst/>
        </a:prstGeom>
        <a:gradFill rotWithShape="0">
          <a:gsLst>
            <a:gs pos="0">
              <a:schemeClr val="accent5">
                <a:hueOff val="-8278230"/>
                <a:satOff val="33176"/>
                <a:lumOff val="7190"/>
                <a:alphaOff val="0"/>
                <a:tint val="50000"/>
                <a:satMod val="300000"/>
              </a:schemeClr>
            </a:gs>
            <a:gs pos="35000">
              <a:schemeClr val="accent5">
                <a:hueOff val="-8278230"/>
                <a:satOff val="33176"/>
                <a:lumOff val="7190"/>
                <a:alphaOff val="0"/>
                <a:tint val="37000"/>
                <a:satMod val="300000"/>
              </a:schemeClr>
            </a:gs>
            <a:gs pos="100000">
              <a:schemeClr val="accent5">
                <a:hueOff val="-8278230"/>
                <a:satOff val="33176"/>
                <a:lumOff val="719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Deployment</a:t>
          </a:r>
          <a:endParaRPr lang="en-US" sz="1600" kern="1200" dirty="0"/>
        </a:p>
      </dsp:txBody>
      <dsp:txXfrm>
        <a:off x="7784156" y="1188389"/>
        <a:ext cx="1261584" cy="1357022"/>
      </dsp:txXfrm>
    </dsp:sp>
    <dsp:sp modelId="{ED2BD155-6554-4544-93E7-E30435CE3D10}">
      <dsp:nvSpPr>
        <dsp:cNvPr id="0" name=""/>
        <dsp:cNvSpPr/>
      </dsp:nvSpPr>
      <dsp:spPr>
        <a:xfrm>
          <a:off x="9257440" y="1120140"/>
          <a:ext cx="1398082" cy="1493520"/>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Maintenance</a:t>
          </a:r>
          <a:endParaRPr lang="en-US" sz="1600" kern="1200" dirty="0"/>
        </a:p>
      </dsp:txBody>
      <dsp:txXfrm>
        <a:off x="9325689" y="1188389"/>
        <a:ext cx="1261584" cy="13570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58F31D-E645-4994-AD07-3574D888BAAC}">
      <dsp:nvSpPr>
        <dsp:cNvPr id="0" name=""/>
        <dsp:cNvSpPr/>
      </dsp:nvSpPr>
      <dsp:spPr>
        <a:xfrm>
          <a:off x="799782" y="0"/>
          <a:ext cx="9064200" cy="3733800"/>
        </a:xfrm>
        <a:prstGeom prst="rightArrow">
          <a:avLst/>
        </a:prstGeom>
        <a:solidFill>
          <a:schemeClr val="accent5">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65818B31-CB1F-46F5-A2A5-35E333BE9CC8}">
      <dsp:nvSpPr>
        <dsp:cNvPr id="0" name=""/>
        <dsp:cNvSpPr/>
      </dsp:nvSpPr>
      <dsp:spPr>
        <a:xfrm>
          <a:off x="8242" y="1120140"/>
          <a:ext cx="1398082" cy="1493520"/>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Planning</a:t>
          </a:r>
          <a:endParaRPr lang="en-US" sz="1600" kern="1200" dirty="0"/>
        </a:p>
      </dsp:txBody>
      <dsp:txXfrm>
        <a:off x="76491" y="1188389"/>
        <a:ext cx="1261584" cy="1357022"/>
      </dsp:txXfrm>
    </dsp:sp>
    <dsp:sp modelId="{0A9C8A12-0E8D-492B-BAA3-6EF896226B16}">
      <dsp:nvSpPr>
        <dsp:cNvPr id="0" name=""/>
        <dsp:cNvSpPr/>
      </dsp:nvSpPr>
      <dsp:spPr>
        <a:xfrm>
          <a:off x="1549775" y="1120140"/>
          <a:ext cx="1398082" cy="1493520"/>
        </a:xfrm>
        <a:prstGeom prst="roundRect">
          <a:avLst/>
        </a:prstGeom>
        <a:gradFill rotWithShape="0">
          <a:gsLst>
            <a:gs pos="0">
              <a:schemeClr val="accent5">
                <a:hueOff val="-1655646"/>
                <a:satOff val="6635"/>
                <a:lumOff val="1438"/>
                <a:alphaOff val="0"/>
                <a:tint val="50000"/>
                <a:satMod val="300000"/>
              </a:schemeClr>
            </a:gs>
            <a:gs pos="35000">
              <a:schemeClr val="accent5">
                <a:hueOff val="-1655646"/>
                <a:satOff val="6635"/>
                <a:lumOff val="1438"/>
                <a:alphaOff val="0"/>
                <a:tint val="37000"/>
                <a:satMod val="300000"/>
              </a:schemeClr>
            </a:gs>
            <a:gs pos="100000">
              <a:schemeClr val="accent5">
                <a:hueOff val="-1655646"/>
                <a:satOff val="6635"/>
                <a:lumOff val="143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Analysis</a:t>
          </a:r>
        </a:p>
      </dsp:txBody>
      <dsp:txXfrm>
        <a:off x="1618024" y="1188389"/>
        <a:ext cx="1261584" cy="1357022"/>
      </dsp:txXfrm>
    </dsp:sp>
    <dsp:sp modelId="{DF374868-A6BC-4D4F-BEF6-2D0BC6AAFC2A}">
      <dsp:nvSpPr>
        <dsp:cNvPr id="0" name=""/>
        <dsp:cNvSpPr/>
      </dsp:nvSpPr>
      <dsp:spPr>
        <a:xfrm>
          <a:off x="3091308" y="1120140"/>
          <a:ext cx="1398082" cy="1493520"/>
        </a:xfrm>
        <a:prstGeom prst="roundRect">
          <a:avLst/>
        </a:prstGeom>
        <a:gradFill rotWithShape="0">
          <a:gsLst>
            <a:gs pos="0">
              <a:schemeClr val="accent5">
                <a:hueOff val="-3311292"/>
                <a:satOff val="13270"/>
                <a:lumOff val="2876"/>
                <a:alphaOff val="0"/>
                <a:tint val="50000"/>
                <a:satMod val="300000"/>
              </a:schemeClr>
            </a:gs>
            <a:gs pos="35000">
              <a:schemeClr val="accent5">
                <a:hueOff val="-3311292"/>
                <a:satOff val="13270"/>
                <a:lumOff val="2876"/>
                <a:alphaOff val="0"/>
                <a:tint val="37000"/>
                <a:satMod val="300000"/>
              </a:schemeClr>
            </a:gs>
            <a:gs pos="100000">
              <a:schemeClr val="accent5">
                <a:hueOff val="-3311292"/>
                <a:satOff val="13270"/>
                <a:lumOff val="287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Design</a:t>
          </a:r>
          <a:endParaRPr lang="en-US" sz="1600" kern="1200" dirty="0"/>
        </a:p>
      </dsp:txBody>
      <dsp:txXfrm>
        <a:off x="3159557" y="1188389"/>
        <a:ext cx="1261584" cy="1357022"/>
      </dsp:txXfrm>
    </dsp:sp>
    <dsp:sp modelId="{69B5EDF2-932B-4710-B213-A510420A07E7}">
      <dsp:nvSpPr>
        <dsp:cNvPr id="0" name=""/>
        <dsp:cNvSpPr/>
      </dsp:nvSpPr>
      <dsp:spPr>
        <a:xfrm>
          <a:off x="4632841" y="1120140"/>
          <a:ext cx="1398082" cy="1493520"/>
        </a:xfrm>
        <a:prstGeom prst="roundRect">
          <a:avLst/>
        </a:prstGeom>
        <a:gradFill rotWithShape="0">
          <a:gsLst>
            <a:gs pos="0">
              <a:schemeClr val="accent5">
                <a:hueOff val="-4966938"/>
                <a:satOff val="19906"/>
                <a:lumOff val="4314"/>
                <a:alphaOff val="0"/>
                <a:tint val="50000"/>
                <a:satMod val="300000"/>
              </a:schemeClr>
            </a:gs>
            <a:gs pos="35000">
              <a:schemeClr val="accent5">
                <a:hueOff val="-4966938"/>
                <a:satOff val="19906"/>
                <a:lumOff val="4314"/>
                <a:alphaOff val="0"/>
                <a:tint val="37000"/>
                <a:satMod val="300000"/>
              </a:schemeClr>
            </a:gs>
            <a:gs pos="100000">
              <a:schemeClr val="accent5">
                <a:hueOff val="-4966938"/>
                <a:satOff val="19906"/>
                <a:lumOff val="4314"/>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Development</a:t>
          </a:r>
          <a:endParaRPr lang="en-US" sz="1600" kern="1200" dirty="0"/>
        </a:p>
      </dsp:txBody>
      <dsp:txXfrm>
        <a:off x="4701090" y="1188389"/>
        <a:ext cx="1261584" cy="1357022"/>
      </dsp:txXfrm>
    </dsp:sp>
    <dsp:sp modelId="{22B51050-8773-4530-A265-D93887C3D06B}">
      <dsp:nvSpPr>
        <dsp:cNvPr id="0" name=""/>
        <dsp:cNvSpPr/>
      </dsp:nvSpPr>
      <dsp:spPr>
        <a:xfrm>
          <a:off x="6174374" y="1120140"/>
          <a:ext cx="1398082" cy="1493520"/>
        </a:xfrm>
        <a:prstGeom prst="roundRect">
          <a:avLst/>
        </a:prstGeom>
        <a:gradFill rotWithShape="0">
          <a:gsLst>
            <a:gs pos="0">
              <a:schemeClr val="accent5">
                <a:hueOff val="-6622584"/>
                <a:satOff val="26541"/>
                <a:lumOff val="5752"/>
                <a:alphaOff val="0"/>
                <a:tint val="50000"/>
                <a:satMod val="300000"/>
              </a:schemeClr>
            </a:gs>
            <a:gs pos="35000">
              <a:schemeClr val="accent5">
                <a:hueOff val="-6622584"/>
                <a:satOff val="26541"/>
                <a:lumOff val="5752"/>
                <a:alphaOff val="0"/>
                <a:tint val="37000"/>
                <a:satMod val="300000"/>
              </a:schemeClr>
            </a:gs>
            <a:gs pos="100000">
              <a:schemeClr val="accent5">
                <a:hueOff val="-6622584"/>
                <a:satOff val="26541"/>
                <a:lumOff val="575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Testing</a:t>
          </a:r>
          <a:endParaRPr lang="en-US" sz="1600" kern="1200" dirty="0"/>
        </a:p>
      </dsp:txBody>
      <dsp:txXfrm>
        <a:off x="6242623" y="1188389"/>
        <a:ext cx="1261584" cy="1357022"/>
      </dsp:txXfrm>
    </dsp:sp>
    <dsp:sp modelId="{07A001A5-35FA-4867-A3F6-9F23007D8594}">
      <dsp:nvSpPr>
        <dsp:cNvPr id="0" name=""/>
        <dsp:cNvSpPr/>
      </dsp:nvSpPr>
      <dsp:spPr>
        <a:xfrm>
          <a:off x="7715907" y="1120140"/>
          <a:ext cx="1398082" cy="1493520"/>
        </a:xfrm>
        <a:prstGeom prst="roundRect">
          <a:avLst/>
        </a:prstGeom>
        <a:gradFill rotWithShape="0">
          <a:gsLst>
            <a:gs pos="0">
              <a:schemeClr val="accent5">
                <a:hueOff val="-8278230"/>
                <a:satOff val="33176"/>
                <a:lumOff val="7190"/>
                <a:alphaOff val="0"/>
                <a:tint val="50000"/>
                <a:satMod val="300000"/>
              </a:schemeClr>
            </a:gs>
            <a:gs pos="35000">
              <a:schemeClr val="accent5">
                <a:hueOff val="-8278230"/>
                <a:satOff val="33176"/>
                <a:lumOff val="7190"/>
                <a:alphaOff val="0"/>
                <a:tint val="37000"/>
                <a:satMod val="300000"/>
              </a:schemeClr>
            </a:gs>
            <a:gs pos="100000">
              <a:schemeClr val="accent5">
                <a:hueOff val="-8278230"/>
                <a:satOff val="33176"/>
                <a:lumOff val="719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Deployment</a:t>
          </a:r>
          <a:endParaRPr lang="en-US" sz="1600" kern="1200" dirty="0"/>
        </a:p>
      </dsp:txBody>
      <dsp:txXfrm>
        <a:off x="7784156" y="1188389"/>
        <a:ext cx="1261584" cy="1357022"/>
      </dsp:txXfrm>
    </dsp:sp>
    <dsp:sp modelId="{ED2BD155-6554-4544-93E7-E30435CE3D10}">
      <dsp:nvSpPr>
        <dsp:cNvPr id="0" name=""/>
        <dsp:cNvSpPr/>
      </dsp:nvSpPr>
      <dsp:spPr>
        <a:xfrm>
          <a:off x="9257440" y="1120140"/>
          <a:ext cx="1398082" cy="1493520"/>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Maintenance</a:t>
          </a:r>
          <a:endParaRPr lang="en-US" sz="1600" kern="1200" dirty="0"/>
        </a:p>
      </dsp:txBody>
      <dsp:txXfrm>
        <a:off x="9325689" y="1188389"/>
        <a:ext cx="1261584" cy="13570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58F31D-E645-4994-AD07-3574D888BAAC}">
      <dsp:nvSpPr>
        <dsp:cNvPr id="0" name=""/>
        <dsp:cNvSpPr/>
      </dsp:nvSpPr>
      <dsp:spPr>
        <a:xfrm>
          <a:off x="799782" y="0"/>
          <a:ext cx="9064200" cy="3733800"/>
        </a:xfrm>
        <a:prstGeom prst="rightArrow">
          <a:avLst/>
        </a:prstGeom>
        <a:solidFill>
          <a:schemeClr val="accent5">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65818B31-CB1F-46F5-A2A5-35E333BE9CC8}">
      <dsp:nvSpPr>
        <dsp:cNvPr id="0" name=""/>
        <dsp:cNvSpPr/>
      </dsp:nvSpPr>
      <dsp:spPr>
        <a:xfrm>
          <a:off x="8242" y="1120140"/>
          <a:ext cx="1398082" cy="1493520"/>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Planning</a:t>
          </a:r>
          <a:endParaRPr lang="en-US" sz="1600" kern="1200" dirty="0"/>
        </a:p>
      </dsp:txBody>
      <dsp:txXfrm>
        <a:off x="76491" y="1188389"/>
        <a:ext cx="1261584" cy="1357022"/>
      </dsp:txXfrm>
    </dsp:sp>
    <dsp:sp modelId="{0A9C8A12-0E8D-492B-BAA3-6EF896226B16}">
      <dsp:nvSpPr>
        <dsp:cNvPr id="0" name=""/>
        <dsp:cNvSpPr/>
      </dsp:nvSpPr>
      <dsp:spPr>
        <a:xfrm>
          <a:off x="1549775" y="1120140"/>
          <a:ext cx="1398082" cy="1493520"/>
        </a:xfrm>
        <a:prstGeom prst="roundRect">
          <a:avLst/>
        </a:prstGeom>
        <a:gradFill rotWithShape="0">
          <a:gsLst>
            <a:gs pos="0">
              <a:schemeClr val="accent5">
                <a:hueOff val="-1655646"/>
                <a:satOff val="6635"/>
                <a:lumOff val="1438"/>
                <a:alphaOff val="0"/>
                <a:tint val="50000"/>
                <a:satMod val="300000"/>
              </a:schemeClr>
            </a:gs>
            <a:gs pos="35000">
              <a:schemeClr val="accent5">
                <a:hueOff val="-1655646"/>
                <a:satOff val="6635"/>
                <a:lumOff val="1438"/>
                <a:alphaOff val="0"/>
                <a:tint val="37000"/>
                <a:satMod val="300000"/>
              </a:schemeClr>
            </a:gs>
            <a:gs pos="100000">
              <a:schemeClr val="accent5">
                <a:hueOff val="-1655646"/>
                <a:satOff val="6635"/>
                <a:lumOff val="143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Analysis</a:t>
          </a:r>
        </a:p>
      </dsp:txBody>
      <dsp:txXfrm>
        <a:off x="1618024" y="1188389"/>
        <a:ext cx="1261584" cy="1357022"/>
      </dsp:txXfrm>
    </dsp:sp>
    <dsp:sp modelId="{DF374868-A6BC-4D4F-BEF6-2D0BC6AAFC2A}">
      <dsp:nvSpPr>
        <dsp:cNvPr id="0" name=""/>
        <dsp:cNvSpPr/>
      </dsp:nvSpPr>
      <dsp:spPr>
        <a:xfrm>
          <a:off x="3091308" y="1120140"/>
          <a:ext cx="1398082" cy="1493520"/>
        </a:xfrm>
        <a:prstGeom prst="roundRect">
          <a:avLst/>
        </a:prstGeom>
        <a:gradFill rotWithShape="0">
          <a:gsLst>
            <a:gs pos="0">
              <a:schemeClr val="accent5">
                <a:hueOff val="-3311292"/>
                <a:satOff val="13270"/>
                <a:lumOff val="2876"/>
                <a:alphaOff val="0"/>
                <a:tint val="50000"/>
                <a:satMod val="300000"/>
              </a:schemeClr>
            </a:gs>
            <a:gs pos="35000">
              <a:schemeClr val="accent5">
                <a:hueOff val="-3311292"/>
                <a:satOff val="13270"/>
                <a:lumOff val="2876"/>
                <a:alphaOff val="0"/>
                <a:tint val="37000"/>
                <a:satMod val="300000"/>
              </a:schemeClr>
            </a:gs>
            <a:gs pos="100000">
              <a:schemeClr val="accent5">
                <a:hueOff val="-3311292"/>
                <a:satOff val="13270"/>
                <a:lumOff val="287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Design</a:t>
          </a:r>
          <a:endParaRPr lang="en-US" sz="1600" kern="1200" dirty="0"/>
        </a:p>
      </dsp:txBody>
      <dsp:txXfrm>
        <a:off x="3159557" y="1188389"/>
        <a:ext cx="1261584" cy="1357022"/>
      </dsp:txXfrm>
    </dsp:sp>
    <dsp:sp modelId="{69B5EDF2-932B-4710-B213-A510420A07E7}">
      <dsp:nvSpPr>
        <dsp:cNvPr id="0" name=""/>
        <dsp:cNvSpPr/>
      </dsp:nvSpPr>
      <dsp:spPr>
        <a:xfrm>
          <a:off x="4632841" y="1120140"/>
          <a:ext cx="1398082" cy="1493520"/>
        </a:xfrm>
        <a:prstGeom prst="roundRect">
          <a:avLst/>
        </a:prstGeom>
        <a:gradFill rotWithShape="0">
          <a:gsLst>
            <a:gs pos="0">
              <a:schemeClr val="accent5">
                <a:hueOff val="-4966938"/>
                <a:satOff val="19906"/>
                <a:lumOff val="4314"/>
                <a:alphaOff val="0"/>
                <a:tint val="50000"/>
                <a:satMod val="300000"/>
              </a:schemeClr>
            </a:gs>
            <a:gs pos="35000">
              <a:schemeClr val="accent5">
                <a:hueOff val="-4966938"/>
                <a:satOff val="19906"/>
                <a:lumOff val="4314"/>
                <a:alphaOff val="0"/>
                <a:tint val="37000"/>
                <a:satMod val="300000"/>
              </a:schemeClr>
            </a:gs>
            <a:gs pos="100000">
              <a:schemeClr val="accent5">
                <a:hueOff val="-4966938"/>
                <a:satOff val="19906"/>
                <a:lumOff val="4314"/>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Development</a:t>
          </a:r>
          <a:endParaRPr lang="en-US" sz="1600" kern="1200" dirty="0"/>
        </a:p>
      </dsp:txBody>
      <dsp:txXfrm>
        <a:off x="4701090" y="1188389"/>
        <a:ext cx="1261584" cy="1357022"/>
      </dsp:txXfrm>
    </dsp:sp>
    <dsp:sp modelId="{22B51050-8773-4530-A265-D93887C3D06B}">
      <dsp:nvSpPr>
        <dsp:cNvPr id="0" name=""/>
        <dsp:cNvSpPr/>
      </dsp:nvSpPr>
      <dsp:spPr>
        <a:xfrm>
          <a:off x="6174374" y="1120140"/>
          <a:ext cx="1398082" cy="1493520"/>
        </a:xfrm>
        <a:prstGeom prst="roundRect">
          <a:avLst/>
        </a:prstGeom>
        <a:gradFill rotWithShape="0">
          <a:gsLst>
            <a:gs pos="0">
              <a:schemeClr val="accent5">
                <a:hueOff val="-6622584"/>
                <a:satOff val="26541"/>
                <a:lumOff val="5752"/>
                <a:alphaOff val="0"/>
                <a:tint val="50000"/>
                <a:satMod val="300000"/>
              </a:schemeClr>
            </a:gs>
            <a:gs pos="35000">
              <a:schemeClr val="accent5">
                <a:hueOff val="-6622584"/>
                <a:satOff val="26541"/>
                <a:lumOff val="5752"/>
                <a:alphaOff val="0"/>
                <a:tint val="37000"/>
                <a:satMod val="300000"/>
              </a:schemeClr>
            </a:gs>
            <a:gs pos="100000">
              <a:schemeClr val="accent5">
                <a:hueOff val="-6622584"/>
                <a:satOff val="26541"/>
                <a:lumOff val="575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Testing</a:t>
          </a:r>
          <a:endParaRPr lang="en-US" sz="1600" kern="1200" dirty="0"/>
        </a:p>
      </dsp:txBody>
      <dsp:txXfrm>
        <a:off x="6242623" y="1188389"/>
        <a:ext cx="1261584" cy="1357022"/>
      </dsp:txXfrm>
    </dsp:sp>
    <dsp:sp modelId="{07A001A5-35FA-4867-A3F6-9F23007D8594}">
      <dsp:nvSpPr>
        <dsp:cNvPr id="0" name=""/>
        <dsp:cNvSpPr/>
      </dsp:nvSpPr>
      <dsp:spPr>
        <a:xfrm>
          <a:off x="7715907" y="1120140"/>
          <a:ext cx="1398082" cy="1493520"/>
        </a:xfrm>
        <a:prstGeom prst="roundRect">
          <a:avLst/>
        </a:prstGeom>
        <a:gradFill rotWithShape="0">
          <a:gsLst>
            <a:gs pos="0">
              <a:schemeClr val="accent5">
                <a:hueOff val="-8278230"/>
                <a:satOff val="33176"/>
                <a:lumOff val="7190"/>
                <a:alphaOff val="0"/>
                <a:tint val="50000"/>
                <a:satMod val="300000"/>
              </a:schemeClr>
            </a:gs>
            <a:gs pos="35000">
              <a:schemeClr val="accent5">
                <a:hueOff val="-8278230"/>
                <a:satOff val="33176"/>
                <a:lumOff val="7190"/>
                <a:alphaOff val="0"/>
                <a:tint val="37000"/>
                <a:satMod val="300000"/>
              </a:schemeClr>
            </a:gs>
            <a:gs pos="100000">
              <a:schemeClr val="accent5">
                <a:hueOff val="-8278230"/>
                <a:satOff val="33176"/>
                <a:lumOff val="719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Deployment</a:t>
          </a:r>
          <a:endParaRPr lang="en-US" sz="1600" kern="1200" dirty="0"/>
        </a:p>
      </dsp:txBody>
      <dsp:txXfrm>
        <a:off x="7784156" y="1188389"/>
        <a:ext cx="1261584" cy="1357022"/>
      </dsp:txXfrm>
    </dsp:sp>
    <dsp:sp modelId="{ED2BD155-6554-4544-93E7-E30435CE3D10}">
      <dsp:nvSpPr>
        <dsp:cNvPr id="0" name=""/>
        <dsp:cNvSpPr/>
      </dsp:nvSpPr>
      <dsp:spPr>
        <a:xfrm>
          <a:off x="9257440" y="1120140"/>
          <a:ext cx="1398082" cy="1493520"/>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Maintenance</a:t>
          </a:r>
          <a:endParaRPr lang="en-US" sz="1600" kern="1200" dirty="0"/>
        </a:p>
      </dsp:txBody>
      <dsp:txXfrm>
        <a:off x="9325689" y="1188389"/>
        <a:ext cx="1261584" cy="135702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58F31D-E645-4994-AD07-3574D888BAAC}">
      <dsp:nvSpPr>
        <dsp:cNvPr id="0" name=""/>
        <dsp:cNvSpPr/>
      </dsp:nvSpPr>
      <dsp:spPr>
        <a:xfrm>
          <a:off x="799782" y="0"/>
          <a:ext cx="9064200" cy="3733800"/>
        </a:xfrm>
        <a:prstGeom prst="rightArrow">
          <a:avLst/>
        </a:prstGeom>
        <a:solidFill>
          <a:schemeClr val="accent5">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65818B31-CB1F-46F5-A2A5-35E333BE9CC8}">
      <dsp:nvSpPr>
        <dsp:cNvPr id="0" name=""/>
        <dsp:cNvSpPr/>
      </dsp:nvSpPr>
      <dsp:spPr>
        <a:xfrm>
          <a:off x="8242" y="1120140"/>
          <a:ext cx="1398082" cy="1493520"/>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Planning</a:t>
          </a:r>
          <a:endParaRPr lang="en-US" sz="1600" kern="1200" dirty="0"/>
        </a:p>
      </dsp:txBody>
      <dsp:txXfrm>
        <a:off x="76491" y="1188389"/>
        <a:ext cx="1261584" cy="1357022"/>
      </dsp:txXfrm>
    </dsp:sp>
    <dsp:sp modelId="{0A9C8A12-0E8D-492B-BAA3-6EF896226B16}">
      <dsp:nvSpPr>
        <dsp:cNvPr id="0" name=""/>
        <dsp:cNvSpPr/>
      </dsp:nvSpPr>
      <dsp:spPr>
        <a:xfrm>
          <a:off x="1549775" y="1120140"/>
          <a:ext cx="1398082" cy="1493520"/>
        </a:xfrm>
        <a:prstGeom prst="roundRect">
          <a:avLst/>
        </a:prstGeom>
        <a:gradFill rotWithShape="0">
          <a:gsLst>
            <a:gs pos="0">
              <a:schemeClr val="accent5">
                <a:hueOff val="-1655646"/>
                <a:satOff val="6635"/>
                <a:lumOff val="1438"/>
                <a:alphaOff val="0"/>
                <a:tint val="50000"/>
                <a:satMod val="300000"/>
              </a:schemeClr>
            </a:gs>
            <a:gs pos="35000">
              <a:schemeClr val="accent5">
                <a:hueOff val="-1655646"/>
                <a:satOff val="6635"/>
                <a:lumOff val="1438"/>
                <a:alphaOff val="0"/>
                <a:tint val="37000"/>
                <a:satMod val="300000"/>
              </a:schemeClr>
            </a:gs>
            <a:gs pos="100000">
              <a:schemeClr val="accent5">
                <a:hueOff val="-1655646"/>
                <a:satOff val="6635"/>
                <a:lumOff val="143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Analysis</a:t>
          </a:r>
        </a:p>
      </dsp:txBody>
      <dsp:txXfrm>
        <a:off x="1618024" y="1188389"/>
        <a:ext cx="1261584" cy="1357022"/>
      </dsp:txXfrm>
    </dsp:sp>
    <dsp:sp modelId="{DF374868-A6BC-4D4F-BEF6-2D0BC6AAFC2A}">
      <dsp:nvSpPr>
        <dsp:cNvPr id="0" name=""/>
        <dsp:cNvSpPr/>
      </dsp:nvSpPr>
      <dsp:spPr>
        <a:xfrm>
          <a:off x="3091308" y="1120140"/>
          <a:ext cx="1398082" cy="1493520"/>
        </a:xfrm>
        <a:prstGeom prst="roundRect">
          <a:avLst/>
        </a:prstGeom>
        <a:gradFill rotWithShape="0">
          <a:gsLst>
            <a:gs pos="0">
              <a:schemeClr val="accent5">
                <a:hueOff val="-3311292"/>
                <a:satOff val="13270"/>
                <a:lumOff val="2876"/>
                <a:alphaOff val="0"/>
                <a:tint val="50000"/>
                <a:satMod val="300000"/>
              </a:schemeClr>
            </a:gs>
            <a:gs pos="35000">
              <a:schemeClr val="accent5">
                <a:hueOff val="-3311292"/>
                <a:satOff val="13270"/>
                <a:lumOff val="2876"/>
                <a:alphaOff val="0"/>
                <a:tint val="37000"/>
                <a:satMod val="300000"/>
              </a:schemeClr>
            </a:gs>
            <a:gs pos="100000">
              <a:schemeClr val="accent5">
                <a:hueOff val="-3311292"/>
                <a:satOff val="13270"/>
                <a:lumOff val="287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Design</a:t>
          </a:r>
          <a:endParaRPr lang="en-US" sz="1600" kern="1200" dirty="0"/>
        </a:p>
      </dsp:txBody>
      <dsp:txXfrm>
        <a:off x="3159557" y="1188389"/>
        <a:ext cx="1261584" cy="1357022"/>
      </dsp:txXfrm>
    </dsp:sp>
    <dsp:sp modelId="{69B5EDF2-932B-4710-B213-A510420A07E7}">
      <dsp:nvSpPr>
        <dsp:cNvPr id="0" name=""/>
        <dsp:cNvSpPr/>
      </dsp:nvSpPr>
      <dsp:spPr>
        <a:xfrm>
          <a:off x="4632841" y="1120140"/>
          <a:ext cx="1398082" cy="1493520"/>
        </a:xfrm>
        <a:prstGeom prst="roundRect">
          <a:avLst/>
        </a:prstGeom>
        <a:gradFill rotWithShape="0">
          <a:gsLst>
            <a:gs pos="0">
              <a:schemeClr val="accent5">
                <a:hueOff val="-4966938"/>
                <a:satOff val="19906"/>
                <a:lumOff val="4314"/>
                <a:alphaOff val="0"/>
                <a:tint val="50000"/>
                <a:satMod val="300000"/>
              </a:schemeClr>
            </a:gs>
            <a:gs pos="35000">
              <a:schemeClr val="accent5">
                <a:hueOff val="-4966938"/>
                <a:satOff val="19906"/>
                <a:lumOff val="4314"/>
                <a:alphaOff val="0"/>
                <a:tint val="37000"/>
                <a:satMod val="300000"/>
              </a:schemeClr>
            </a:gs>
            <a:gs pos="100000">
              <a:schemeClr val="accent5">
                <a:hueOff val="-4966938"/>
                <a:satOff val="19906"/>
                <a:lumOff val="4314"/>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Development</a:t>
          </a:r>
          <a:endParaRPr lang="en-US" sz="1600" kern="1200" dirty="0"/>
        </a:p>
      </dsp:txBody>
      <dsp:txXfrm>
        <a:off x="4701090" y="1188389"/>
        <a:ext cx="1261584" cy="1357022"/>
      </dsp:txXfrm>
    </dsp:sp>
    <dsp:sp modelId="{22B51050-8773-4530-A265-D93887C3D06B}">
      <dsp:nvSpPr>
        <dsp:cNvPr id="0" name=""/>
        <dsp:cNvSpPr/>
      </dsp:nvSpPr>
      <dsp:spPr>
        <a:xfrm>
          <a:off x="6174374" y="1120140"/>
          <a:ext cx="1398082" cy="1493520"/>
        </a:xfrm>
        <a:prstGeom prst="roundRect">
          <a:avLst/>
        </a:prstGeom>
        <a:gradFill rotWithShape="0">
          <a:gsLst>
            <a:gs pos="0">
              <a:schemeClr val="accent5">
                <a:hueOff val="-6622584"/>
                <a:satOff val="26541"/>
                <a:lumOff val="5752"/>
                <a:alphaOff val="0"/>
                <a:tint val="50000"/>
                <a:satMod val="300000"/>
              </a:schemeClr>
            </a:gs>
            <a:gs pos="35000">
              <a:schemeClr val="accent5">
                <a:hueOff val="-6622584"/>
                <a:satOff val="26541"/>
                <a:lumOff val="5752"/>
                <a:alphaOff val="0"/>
                <a:tint val="37000"/>
                <a:satMod val="300000"/>
              </a:schemeClr>
            </a:gs>
            <a:gs pos="100000">
              <a:schemeClr val="accent5">
                <a:hueOff val="-6622584"/>
                <a:satOff val="26541"/>
                <a:lumOff val="575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Testing</a:t>
          </a:r>
          <a:endParaRPr lang="en-US" sz="1600" kern="1200" dirty="0"/>
        </a:p>
      </dsp:txBody>
      <dsp:txXfrm>
        <a:off x="6242623" y="1188389"/>
        <a:ext cx="1261584" cy="1357022"/>
      </dsp:txXfrm>
    </dsp:sp>
    <dsp:sp modelId="{07A001A5-35FA-4867-A3F6-9F23007D8594}">
      <dsp:nvSpPr>
        <dsp:cNvPr id="0" name=""/>
        <dsp:cNvSpPr/>
      </dsp:nvSpPr>
      <dsp:spPr>
        <a:xfrm>
          <a:off x="7715907" y="1120140"/>
          <a:ext cx="1398082" cy="1493520"/>
        </a:xfrm>
        <a:prstGeom prst="roundRect">
          <a:avLst/>
        </a:prstGeom>
        <a:gradFill rotWithShape="0">
          <a:gsLst>
            <a:gs pos="0">
              <a:schemeClr val="accent5">
                <a:hueOff val="-8278230"/>
                <a:satOff val="33176"/>
                <a:lumOff val="7190"/>
                <a:alphaOff val="0"/>
                <a:tint val="50000"/>
                <a:satMod val="300000"/>
              </a:schemeClr>
            </a:gs>
            <a:gs pos="35000">
              <a:schemeClr val="accent5">
                <a:hueOff val="-8278230"/>
                <a:satOff val="33176"/>
                <a:lumOff val="7190"/>
                <a:alphaOff val="0"/>
                <a:tint val="37000"/>
                <a:satMod val="300000"/>
              </a:schemeClr>
            </a:gs>
            <a:gs pos="100000">
              <a:schemeClr val="accent5">
                <a:hueOff val="-8278230"/>
                <a:satOff val="33176"/>
                <a:lumOff val="719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Deployment</a:t>
          </a:r>
          <a:endParaRPr lang="en-US" sz="1600" kern="1200" dirty="0"/>
        </a:p>
      </dsp:txBody>
      <dsp:txXfrm>
        <a:off x="7784156" y="1188389"/>
        <a:ext cx="1261584" cy="1357022"/>
      </dsp:txXfrm>
    </dsp:sp>
    <dsp:sp modelId="{ED2BD155-6554-4544-93E7-E30435CE3D10}">
      <dsp:nvSpPr>
        <dsp:cNvPr id="0" name=""/>
        <dsp:cNvSpPr/>
      </dsp:nvSpPr>
      <dsp:spPr>
        <a:xfrm>
          <a:off x="9257440" y="1120140"/>
          <a:ext cx="1398082" cy="1493520"/>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Maintenance</a:t>
          </a:r>
          <a:endParaRPr lang="en-US" sz="1600" kern="1200" dirty="0"/>
        </a:p>
      </dsp:txBody>
      <dsp:txXfrm>
        <a:off x="9325689" y="1188389"/>
        <a:ext cx="1261584" cy="135702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58F31D-E645-4994-AD07-3574D888BAAC}">
      <dsp:nvSpPr>
        <dsp:cNvPr id="0" name=""/>
        <dsp:cNvSpPr/>
      </dsp:nvSpPr>
      <dsp:spPr>
        <a:xfrm>
          <a:off x="799782" y="0"/>
          <a:ext cx="9064200" cy="3733800"/>
        </a:xfrm>
        <a:prstGeom prst="rightArrow">
          <a:avLst/>
        </a:prstGeom>
        <a:solidFill>
          <a:schemeClr val="accent5">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65818B31-CB1F-46F5-A2A5-35E333BE9CC8}">
      <dsp:nvSpPr>
        <dsp:cNvPr id="0" name=""/>
        <dsp:cNvSpPr/>
      </dsp:nvSpPr>
      <dsp:spPr>
        <a:xfrm>
          <a:off x="8242" y="1120140"/>
          <a:ext cx="1398082" cy="1493520"/>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Planning</a:t>
          </a:r>
          <a:endParaRPr lang="en-US" sz="1600" kern="1200" dirty="0"/>
        </a:p>
      </dsp:txBody>
      <dsp:txXfrm>
        <a:off x="76491" y="1188389"/>
        <a:ext cx="1261584" cy="1357022"/>
      </dsp:txXfrm>
    </dsp:sp>
    <dsp:sp modelId="{0A9C8A12-0E8D-492B-BAA3-6EF896226B16}">
      <dsp:nvSpPr>
        <dsp:cNvPr id="0" name=""/>
        <dsp:cNvSpPr/>
      </dsp:nvSpPr>
      <dsp:spPr>
        <a:xfrm>
          <a:off x="1549775" y="1120140"/>
          <a:ext cx="1398082" cy="1493520"/>
        </a:xfrm>
        <a:prstGeom prst="roundRect">
          <a:avLst/>
        </a:prstGeom>
        <a:gradFill rotWithShape="0">
          <a:gsLst>
            <a:gs pos="0">
              <a:schemeClr val="accent5">
                <a:hueOff val="-1655646"/>
                <a:satOff val="6635"/>
                <a:lumOff val="1438"/>
                <a:alphaOff val="0"/>
                <a:tint val="50000"/>
                <a:satMod val="300000"/>
              </a:schemeClr>
            </a:gs>
            <a:gs pos="35000">
              <a:schemeClr val="accent5">
                <a:hueOff val="-1655646"/>
                <a:satOff val="6635"/>
                <a:lumOff val="1438"/>
                <a:alphaOff val="0"/>
                <a:tint val="37000"/>
                <a:satMod val="300000"/>
              </a:schemeClr>
            </a:gs>
            <a:gs pos="100000">
              <a:schemeClr val="accent5">
                <a:hueOff val="-1655646"/>
                <a:satOff val="6635"/>
                <a:lumOff val="143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Analysis</a:t>
          </a:r>
        </a:p>
      </dsp:txBody>
      <dsp:txXfrm>
        <a:off x="1618024" y="1188389"/>
        <a:ext cx="1261584" cy="1357022"/>
      </dsp:txXfrm>
    </dsp:sp>
    <dsp:sp modelId="{DF374868-A6BC-4D4F-BEF6-2D0BC6AAFC2A}">
      <dsp:nvSpPr>
        <dsp:cNvPr id="0" name=""/>
        <dsp:cNvSpPr/>
      </dsp:nvSpPr>
      <dsp:spPr>
        <a:xfrm>
          <a:off x="3091308" y="1120140"/>
          <a:ext cx="1398082" cy="1493520"/>
        </a:xfrm>
        <a:prstGeom prst="roundRect">
          <a:avLst/>
        </a:prstGeom>
        <a:gradFill rotWithShape="0">
          <a:gsLst>
            <a:gs pos="0">
              <a:schemeClr val="accent5">
                <a:hueOff val="-3311292"/>
                <a:satOff val="13270"/>
                <a:lumOff val="2876"/>
                <a:alphaOff val="0"/>
                <a:tint val="50000"/>
                <a:satMod val="300000"/>
              </a:schemeClr>
            </a:gs>
            <a:gs pos="35000">
              <a:schemeClr val="accent5">
                <a:hueOff val="-3311292"/>
                <a:satOff val="13270"/>
                <a:lumOff val="2876"/>
                <a:alphaOff val="0"/>
                <a:tint val="37000"/>
                <a:satMod val="300000"/>
              </a:schemeClr>
            </a:gs>
            <a:gs pos="100000">
              <a:schemeClr val="accent5">
                <a:hueOff val="-3311292"/>
                <a:satOff val="13270"/>
                <a:lumOff val="287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Design</a:t>
          </a:r>
          <a:endParaRPr lang="en-US" sz="1600" kern="1200" dirty="0"/>
        </a:p>
      </dsp:txBody>
      <dsp:txXfrm>
        <a:off x="3159557" y="1188389"/>
        <a:ext cx="1261584" cy="1357022"/>
      </dsp:txXfrm>
    </dsp:sp>
    <dsp:sp modelId="{69B5EDF2-932B-4710-B213-A510420A07E7}">
      <dsp:nvSpPr>
        <dsp:cNvPr id="0" name=""/>
        <dsp:cNvSpPr/>
      </dsp:nvSpPr>
      <dsp:spPr>
        <a:xfrm>
          <a:off x="4632841" y="1120140"/>
          <a:ext cx="1398082" cy="1493520"/>
        </a:xfrm>
        <a:prstGeom prst="roundRect">
          <a:avLst/>
        </a:prstGeom>
        <a:gradFill rotWithShape="0">
          <a:gsLst>
            <a:gs pos="0">
              <a:schemeClr val="accent5">
                <a:hueOff val="-4966938"/>
                <a:satOff val="19906"/>
                <a:lumOff val="4314"/>
                <a:alphaOff val="0"/>
                <a:tint val="50000"/>
                <a:satMod val="300000"/>
              </a:schemeClr>
            </a:gs>
            <a:gs pos="35000">
              <a:schemeClr val="accent5">
                <a:hueOff val="-4966938"/>
                <a:satOff val="19906"/>
                <a:lumOff val="4314"/>
                <a:alphaOff val="0"/>
                <a:tint val="37000"/>
                <a:satMod val="300000"/>
              </a:schemeClr>
            </a:gs>
            <a:gs pos="100000">
              <a:schemeClr val="accent5">
                <a:hueOff val="-4966938"/>
                <a:satOff val="19906"/>
                <a:lumOff val="4314"/>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Development</a:t>
          </a:r>
          <a:endParaRPr lang="en-US" sz="1600" kern="1200" dirty="0"/>
        </a:p>
      </dsp:txBody>
      <dsp:txXfrm>
        <a:off x="4701090" y="1188389"/>
        <a:ext cx="1261584" cy="1357022"/>
      </dsp:txXfrm>
    </dsp:sp>
    <dsp:sp modelId="{22B51050-8773-4530-A265-D93887C3D06B}">
      <dsp:nvSpPr>
        <dsp:cNvPr id="0" name=""/>
        <dsp:cNvSpPr/>
      </dsp:nvSpPr>
      <dsp:spPr>
        <a:xfrm>
          <a:off x="6174374" y="1120140"/>
          <a:ext cx="1398082" cy="1493520"/>
        </a:xfrm>
        <a:prstGeom prst="roundRect">
          <a:avLst/>
        </a:prstGeom>
        <a:gradFill rotWithShape="0">
          <a:gsLst>
            <a:gs pos="0">
              <a:schemeClr val="accent5">
                <a:hueOff val="-6622584"/>
                <a:satOff val="26541"/>
                <a:lumOff val="5752"/>
                <a:alphaOff val="0"/>
                <a:tint val="50000"/>
                <a:satMod val="300000"/>
              </a:schemeClr>
            </a:gs>
            <a:gs pos="35000">
              <a:schemeClr val="accent5">
                <a:hueOff val="-6622584"/>
                <a:satOff val="26541"/>
                <a:lumOff val="5752"/>
                <a:alphaOff val="0"/>
                <a:tint val="37000"/>
                <a:satMod val="300000"/>
              </a:schemeClr>
            </a:gs>
            <a:gs pos="100000">
              <a:schemeClr val="accent5">
                <a:hueOff val="-6622584"/>
                <a:satOff val="26541"/>
                <a:lumOff val="575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Testing</a:t>
          </a:r>
          <a:endParaRPr lang="en-US" sz="1600" kern="1200" dirty="0"/>
        </a:p>
      </dsp:txBody>
      <dsp:txXfrm>
        <a:off x="6242623" y="1188389"/>
        <a:ext cx="1261584" cy="1357022"/>
      </dsp:txXfrm>
    </dsp:sp>
    <dsp:sp modelId="{07A001A5-35FA-4867-A3F6-9F23007D8594}">
      <dsp:nvSpPr>
        <dsp:cNvPr id="0" name=""/>
        <dsp:cNvSpPr/>
      </dsp:nvSpPr>
      <dsp:spPr>
        <a:xfrm>
          <a:off x="7715907" y="1120140"/>
          <a:ext cx="1398082" cy="1493520"/>
        </a:xfrm>
        <a:prstGeom prst="roundRect">
          <a:avLst/>
        </a:prstGeom>
        <a:gradFill rotWithShape="0">
          <a:gsLst>
            <a:gs pos="0">
              <a:schemeClr val="accent5">
                <a:hueOff val="-8278230"/>
                <a:satOff val="33176"/>
                <a:lumOff val="7190"/>
                <a:alphaOff val="0"/>
                <a:tint val="50000"/>
                <a:satMod val="300000"/>
              </a:schemeClr>
            </a:gs>
            <a:gs pos="35000">
              <a:schemeClr val="accent5">
                <a:hueOff val="-8278230"/>
                <a:satOff val="33176"/>
                <a:lumOff val="7190"/>
                <a:alphaOff val="0"/>
                <a:tint val="37000"/>
                <a:satMod val="300000"/>
              </a:schemeClr>
            </a:gs>
            <a:gs pos="100000">
              <a:schemeClr val="accent5">
                <a:hueOff val="-8278230"/>
                <a:satOff val="33176"/>
                <a:lumOff val="719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Deployment</a:t>
          </a:r>
          <a:endParaRPr lang="en-US" sz="1600" kern="1200" dirty="0"/>
        </a:p>
      </dsp:txBody>
      <dsp:txXfrm>
        <a:off x="7784156" y="1188389"/>
        <a:ext cx="1261584" cy="1357022"/>
      </dsp:txXfrm>
    </dsp:sp>
    <dsp:sp modelId="{ED2BD155-6554-4544-93E7-E30435CE3D10}">
      <dsp:nvSpPr>
        <dsp:cNvPr id="0" name=""/>
        <dsp:cNvSpPr/>
      </dsp:nvSpPr>
      <dsp:spPr>
        <a:xfrm>
          <a:off x="9257440" y="1120140"/>
          <a:ext cx="1398082" cy="1493520"/>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Maintenance</a:t>
          </a:r>
          <a:endParaRPr lang="en-US" sz="1600" kern="1200" dirty="0"/>
        </a:p>
      </dsp:txBody>
      <dsp:txXfrm>
        <a:off x="9325689" y="1188389"/>
        <a:ext cx="1261584" cy="135702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58F31D-E645-4994-AD07-3574D888BAAC}">
      <dsp:nvSpPr>
        <dsp:cNvPr id="0" name=""/>
        <dsp:cNvSpPr/>
      </dsp:nvSpPr>
      <dsp:spPr>
        <a:xfrm>
          <a:off x="799782" y="0"/>
          <a:ext cx="9064200" cy="3733800"/>
        </a:xfrm>
        <a:prstGeom prst="rightArrow">
          <a:avLst/>
        </a:prstGeom>
        <a:solidFill>
          <a:schemeClr val="accent5">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65818B31-CB1F-46F5-A2A5-35E333BE9CC8}">
      <dsp:nvSpPr>
        <dsp:cNvPr id="0" name=""/>
        <dsp:cNvSpPr/>
      </dsp:nvSpPr>
      <dsp:spPr>
        <a:xfrm>
          <a:off x="8242" y="1120140"/>
          <a:ext cx="1398082" cy="1493520"/>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Planning</a:t>
          </a:r>
          <a:endParaRPr lang="en-US" sz="1600" kern="1200" dirty="0"/>
        </a:p>
      </dsp:txBody>
      <dsp:txXfrm>
        <a:off x="76491" y="1188389"/>
        <a:ext cx="1261584" cy="1357022"/>
      </dsp:txXfrm>
    </dsp:sp>
    <dsp:sp modelId="{0A9C8A12-0E8D-492B-BAA3-6EF896226B16}">
      <dsp:nvSpPr>
        <dsp:cNvPr id="0" name=""/>
        <dsp:cNvSpPr/>
      </dsp:nvSpPr>
      <dsp:spPr>
        <a:xfrm>
          <a:off x="1549775" y="1120140"/>
          <a:ext cx="1398082" cy="1493520"/>
        </a:xfrm>
        <a:prstGeom prst="roundRect">
          <a:avLst/>
        </a:prstGeom>
        <a:gradFill rotWithShape="0">
          <a:gsLst>
            <a:gs pos="0">
              <a:schemeClr val="accent5">
                <a:hueOff val="-1655646"/>
                <a:satOff val="6635"/>
                <a:lumOff val="1438"/>
                <a:alphaOff val="0"/>
                <a:tint val="50000"/>
                <a:satMod val="300000"/>
              </a:schemeClr>
            </a:gs>
            <a:gs pos="35000">
              <a:schemeClr val="accent5">
                <a:hueOff val="-1655646"/>
                <a:satOff val="6635"/>
                <a:lumOff val="1438"/>
                <a:alphaOff val="0"/>
                <a:tint val="37000"/>
                <a:satMod val="300000"/>
              </a:schemeClr>
            </a:gs>
            <a:gs pos="100000">
              <a:schemeClr val="accent5">
                <a:hueOff val="-1655646"/>
                <a:satOff val="6635"/>
                <a:lumOff val="143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Analysis</a:t>
          </a:r>
        </a:p>
      </dsp:txBody>
      <dsp:txXfrm>
        <a:off x="1618024" y="1188389"/>
        <a:ext cx="1261584" cy="1357022"/>
      </dsp:txXfrm>
    </dsp:sp>
    <dsp:sp modelId="{DF374868-A6BC-4D4F-BEF6-2D0BC6AAFC2A}">
      <dsp:nvSpPr>
        <dsp:cNvPr id="0" name=""/>
        <dsp:cNvSpPr/>
      </dsp:nvSpPr>
      <dsp:spPr>
        <a:xfrm>
          <a:off x="3091308" y="1120140"/>
          <a:ext cx="1398082" cy="1493520"/>
        </a:xfrm>
        <a:prstGeom prst="roundRect">
          <a:avLst/>
        </a:prstGeom>
        <a:gradFill rotWithShape="0">
          <a:gsLst>
            <a:gs pos="0">
              <a:schemeClr val="accent5">
                <a:hueOff val="-3311292"/>
                <a:satOff val="13270"/>
                <a:lumOff val="2876"/>
                <a:alphaOff val="0"/>
                <a:tint val="50000"/>
                <a:satMod val="300000"/>
              </a:schemeClr>
            </a:gs>
            <a:gs pos="35000">
              <a:schemeClr val="accent5">
                <a:hueOff val="-3311292"/>
                <a:satOff val="13270"/>
                <a:lumOff val="2876"/>
                <a:alphaOff val="0"/>
                <a:tint val="37000"/>
                <a:satMod val="300000"/>
              </a:schemeClr>
            </a:gs>
            <a:gs pos="100000">
              <a:schemeClr val="accent5">
                <a:hueOff val="-3311292"/>
                <a:satOff val="13270"/>
                <a:lumOff val="287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Design</a:t>
          </a:r>
          <a:endParaRPr lang="en-US" sz="1600" kern="1200" dirty="0"/>
        </a:p>
      </dsp:txBody>
      <dsp:txXfrm>
        <a:off x="3159557" y="1188389"/>
        <a:ext cx="1261584" cy="1357022"/>
      </dsp:txXfrm>
    </dsp:sp>
    <dsp:sp modelId="{69B5EDF2-932B-4710-B213-A510420A07E7}">
      <dsp:nvSpPr>
        <dsp:cNvPr id="0" name=""/>
        <dsp:cNvSpPr/>
      </dsp:nvSpPr>
      <dsp:spPr>
        <a:xfrm>
          <a:off x="4632841" y="1120140"/>
          <a:ext cx="1398082" cy="1493520"/>
        </a:xfrm>
        <a:prstGeom prst="roundRect">
          <a:avLst/>
        </a:prstGeom>
        <a:gradFill rotWithShape="0">
          <a:gsLst>
            <a:gs pos="0">
              <a:schemeClr val="accent5">
                <a:hueOff val="-4966938"/>
                <a:satOff val="19906"/>
                <a:lumOff val="4314"/>
                <a:alphaOff val="0"/>
                <a:tint val="50000"/>
                <a:satMod val="300000"/>
              </a:schemeClr>
            </a:gs>
            <a:gs pos="35000">
              <a:schemeClr val="accent5">
                <a:hueOff val="-4966938"/>
                <a:satOff val="19906"/>
                <a:lumOff val="4314"/>
                <a:alphaOff val="0"/>
                <a:tint val="37000"/>
                <a:satMod val="300000"/>
              </a:schemeClr>
            </a:gs>
            <a:gs pos="100000">
              <a:schemeClr val="accent5">
                <a:hueOff val="-4966938"/>
                <a:satOff val="19906"/>
                <a:lumOff val="4314"/>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Development</a:t>
          </a:r>
          <a:endParaRPr lang="en-US" sz="1600" kern="1200" dirty="0"/>
        </a:p>
      </dsp:txBody>
      <dsp:txXfrm>
        <a:off x="4701090" y="1188389"/>
        <a:ext cx="1261584" cy="1357022"/>
      </dsp:txXfrm>
    </dsp:sp>
    <dsp:sp modelId="{22B51050-8773-4530-A265-D93887C3D06B}">
      <dsp:nvSpPr>
        <dsp:cNvPr id="0" name=""/>
        <dsp:cNvSpPr/>
      </dsp:nvSpPr>
      <dsp:spPr>
        <a:xfrm>
          <a:off x="6174374" y="1120140"/>
          <a:ext cx="1398082" cy="1493520"/>
        </a:xfrm>
        <a:prstGeom prst="roundRect">
          <a:avLst/>
        </a:prstGeom>
        <a:gradFill rotWithShape="0">
          <a:gsLst>
            <a:gs pos="0">
              <a:schemeClr val="accent5">
                <a:hueOff val="-6622584"/>
                <a:satOff val="26541"/>
                <a:lumOff val="5752"/>
                <a:alphaOff val="0"/>
                <a:tint val="50000"/>
                <a:satMod val="300000"/>
              </a:schemeClr>
            </a:gs>
            <a:gs pos="35000">
              <a:schemeClr val="accent5">
                <a:hueOff val="-6622584"/>
                <a:satOff val="26541"/>
                <a:lumOff val="5752"/>
                <a:alphaOff val="0"/>
                <a:tint val="37000"/>
                <a:satMod val="300000"/>
              </a:schemeClr>
            </a:gs>
            <a:gs pos="100000">
              <a:schemeClr val="accent5">
                <a:hueOff val="-6622584"/>
                <a:satOff val="26541"/>
                <a:lumOff val="575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Testing</a:t>
          </a:r>
          <a:endParaRPr lang="en-US" sz="1600" kern="1200" dirty="0"/>
        </a:p>
      </dsp:txBody>
      <dsp:txXfrm>
        <a:off x="6242623" y="1188389"/>
        <a:ext cx="1261584" cy="1357022"/>
      </dsp:txXfrm>
    </dsp:sp>
    <dsp:sp modelId="{07A001A5-35FA-4867-A3F6-9F23007D8594}">
      <dsp:nvSpPr>
        <dsp:cNvPr id="0" name=""/>
        <dsp:cNvSpPr/>
      </dsp:nvSpPr>
      <dsp:spPr>
        <a:xfrm>
          <a:off x="7715907" y="1120140"/>
          <a:ext cx="1398082" cy="1493520"/>
        </a:xfrm>
        <a:prstGeom prst="roundRect">
          <a:avLst/>
        </a:prstGeom>
        <a:gradFill rotWithShape="0">
          <a:gsLst>
            <a:gs pos="0">
              <a:schemeClr val="accent5">
                <a:hueOff val="-8278230"/>
                <a:satOff val="33176"/>
                <a:lumOff val="7190"/>
                <a:alphaOff val="0"/>
                <a:tint val="50000"/>
                <a:satMod val="300000"/>
              </a:schemeClr>
            </a:gs>
            <a:gs pos="35000">
              <a:schemeClr val="accent5">
                <a:hueOff val="-8278230"/>
                <a:satOff val="33176"/>
                <a:lumOff val="7190"/>
                <a:alphaOff val="0"/>
                <a:tint val="37000"/>
                <a:satMod val="300000"/>
              </a:schemeClr>
            </a:gs>
            <a:gs pos="100000">
              <a:schemeClr val="accent5">
                <a:hueOff val="-8278230"/>
                <a:satOff val="33176"/>
                <a:lumOff val="719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Deployment</a:t>
          </a:r>
          <a:endParaRPr lang="en-US" sz="1600" kern="1200" dirty="0"/>
        </a:p>
      </dsp:txBody>
      <dsp:txXfrm>
        <a:off x="7784156" y="1188389"/>
        <a:ext cx="1261584" cy="1357022"/>
      </dsp:txXfrm>
    </dsp:sp>
    <dsp:sp modelId="{ED2BD155-6554-4544-93E7-E30435CE3D10}">
      <dsp:nvSpPr>
        <dsp:cNvPr id="0" name=""/>
        <dsp:cNvSpPr/>
      </dsp:nvSpPr>
      <dsp:spPr>
        <a:xfrm>
          <a:off x="9257440" y="1120140"/>
          <a:ext cx="1398082" cy="1493520"/>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Maintenance</a:t>
          </a:r>
          <a:endParaRPr lang="en-US" sz="1600" kern="1200" dirty="0"/>
        </a:p>
      </dsp:txBody>
      <dsp:txXfrm>
        <a:off x="9325689" y="1188389"/>
        <a:ext cx="1261584" cy="135702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58F31D-E645-4994-AD07-3574D888BAAC}">
      <dsp:nvSpPr>
        <dsp:cNvPr id="0" name=""/>
        <dsp:cNvSpPr/>
      </dsp:nvSpPr>
      <dsp:spPr>
        <a:xfrm>
          <a:off x="799782" y="0"/>
          <a:ext cx="9064200" cy="3733800"/>
        </a:xfrm>
        <a:prstGeom prst="rightArrow">
          <a:avLst/>
        </a:prstGeom>
        <a:solidFill>
          <a:schemeClr val="accent5">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65818B31-CB1F-46F5-A2A5-35E333BE9CC8}">
      <dsp:nvSpPr>
        <dsp:cNvPr id="0" name=""/>
        <dsp:cNvSpPr/>
      </dsp:nvSpPr>
      <dsp:spPr>
        <a:xfrm>
          <a:off x="8242" y="1120140"/>
          <a:ext cx="1398082" cy="1493520"/>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Planning</a:t>
          </a:r>
          <a:endParaRPr lang="en-US" sz="1600" kern="1200" dirty="0"/>
        </a:p>
      </dsp:txBody>
      <dsp:txXfrm>
        <a:off x="76491" y="1188389"/>
        <a:ext cx="1261584" cy="1357022"/>
      </dsp:txXfrm>
    </dsp:sp>
    <dsp:sp modelId="{0A9C8A12-0E8D-492B-BAA3-6EF896226B16}">
      <dsp:nvSpPr>
        <dsp:cNvPr id="0" name=""/>
        <dsp:cNvSpPr/>
      </dsp:nvSpPr>
      <dsp:spPr>
        <a:xfrm>
          <a:off x="1549775" y="1120140"/>
          <a:ext cx="1398082" cy="1493520"/>
        </a:xfrm>
        <a:prstGeom prst="roundRect">
          <a:avLst/>
        </a:prstGeom>
        <a:gradFill rotWithShape="0">
          <a:gsLst>
            <a:gs pos="0">
              <a:schemeClr val="accent5">
                <a:hueOff val="-1655646"/>
                <a:satOff val="6635"/>
                <a:lumOff val="1438"/>
                <a:alphaOff val="0"/>
                <a:tint val="50000"/>
                <a:satMod val="300000"/>
              </a:schemeClr>
            </a:gs>
            <a:gs pos="35000">
              <a:schemeClr val="accent5">
                <a:hueOff val="-1655646"/>
                <a:satOff val="6635"/>
                <a:lumOff val="1438"/>
                <a:alphaOff val="0"/>
                <a:tint val="37000"/>
                <a:satMod val="300000"/>
              </a:schemeClr>
            </a:gs>
            <a:gs pos="100000">
              <a:schemeClr val="accent5">
                <a:hueOff val="-1655646"/>
                <a:satOff val="6635"/>
                <a:lumOff val="143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Analysis</a:t>
          </a:r>
        </a:p>
      </dsp:txBody>
      <dsp:txXfrm>
        <a:off x="1618024" y="1188389"/>
        <a:ext cx="1261584" cy="1357022"/>
      </dsp:txXfrm>
    </dsp:sp>
    <dsp:sp modelId="{DF374868-A6BC-4D4F-BEF6-2D0BC6AAFC2A}">
      <dsp:nvSpPr>
        <dsp:cNvPr id="0" name=""/>
        <dsp:cNvSpPr/>
      </dsp:nvSpPr>
      <dsp:spPr>
        <a:xfrm>
          <a:off x="3091308" y="1120140"/>
          <a:ext cx="1398082" cy="1493520"/>
        </a:xfrm>
        <a:prstGeom prst="roundRect">
          <a:avLst/>
        </a:prstGeom>
        <a:gradFill rotWithShape="0">
          <a:gsLst>
            <a:gs pos="0">
              <a:schemeClr val="accent5">
                <a:hueOff val="-3311292"/>
                <a:satOff val="13270"/>
                <a:lumOff val="2876"/>
                <a:alphaOff val="0"/>
                <a:tint val="50000"/>
                <a:satMod val="300000"/>
              </a:schemeClr>
            </a:gs>
            <a:gs pos="35000">
              <a:schemeClr val="accent5">
                <a:hueOff val="-3311292"/>
                <a:satOff val="13270"/>
                <a:lumOff val="2876"/>
                <a:alphaOff val="0"/>
                <a:tint val="37000"/>
                <a:satMod val="300000"/>
              </a:schemeClr>
            </a:gs>
            <a:gs pos="100000">
              <a:schemeClr val="accent5">
                <a:hueOff val="-3311292"/>
                <a:satOff val="13270"/>
                <a:lumOff val="287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Design</a:t>
          </a:r>
          <a:endParaRPr lang="en-US" sz="1600" kern="1200" dirty="0"/>
        </a:p>
      </dsp:txBody>
      <dsp:txXfrm>
        <a:off x="3159557" y="1188389"/>
        <a:ext cx="1261584" cy="1357022"/>
      </dsp:txXfrm>
    </dsp:sp>
    <dsp:sp modelId="{69B5EDF2-932B-4710-B213-A510420A07E7}">
      <dsp:nvSpPr>
        <dsp:cNvPr id="0" name=""/>
        <dsp:cNvSpPr/>
      </dsp:nvSpPr>
      <dsp:spPr>
        <a:xfrm>
          <a:off x="4632841" y="1120140"/>
          <a:ext cx="1398082" cy="1493520"/>
        </a:xfrm>
        <a:prstGeom prst="roundRect">
          <a:avLst/>
        </a:prstGeom>
        <a:gradFill rotWithShape="0">
          <a:gsLst>
            <a:gs pos="0">
              <a:schemeClr val="accent5">
                <a:hueOff val="-4966938"/>
                <a:satOff val="19906"/>
                <a:lumOff val="4314"/>
                <a:alphaOff val="0"/>
                <a:tint val="50000"/>
                <a:satMod val="300000"/>
              </a:schemeClr>
            </a:gs>
            <a:gs pos="35000">
              <a:schemeClr val="accent5">
                <a:hueOff val="-4966938"/>
                <a:satOff val="19906"/>
                <a:lumOff val="4314"/>
                <a:alphaOff val="0"/>
                <a:tint val="37000"/>
                <a:satMod val="300000"/>
              </a:schemeClr>
            </a:gs>
            <a:gs pos="100000">
              <a:schemeClr val="accent5">
                <a:hueOff val="-4966938"/>
                <a:satOff val="19906"/>
                <a:lumOff val="4314"/>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Development</a:t>
          </a:r>
          <a:endParaRPr lang="en-US" sz="1600" kern="1200" dirty="0"/>
        </a:p>
      </dsp:txBody>
      <dsp:txXfrm>
        <a:off x="4701090" y="1188389"/>
        <a:ext cx="1261584" cy="1357022"/>
      </dsp:txXfrm>
    </dsp:sp>
    <dsp:sp modelId="{22B51050-8773-4530-A265-D93887C3D06B}">
      <dsp:nvSpPr>
        <dsp:cNvPr id="0" name=""/>
        <dsp:cNvSpPr/>
      </dsp:nvSpPr>
      <dsp:spPr>
        <a:xfrm>
          <a:off x="6174374" y="1120140"/>
          <a:ext cx="1398082" cy="1493520"/>
        </a:xfrm>
        <a:prstGeom prst="roundRect">
          <a:avLst/>
        </a:prstGeom>
        <a:gradFill rotWithShape="0">
          <a:gsLst>
            <a:gs pos="0">
              <a:schemeClr val="accent5">
                <a:hueOff val="-6622584"/>
                <a:satOff val="26541"/>
                <a:lumOff val="5752"/>
                <a:alphaOff val="0"/>
                <a:tint val="50000"/>
                <a:satMod val="300000"/>
              </a:schemeClr>
            </a:gs>
            <a:gs pos="35000">
              <a:schemeClr val="accent5">
                <a:hueOff val="-6622584"/>
                <a:satOff val="26541"/>
                <a:lumOff val="5752"/>
                <a:alphaOff val="0"/>
                <a:tint val="37000"/>
                <a:satMod val="300000"/>
              </a:schemeClr>
            </a:gs>
            <a:gs pos="100000">
              <a:schemeClr val="accent5">
                <a:hueOff val="-6622584"/>
                <a:satOff val="26541"/>
                <a:lumOff val="575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Testing</a:t>
          </a:r>
          <a:endParaRPr lang="en-US" sz="1600" kern="1200" dirty="0"/>
        </a:p>
      </dsp:txBody>
      <dsp:txXfrm>
        <a:off x="6242623" y="1188389"/>
        <a:ext cx="1261584" cy="1357022"/>
      </dsp:txXfrm>
    </dsp:sp>
    <dsp:sp modelId="{07A001A5-35FA-4867-A3F6-9F23007D8594}">
      <dsp:nvSpPr>
        <dsp:cNvPr id="0" name=""/>
        <dsp:cNvSpPr/>
      </dsp:nvSpPr>
      <dsp:spPr>
        <a:xfrm>
          <a:off x="7715907" y="1120140"/>
          <a:ext cx="1398082" cy="1493520"/>
        </a:xfrm>
        <a:prstGeom prst="roundRect">
          <a:avLst/>
        </a:prstGeom>
        <a:gradFill rotWithShape="0">
          <a:gsLst>
            <a:gs pos="0">
              <a:schemeClr val="accent5">
                <a:hueOff val="-8278230"/>
                <a:satOff val="33176"/>
                <a:lumOff val="7190"/>
                <a:alphaOff val="0"/>
                <a:tint val="50000"/>
                <a:satMod val="300000"/>
              </a:schemeClr>
            </a:gs>
            <a:gs pos="35000">
              <a:schemeClr val="accent5">
                <a:hueOff val="-8278230"/>
                <a:satOff val="33176"/>
                <a:lumOff val="7190"/>
                <a:alphaOff val="0"/>
                <a:tint val="37000"/>
                <a:satMod val="300000"/>
              </a:schemeClr>
            </a:gs>
            <a:gs pos="100000">
              <a:schemeClr val="accent5">
                <a:hueOff val="-8278230"/>
                <a:satOff val="33176"/>
                <a:lumOff val="719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Deployment</a:t>
          </a:r>
          <a:endParaRPr lang="en-US" sz="1600" kern="1200" dirty="0"/>
        </a:p>
      </dsp:txBody>
      <dsp:txXfrm>
        <a:off x="7784156" y="1188389"/>
        <a:ext cx="1261584" cy="1357022"/>
      </dsp:txXfrm>
    </dsp:sp>
    <dsp:sp modelId="{ED2BD155-6554-4544-93E7-E30435CE3D10}">
      <dsp:nvSpPr>
        <dsp:cNvPr id="0" name=""/>
        <dsp:cNvSpPr/>
      </dsp:nvSpPr>
      <dsp:spPr>
        <a:xfrm>
          <a:off x="9257440" y="1120140"/>
          <a:ext cx="1398082" cy="1493520"/>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Maintenance</a:t>
          </a:r>
          <a:endParaRPr lang="en-US" sz="1600" kern="1200" dirty="0"/>
        </a:p>
      </dsp:txBody>
      <dsp:txXfrm>
        <a:off x="9325689" y="1188389"/>
        <a:ext cx="1261584" cy="135702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58F31D-E645-4994-AD07-3574D888BAAC}">
      <dsp:nvSpPr>
        <dsp:cNvPr id="0" name=""/>
        <dsp:cNvSpPr/>
      </dsp:nvSpPr>
      <dsp:spPr>
        <a:xfrm>
          <a:off x="799782" y="0"/>
          <a:ext cx="9064200" cy="3733800"/>
        </a:xfrm>
        <a:prstGeom prst="rightArrow">
          <a:avLst/>
        </a:prstGeom>
        <a:solidFill>
          <a:schemeClr val="accent5">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65818B31-CB1F-46F5-A2A5-35E333BE9CC8}">
      <dsp:nvSpPr>
        <dsp:cNvPr id="0" name=""/>
        <dsp:cNvSpPr/>
      </dsp:nvSpPr>
      <dsp:spPr>
        <a:xfrm>
          <a:off x="8242" y="1120140"/>
          <a:ext cx="1398082" cy="1493520"/>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Planning</a:t>
          </a:r>
          <a:endParaRPr lang="en-US" sz="1600" kern="1200" dirty="0"/>
        </a:p>
      </dsp:txBody>
      <dsp:txXfrm>
        <a:off x="76491" y="1188389"/>
        <a:ext cx="1261584" cy="1357022"/>
      </dsp:txXfrm>
    </dsp:sp>
    <dsp:sp modelId="{0A9C8A12-0E8D-492B-BAA3-6EF896226B16}">
      <dsp:nvSpPr>
        <dsp:cNvPr id="0" name=""/>
        <dsp:cNvSpPr/>
      </dsp:nvSpPr>
      <dsp:spPr>
        <a:xfrm>
          <a:off x="1549775" y="1120140"/>
          <a:ext cx="1398082" cy="1493520"/>
        </a:xfrm>
        <a:prstGeom prst="roundRect">
          <a:avLst/>
        </a:prstGeom>
        <a:gradFill rotWithShape="0">
          <a:gsLst>
            <a:gs pos="0">
              <a:schemeClr val="accent5">
                <a:hueOff val="-1655646"/>
                <a:satOff val="6635"/>
                <a:lumOff val="1438"/>
                <a:alphaOff val="0"/>
                <a:tint val="50000"/>
                <a:satMod val="300000"/>
              </a:schemeClr>
            </a:gs>
            <a:gs pos="35000">
              <a:schemeClr val="accent5">
                <a:hueOff val="-1655646"/>
                <a:satOff val="6635"/>
                <a:lumOff val="1438"/>
                <a:alphaOff val="0"/>
                <a:tint val="37000"/>
                <a:satMod val="300000"/>
              </a:schemeClr>
            </a:gs>
            <a:gs pos="100000">
              <a:schemeClr val="accent5">
                <a:hueOff val="-1655646"/>
                <a:satOff val="6635"/>
                <a:lumOff val="143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Analysis</a:t>
          </a:r>
        </a:p>
      </dsp:txBody>
      <dsp:txXfrm>
        <a:off x="1618024" y="1188389"/>
        <a:ext cx="1261584" cy="1357022"/>
      </dsp:txXfrm>
    </dsp:sp>
    <dsp:sp modelId="{DF374868-A6BC-4D4F-BEF6-2D0BC6AAFC2A}">
      <dsp:nvSpPr>
        <dsp:cNvPr id="0" name=""/>
        <dsp:cNvSpPr/>
      </dsp:nvSpPr>
      <dsp:spPr>
        <a:xfrm>
          <a:off x="3091308" y="1120140"/>
          <a:ext cx="1398082" cy="1493520"/>
        </a:xfrm>
        <a:prstGeom prst="roundRect">
          <a:avLst/>
        </a:prstGeom>
        <a:gradFill rotWithShape="0">
          <a:gsLst>
            <a:gs pos="0">
              <a:schemeClr val="accent5">
                <a:hueOff val="-3311292"/>
                <a:satOff val="13270"/>
                <a:lumOff val="2876"/>
                <a:alphaOff val="0"/>
                <a:tint val="50000"/>
                <a:satMod val="300000"/>
              </a:schemeClr>
            </a:gs>
            <a:gs pos="35000">
              <a:schemeClr val="accent5">
                <a:hueOff val="-3311292"/>
                <a:satOff val="13270"/>
                <a:lumOff val="2876"/>
                <a:alphaOff val="0"/>
                <a:tint val="37000"/>
                <a:satMod val="300000"/>
              </a:schemeClr>
            </a:gs>
            <a:gs pos="100000">
              <a:schemeClr val="accent5">
                <a:hueOff val="-3311292"/>
                <a:satOff val="13270"/>
                <a:lumOff val="287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Design</a:t>
          </a:r>
          <a:endParaRPr lang="en-US" sz="1600" kern="1200" dirty="0"/>
        </a:p>
      </dsp:txBody>
      <dsp:txXfrm>
        <a:off x="3159557" y="1188389"/>
        <a:ext cx="1261584" cy="1357022"/>
      </dsp:txXfrm>
    </dsp:sp>
    <dsp:sp modelId="{69B5EDF2-932B-4710-B213-A510420A07E7}">
      <dsp:nvSpPr>
        <dsp:cNvPr id="0" name=""/>
        <dsp:cNvSpPr/>
      </dsp:nvSpPr>
      <dsp:spPr>
        <a:xfrm>
          <a:off x="4632841" y="1120140"/>
          <a:ext cx="1398082" cy="1493520"/>
        </a:xfrm>
        <a:prstGeom prst="roundRect">
          <a:avLst/>
        </a:prstGeom>
        <a:gradFill rotWithShape="0">
          <a:gsLst>
            <a:gs pos="0">
              <a:schemeClr val="accent5">
                <a:hueOff val="-4966938"/>
                <a:satOff val="19906"/>
                <a:lumOff val="4314"/>
                <a:alphaOff val="0"/>
                <a:tint val="50000"/>
                <a:satMod val="300000"/>
              </a:schemeClr>
            </a:gs>
            <a:gs pos="35000">
              <a:schemeClr val="accent5">
                <a:hueOff val="-4966938"/>
                <a:satOff val="19906"/>
                <a:lumOff val="4314"/>
                <a:alphaOff val="0"/>
                <a:tint val="37000"/>
                <a:satMod val="300000"/>
              </a:schemeClr>
            </a:gs>
            <a:gs pos="100000">
              <a:schemeClr val="accent5">
                <a:hueOff val="-4966938"/>
                <a:satOff val="19906"/>
                <a:lumOff val="4314"/>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Development</a:t>
          </a:r>
          <a:endParaRPr lang="en-US" sz="1600" kern="1200" dirty="0"/>
        </a:p>
      </dsp:txBody>
      <dsp:txXfrm>
        <a:off x="4701090" y="1188389"/>
        <a:ext cx="1261584" cy="1357022"/>
      </dsp:txXfrm>
    </dsp:sp>
    <dsp:sp modelId="{22B51050-8773-4530-A265-D93887C3D06B}">
      <dsp:nvSpPr>
        <dsp:cNvPr id="0" name=""/>
        <dsp:cNvSpPr/>
      </dsp:nvSpPr>
      <dsp:spPr>
        <a:xfrm>
          <a:off x="6174374" y="1120140"/>
          <a:ext cx="1398082" cy="1493520"/>
        </a:xfrm>
        <a:prstGeom prst="roundRect">
          <a:avLst/>
        </a:prstGeom>
        <a:gradFill rotWithShape="0">
          <a:gsLst>
            <a:gs pos="0">
              <a:schemeClr val="accent5">
                <a:hueOff val="-6622584"/>
                <a:satOff val="26541"/>
                <a:lumOff val="5752"/>
                <a:alphaOff val="0"/>
                <a:tint val="50000"/>
                <a:satMod val="300000"/>
              </a:schemeClr>
            </a:gs>
            <a:gs pos="35000">
              <a:schemeClr val="accent5">
                <a:hueOff val="-6622584"/>
                <a:satOff val="26541"/>
                <a:lumOff val="5752"/>
                <a:alphaOff val="0"/>
                <a:tint val="37000"/>
                <a:satMod val="300000"/>
              </a:schemeClr>
            </a:gs>
            <a:gs pos="100000">
              <a:schemeClr val="accent5">
                <a:hueOff val="-6622584"/>
                <a:satOff val="26541"/>
                <a:lumOff val="575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Testing</a:t>
          </a:r>
          <a:endParaRPr lang="en-US" sz="1600" kern="1200" dirty="0"/>
        </a:p>
      </dsp:txBody>
      <dsp:txXfrm>
        <a:off x="6242623" y="1188389"/>
        <a:ext cx="1261584" cy="1357022"/>
      </dsp:txXfrm>
    </dsp:sp>
    <dsp:sp modelId="{07A001A5-35FA-4867-A3F6-9F23007D8594}">
      <dsp:nvSpPr>
        <dsp:cNvPr id="0" name=""/>
        <dsp:cNvSpPr/>
      </dsp:nvSpPr>
      <dsp:spPr>
        <a:xfrm>
          <a:off x="7715907" y="1120140"/>
          <a:ext cx="1398082" cy="1493520"/>
        </a:xfrm>
        <a:prstGeom prst="roundRect">
          <a:avLst/>
        </a:prstGeom>
        <a:gradFill rotWithShape="0">
          <a:gsLst>
            <a:gs pos="0">
              <a:schemeClr val="accent5">
                <a:hueOff val="-8278230"/>
                <a:satOff val="33176"/>
                <a:lumOff val="7190"/>
                <a:alphaOff val="0"/>
                <a:tint val="50000"/>
                <a:satMod val="300000"/>
              </a:schemeClr>
            </a:gs>
            <a:gs pos="35000">
              <a:schemeClr val="accent5">
                <a:hueOff val="-8278230"/>
                <a:satOff val="33176"/>
                <a:lumOff val="7190"/>
                <a:alphaOff val="0"/>
                <a:tint val="37000"/>
                <a:satMod val="300000"/>
              </a:schemeClr>
            </a:gs>
            <a:gs pos="100000">
              <a:schemeClr val="accent5">
                <a:hueOff val="-8278230"/>
                <a:satOff val="33176"/>
                <a:lumOff val="719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Deployment</a:t>
          </a:r>
          <a:endParaRPr lang="en-US" sz="1600" kern="1200" dirty="0"/>
        </a:p>
      </dsp:txBody>
      <dsp:txXfrm>
        <a:off x="7784156" y="1188389"/>
        <a:ext cx="1261584" cy="1357022"/>
      </dsp:txXfrm>
    </dsp:sp>
    <dsp:sp modelId="{ED2BD155-6554-4544-93E7-E30435CE3D10}">
      <dsp:nvSpPr>
        <dsp:cNvPr id="0" name=""/>
        <dsp:cNvSpPr/>
      </dsp:nvSpPr>
      <dsp:spPr>
        <a:xfrm>
          <a:off x="9257440" y="1120140"/>
          <a:ext cx="1398082" cy="1493520"/>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Maintenance</a:t>
          </a:r>
          <a:endParaRPr lang="en-US" sz="1600" kern="1200" dirty="0"/>
        </a:p>
      </dsp:txBody>
      <dsp:txXfrm>
        <a:off x="9325689" y="1188389"/>
        <a:ext cx="1261584" cy="135702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58F31D-E645-4994-AD07-3574D888BAAC}">
      <dsp:nvSpPr>
        <dsp:cNvPr id="0" name=""/>
        <dsp:cNvSpPr/>
      </dsp:nvSpPr>
      <dsp:spPr>
        <a:xfrm>
          <a:off x="799782" y="0"/>
          <a:ext cx="9064200" cy="3733800"/>
        </a:xfrm>
        <a:prstGeom prst="rightArrow">
          <a:avLst/>
        </a:prstGeom>
        <a:solidFill>
          <a:schemeClr val="accent5">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65818B31-CB1F-46F5-A2A5-35E333BE9CC8}">
      <dsp:nvSpPr>
        <dsp:cNvPr id="0" name=""/>
        <dsp:cNvSpPr/>
      </dsp:nvSpPr>
      <dsp:spPr>
        <a:xfrm>
          <a:off x="8242" y="1120140"/>
          <a:ext cx="1398082" cy="1493520"/>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Planning</a:t>
          </a:r>
          <a:endParaRPr lang="en-US" sz="1600" kern="1200" dirty="0"/>
        </a:p>
      </dsp:txBody>
      <dsp:txXfrm>
        <a:off x="76491" y="1188389"/>
        <a:ext cx="1261584" cy="1357022"/>
      </dsp:txXfrm>
    </dsp:sp>
    <dsp:sp modelId="{0A9C8A12-0E8D-492B-BAA3-6EF896226B16}">
      <dsp:nvSpPr>
        <dsp:cNvPr id="0" name=""/>
        <dsp:cNvSpPr/>
      </dsp:nvSpPr>
      <dsp:spPr>
        <a:xfrm>
          <a:off x="1549775" y="1120140"/>
          <a:ext cx="1398082" cy="1493520"/>
        </a:xfrm>
        <a:prstGeom prst="roundRect">
          <a:avLst/>
        </a:prstGeom>
        <a:gradFill rotWithShape="0">
          <a:gsLst>
            <a:gs pos="0">
              <a:schemeClr val="accent5">
                <a:hueOff val="-1655646"/>
                <a:satOff val="6635"/>
                <a:lumOff val="1438"/>
                <a:alphaOff val="0"/>
                <a:tint val="50000"/>
                <a:satMod val="300000"/>
              </a:schemeClr>
            </a:gs>
            <a:gs pos="35000">
              <a:schemeClr val="accent5">
                <a:hueOff val="-1655646"/>
                <a:satOff val="6635"/>
                <a:lumOff val="1438"/>
                <a:alphaOff val="0"/>
                <a:tint val="37000"/>
                <a:satMod val="300000"/>
              </a:schemeClr>
            </a:gs>
            <a:gs pos="100000">
              <a:schemeClr val="accent5">
                <a:hueOff val="-1655646"/>
                <a:satOff val="6635"/>
                <a:lumOff val="143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Analysis</a:t>
          </a:r>
        </a:p>
      </dsp:txBody>
      <dsp:txXfrm>
        <a:off x="1618024" y="1188389"/>
        <a:ext cx="1261584" cy="1357022"/>
      </dsp:txXfrm>
    </dsp:sp>
    <dsp:sp modelId="{DF374868-A6BC-4D4F-BEF6-2D0BC6AAFC2A}">
      <dsp:nvSpPr>
        <dsp:cNvPr id="0" name=""/>
        <dsp:cNvSpPr/>
      </dsp:nvSpPr>
      <dsp:spPr>
        <a:xfrm>
          <a:off x="3091308" y="1120140"/>
          <a:ext cx="1398082" cy="1493520"/>
        </a:xfrm>
        <a:prstGeom prst="roundRect">
          <a:avLst/>
        </a:prstGeom>
        <a:gradFill rotWithShape="0">
          <a:gsLst>
            <a:gs pos="0">
              <a:schemeClr val="accent5">
                <a:hueOff val="-3311292"/>
                <a:satOff val="13270"/>
                <a:lumOff val="2876"/>
                <a:alphaOff val="0"/>
                <a:tint val="50000"/>
                <a:satMod val="300000"/>
              </a:schemeClr>
            </a:gs>
            <a:gs pos="35000">
              <a:schemeClr val="accent5">
                <a:hueOff val="-3311292"/>
                <a:satOff val="13270"/>
                <a:lumOff val="2876"/>
                <a:alphaOff val="0"/>
                <a:tint val="37000"/>
                <a:satMod val="300000"/>
              </a:schemeClr>
            </a:gs>
            <a:gs pos="100000">
              <a:schemeClr val="accent5">
                <a:hueOff val="-3311292"/>
                <a:satOff val="13270"/>
                <a:lumOff val="287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Design</a:t>
          </a:r>
          <a:endParaRPr lang="en-US" sz="1600" kern="1200" dirty="0"/>
        </a:p>
      </dsp:txBody>
      <dsp:txXfrm>
        <a:off x="3159557" y="1188389"/>
        <a:ext cx="1261584" cy="1357022"/>
      </dsp:txXfrm>
    </dsp:sp>
    <dsp:sp modelId="{69B5EDF2-932B-4710-B213-A510420A07E7}">
      <dsp:nvSpPr>
        <dsp:cNvPr id="0" name=""/>
        <dsp:cNvSpPr/>
      </dsp:nvSpPr>
      <dsp:spPr>
        <a:xfrm>
          <a:off x="4632841" y="1120140"/>
          <a:ext cx="1398082" cy="1493520"/>
        </a:xfrm>
        <a:prstGeom prst="roundRect">
          <a:avLst/>
        </a:prstGeom>
        <a:gradFill rotWithShape="0">
          <a:gsLst>
            <a:gs pos="0">
              <a:schemeClr val="accent5">
                <a:hueOff val="-4966938"/>
                <a:satOff val="19906"/>
                <a:lumOff val="4314"/>
                <a:alphaOff val="0"/>
                <a:tint val="50000"/>
                <a:satMod val="300000"/>
              </a:schemeClr>
            </a:gs>
            <a:gs pos="35000">
              <a:schemeClr val="accent5">
                <a:hueOff val="-4966938"/>
                <a:satOff val="19906"/>
                <a:lumOff val="4314"/>
                <a:alphaOff val="0"/>
                <a:tint val="37000"/>
                <a:satMod val="300000"/>
              </a:schemeClr>
            </a:gs>
            <a:gs pos="100000">
              <a:schemeClr val="accent5">
                <a:hueOff val="-4966938"/>
                <a:satOff val="19906"/>
                <a:lumOff val="4314"/>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Development</a:t>
          </a:r>
          <a:endParaRPr lang="en-US" sz="1600" kern="1200" dirty="0"/>
        </a:p>
      </dsp:txBody>
      <dsp:txXfrm>
        <a:off x="4701090" y="1188389"/>
        <a:ext cx="1261584" cy="1357022"/>
      </dsp:txXfrm>
    </dsp:sp>
    <dsp:sp modelId="{22B51050-8773-4530-A265-D93887C3D06B}">
      <dsp:nvSpPr>
        <dsp:cNvPr id="0" name=""/>
        <dsp:cNvSpPr/>
      </dsp:nvSpPr>
      <dsp:spPr>
        <a:xfrm>
          <a:off x="6174374" y="1120140"/>
          <a:ext cx="1398082" cy="1493520"/>
        </a:xfrm>
        <a:prstGeom prst="roundRect">
          <a:avLst/>
        </a:prstGeom>
        <a:gradFill rotWithShape="0">
          <a:gsLst>
            <a:gs pos="0">
              <a:schemeClr val="accent5">
                <a:hueOff val="-6622584"/>
                <a:satOff val="26541"/>
                <a:lumOff val="5752"/>
                <a:alphaOff val="0"/>
                <a:tint val="50000"/>
                <a:satMod val="300000"/>
              </a:schemeClr>
            </a:gs>
            <a:gs pos="35000">
              <a:schemeClr val="accent5">
                <a:hueOff val="-6622584"/>
                <a:satOff val="26541"/>
                <a:lumOff val="5752"/>
                <a:alphaOff val="0"/>
                <a:tint val="37000"/>
                <a:satMod val="300000"/>
              </a:schemeClr>
            </a:gs>
            <a:gs pos="100000">
              <a:schemeClr val="accent5">
                <a:hueOff val="-6622584"/>
                <a:satOff val="26541"/>
                <a:lumOff val="575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Testing</a:t>
          </a:r>
          <a:endParaRPr lang="en-US" sz="1600" kern="1200" dirty="0"/>
        </a:p>
      </dsp:txBody>
      <dsp:txXfrm>
        <a:off x="6242623" y="1188389"/>
        <a:ext cx="1261584" cy="1357022"/>
      </dsp:txXfrm>
    </dsp:sp>
    <dsp:sp modelId="{07A001A5-35FA-4867-A3F6-9F23007D8594}">
      <dsp:nvSpPr>
        <dsp:cNvPr id="0" name=""/>
        <dsp:cNvSpPr/>
      </dsp:nvSpPr>
      <dsp:spPr>
        <a:xfrm>
          <a:off x="7715907" y="1120140"/>
          <a:ext cx="1398082" cy="1493520"/>
        </a:xfrm>
        <a:prstGeom prst="roundRect">
          <a:avLst/>
        </a:prstGeom>
        <a:gradFill rotWithShape="0">
          <a:gsLst>
            <a:gs pos="0">
              <a:schemeClr val="accent5">
                <a:hueOff val="-8278230"/>
                <a:satOff val="33176"/>
                <a:lumOff val="7190"/>
                <a:alphaOff val="0"/>
                <a:tint val="50000"/>
                <a:satMod val="300000"/>
              </a:schemeClr>
            </a:gs>
            <a:gs pos="35000">
              <a:schemeClr val="accent5">
                <a:hueOff val="-8278230"/>
                <a:satOff val="33176"/>
                <a:lumOff val="7190"/>
                <a:alphaOff val="0"/>
                <a:tint val="37000"/>
                <a:satMod val="300000"/>
              </a:schemeClr>
            </a:gs>
            <a:gs pos="100000">
              <a:schemeClr val="accent5">
                <a:hueOff val="-8278230"/>
                <a:satOff val="33176"/>
                <a:lumOff val="719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Deployment</a:t>
          </a:r>
          <a:endParaRPr lang="en-US" sz="1600" kern="1200" dirty="0"/>
        </a:p>
      </dsp:txBody>
      <dsp:txXfrm>
        <a:off x="7784156" y="1188389"/>
        <a:ext cx="1261584" cy="1357022"/>
      </dsp:txXfrm>
    </dsp:sp>
    <dsp:sp modelId="{ED2BD155-6554-4544-93E7-E30435CE3D10}">
      <dsp:nvSpPr>
        <dsp:cNvPr id="0" name=""/>
        <dsp:cNvSpPr/>
      </dsp:nvSpPr>
      <dsp:spPr>
        <a:xfrm>
          <a:off x="9257440" y="1120140"/>
          <a:ext cx="1398082" cy="1493520"/>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Maintenance</a:t>
          </a:r>
          <a:endParaRPr lang="en-US" sz="1600" kern="1200" dirty="0"/>
        </a:p>
      </dsp:txBody>
      <dsp:txXfrm>
        <a:off x="9325689" y="1188389"/>
        <a:ext cx="1261584" cy="135702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274EC6-3890-417B-9308-14EFBD00FA63}" type="datetimeFigureOut">
              <a:rPr lang="en-US" smtClean="0"/>
              <a:t>4/24/2024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83C400-BD9D-4609-A213-F91E9750031E}" type="slidenum">
              <a:rPr lang="en-US" smtClean="0"/>
              <a:t>‹#›</a:t>
            </a:fld>
            <a:endParaRPr lang="en-US" dirty="0"/>
          </a:p>
        </p:txBody>
      </p:sp>
    </p:spTree>
    <p:extLst>
      <p:ext uri="{BB962C8B-B14F-4D97-AF65-F5344CB8AC3E}">
        <p14:creationId xmlns:p14="http://schemas.microsoft.com/office/powerpoint/2010/main" val="2831783273"/>
      </p:ext>
    </p:extLst>
  </p:cSld>
  <p:clrMap bg1="lt1" tx1="dk1" bg2="lt2" tx2="dk2" accent1="accent1" accent2="accent2" accent3="accent3" accent4="accent4" accent5="accent5" accent6="accent6" hlink="hlink" folHlink="folHlink"/>
  <p:notesStyle>
    <a:lvl1pPr marL="0" algn="l" defTabSz="1246876" rtl="0" eaLnBrk="1" latinLnBrk="0" hangingPunct="1">
      <a:defRPr sz="1636" kern="1200">
        <a:solidFill>
          <a:schemeClr val="tx1"/>
        </a:solidFill>
        <a:latin typeface="+mn-lt"/>
        <a:ea typeface="+mn-ea"/>
        <a:cs typeface="+mn-cs"/>
      </a:defRPr>
    </a:lvl1pPr>
    <a:lvl2pPr marL="623438" algn="l" defTabSz="1246876" rtl="0" eaLnBrk="1" latinLnBrk="0" hangingPunct="1">
      <a:defRPr sz="1636" kern="1200">
        <a:solidFill>
          <a:schemeClr val="tx1"/>
        </a:solidFill>
        <a:latin typeface="+mn-lt"/>
        <a:ea typeface="+mn-ea"/>
        <a:cs typeface="+mn-cs"/>
      </a:defRPr>
    </a:lvl2pPr>
    <a:lvl3pPr marL="1246876" algn="l" defTabSz="1246876" rtl="0" eaLnBrk="1" latinLnBrk="0" hangingPunct="1">
      <a:defRPr sz="1636" kern="1200">
        <a:solidFill>
          <a:schemeClr val="tx1"/>
        </a:solidFill>
        <a:latin typeface="+mn-lt"/>
        <a:ea typeface="+mn-ea"/>
        <a:cs typeface="+mn-cs"/>
      </a:defRPr>
    </a:lvl3pPr>
    <a:lvl4pPr marL="1870314" algn="l" defTabSz="1246876" rtl="0" eaLnBrk="1" latinLnBrk="0" hangingPunct="1">
      <a:defRPr sz="1636" kern="1200">
        <a:solidFill>
          <a:schemeClr val="tx1"/>
        </a:solidFill>
        <a:latin typeface="+mn-lt"/>
        <a:ea typeface="+mn-ea"/>
        <a:cs typeface="+mn-cs"/>
      </a:defRPr>
    </a:lvl4pPr>
    <a:lvl5pPr marL="2493752" algn="l" defTabSz="1246876" rtl="0" eaLnBrk="1" latinLnBrk="0" hangingPunct="1">
      <a:defRPr sz="1636" kern="1200">
        <a:solidFill>
          <a:schemeClr val="tx1"/>
        </a:solidFill>
        <a:latin typeface="+mn-lt"/>
        <a:ea typeface="+mn-ea"/>
        <a:cs typeface="+mn-cs"/>
      </a:defRPr>
    </a:lvl5pPr>
    <a:lvl6pPr marL="3117190" algn="l" defTabSz="1246876" rtl="0" eaLnBrk="1" latinLnBrk="0" hangingPunct="1">
      <a:defRPr sz="1636" kern="1200">
        <a:solidFill>
          <a:schemeClr val="tx1"/>
        </a:solidFill>
        <a:latin typeface="+mn-lt"/>
        <a:ea typeface="+mn-ea"/>
        <a:cs typeface="+mn-cs"/>
      </a:defRPr>
    </a:lvl6pPr>
    <a:lvl7pPr marL="3740628" algn="l" defTabSz="1246876" rtl="0" eaLnBrk="1" latinLnBrk="0" hangingPunct="1">
      <a:defRPr sz="1636" kern="1200">
        <a:solidFill>
          <a:schemeClr val="tx1"/>
        </a:solidFill>
        <a:latin typeface="+mn-lt"/>
        <a:ea typeface="+mn-ea"/>
        <a:cs typeface="+mn-cs"/>
      </a:defRPr>
    </a:lvl7pPr>
    <a:lvl8pPr marL="4364065" algn="l" defTabSz="1246876" rtl="0" eaLnBrk="1" latinLnBrk="0" hangingPunct="1">
      <a:defRPr sz="1636" kern="1200">
        <a:solidFill>
          <a:schemeClr val="tx1"/>
        </a:solidFill>
        <a:latin typeface="+mn-lt"/>
        <a:ea typeface="+mn-ea"/>
        <a:cs typeface="+mn-cs"/>
      </a:defRPr>
    </a:lvl8pPr>
    <a:lvl9pPr marL="4987503" algn="l" defTabSz="1246876" rtl="0" eaLnBrk="1" latinLnBrk="0" hangingPunct="1">
      <a:defRPr sz="16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1</a:t>
            </a:fld>
            <a:endParaRPr lang="en-US" dirty="0"/>
          </a:p>
        </p:txBody>
      </p:sp>
    </p:spTree>
    <p:extLst>
      <p:ext uri="{BB962C8B-B14F-4D97-AF65-F5344CB8AC3E}">
        <p14:creationId xmlns:p14="http://schemas.microsoft.com/office/powerpoint/2010/main" val="4231762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2</a:t>
            </a:fld>
            <a:endParaRPr lang="en-US" dirty="0"/>
          </a:p>
        </p:txBody>
      </p:sp>
    </p:spTree>
    <p:extLst>
      <p:ext uri="{BB962C8B-B14F-4D97-AF65-F5344CB8AC3E}">
        <p14:creationId xmlns:p14="http://schemas.microsoft.com/office/powerpoint/2010/main" val="1386734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3</a:t>
            </a:fld>
            <a:endParaRPr lang="en-US" dirty="0"/>
          </a:p>
        </p:txBody>
      </p:sp>
    </p:spTree>
    <p:extLst>
      <p:ext uri="{BB962C8B-B14F-4D97-AF65-F5344CB8AC3E}">
        <p14:creationId xmlns:p14="http://schemas.microsoft.com/office/powerpoint/2010/main" val="3875410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4</a:t>
            </a:fld>
            <a:endParaRPr lang="en-US" dirty="0"/>
          </a:p>
        </p:txBody>
      </p:sp>
    </p:spTree>
    <p:extLst>
      <p:ext uri="{BB962C8B-B14F-4D97-AF65-F5344CB8AC3E}">
        <p14:creationId xmlns:p14="http://schemas.microsoft.com/office/powerpoint/2010/main" val="4193928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5</a:t>
            </a:fld>
            <a:endParaRPr lang="en-US" dirty="0"/>
          </a:p>
        </p:txBody>
      </p:sp>
    </p:spTree>
    <p:extLst>
      <p:ext uri="{BB962C8B-B14F-4D97-AF65-F5344CB8AC3E}">
        <p14:creationId xmlns:p14="http://schemas.microsoft.com/office/powerpoint/2010/main" val="1119262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6</a:t>
            </a:fld>
            <a:endParaRPr lang="en-US" dirty="0"/>
          </a:p>
        </p:txBody>
      </p:sp>
    </p:spTree>
    <p:extLst>
      <p:ext uri="{BB962C8B-B14F-4D97-AF65-F5344CB8AC3E}">
        <p14:creationId xmlns:p14="http://schemas.microsoft.com/office/powerpoint/2010/main" val="2720615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7</a:t>
            </a:fld>
            <a:endParaRPr lang="en-US" dirty="0"/>
          </a:p>
        </p:txBody>
      </p:sp>
    </p:spTree>
    <p:extLst>
      <p:ext uri="{BB962C8B-B14F-4D97-AF65-F5344CB8AC3E}">
        <p14:creationId xmlns:p14="http://schemas.microsoft.com/office/powerpoint/2010/main" val="2133837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8</a:t>
            </a:fld>
            <a:endParaRPr lang="en-US" dirty="0"/>
          </a:p>
        </p:txBody>
      </p:sp>
    </p:spTree>
    <p:extLst>
      <p:ext uri="{BB962C8B-B14F-4D97-AF65-F5344CB8AC3E}">
        <p14:creationId xmlns:p14="http://schemas.microsoft.com/office/powerpoint/2010/main" val="2969416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9</a:t>
            </a:fld>
            <a:endParaRPr lang="en-US" dirty="0"/>
          </a:p>
        </p:txBody>
      </p:sp>
    </p:spTree>
    <p:extLst>
      <p:ext uri="{BB962C8B-B14F-4D97-AF65-F5344CB8AC3E}">
        <p14:creationId xmlns:p14="http://schemas.microsoft.com/office/powerpoint/2010/main" val="2744213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2" indent="0" algn="ctr">
              <a:buNone/>
              <a:defRPr>
                <a:solidFill>
                  <a:schemeClr val="tx1">
                    <a:tint val="75000"/>
                  </a:schemeClr>
                </a:solidFill>
              </a:defRPr>
            </a:lvl2pPr>
            <a:lvl3pPr marL="1219165" indent="0" algn="ctr">
              <a:buNone/>
              <a:defRPr>
                <a:solidFill>
                  <a:schemeClr val="tx1">
                    <a:tint val="75000"/>
                  </a:schemeClr>
                </a:solidFill>
              </a:defRPr>
            </a:lvl3pPr>
            <a:lvl4pPr marL="1828747" indent="0" algn="ctr">
              <a:buNone/>
              <a:defRPr>
                <a:solidFill>
                  <a:schemeClr val="tx1">
                    <a:tint val="75000"/>
                  </a:schemeClr>
                </a:solidFill>
              </a:defRPr>
            </a:lvl4pPr>
            <a:lvl5pPr marL="2438331" indent="0" algn="ctr">
              <a:buNone/>
              <a:defRPr>
                <a:solidFill>
                  <a:schemeClr val="tx1">
                    <a:tint val="75000"/>
                  </a:schemeClr>
                </a:solidFill>
              </a:defRPr>
            </a:lvl5pPr>
            <a:lvl6pPr marL="3047912" indent="0" algn="ctr">
              <a:buNone/>
              <a:defRPr>
                <a:solidFill>
                  <a:schemeClr val="tx1">
                    <a:tint val="75000"/>
                  </a:schemeClr>
                </a:solidFill>
              </a:defRPr>
            </a:lvl6pPr>
            <a:lvl7pPr marL="3657494" indent="0" algn="ctr">
              <a:buNone/>
              <a:defRPr>
                <a:solidFill>
                  <a:schemeClr val="tx1">
                    <a:tint val="75000"/>
                  </a:schemeClr>
                </a:solidFill>
              </a:defRPr>
            </a:lvl7pPr>
            <a:lvl8pPr marL="4267075" indent="0" algn="ctr">
              <a:buNone/>
              <a:defRPr>
                <a:solidFill>
                  <a:schemeClr val="tx1">
                    <a:tint val="75000"/>
                  </a:schemeClr>
                </a:solidFill>
              </a:defRPr>
            </a:lvl8pPr>
            <a:lvl9pPr marL="487665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8538603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079184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6" y="4406911"/>
            <a:ext cx="10363200" cy="1362075"/>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6" y="2906724"/>
            <a:ext cx="10363200" cy="1500187"/>
          </a:xfrm>
        </p:spPr>
        <p:txBody>
          <a:bodyPr anchor="b"/>
          <a:lstStyle>
            <a:lvl1pPr marL="0" indent="0">
              <a:buNone/>
              <a:defRPr sz="2667">
                <a:solidFill>
                  <a:schemeClr val="tx1">
                    <a:tint val="75000"/>
                  </a:schemeClr>
                </a:solidFill>
              </a:defRPr>
            </a:lvl1pPr>
            <a:lvl2pPr marL="609582" indent="0">
              <a:buNone/>
              <a:defRPr sz="2400">
                <a:solidFill>
                  <a:schemeClr val="tx1">
                    <a:tint val="75000"/>
                  </a:schemeClr>
                </a:solidFill>
              </a:defRPr>
            </a:lvl2pPr>
            <a:lvl3pPr marL="1219165" indent="0">
              <a:buNone/>
              <a:defRPr sz="2133">
                <a:solidFill>
                  <a:schemeClr val="tx1">
                    <a:tint val="75000"/>
                  </a:schemeClr>
                </a:solidFill>
              </a:defRPr>
            </a:lvl3pPr>
            <a:lvl4pPr marL="1828747" indent="0">
              <a:buNone/>
              <a:defRPr sz="1867">
                <a:solidFill>
                  <a:schemeClr val="tx1">
                    <a:tint val="75000"/>
                  </a:schemeClr>
                </a:solidFill>
              </a:defRPr>
            </a:lvl4pPr>
            <a:lvl5pPr marL="2438331" indent="0">
              <a:buNone/>
              <a:defRPr sz="1867">
                <a:solidFill>
                  <a:schemeClr val="tx1">
                    <a:tint val="75000"/>
                  </a:schemeClr>
                </a:solidFill>
              </a:defRPr>
            </a:lvl5pPr>
            <a:lvl6pPr marL="3047912" indent="0">
              <a:buNone/>
              <a:defRPr sz="1867">
                <a:solidFill>
                  <a:schemeClr val="tx1">
                    <a:tint val="75000"/>
                  </a:schemeClr>
                </a:solidFill>
              </a:defRPr>
            </a:lvl6pPr>
            <a:lvl7pPr marL="3657494" indent="0">
              <a:buNone/>
              <a:defRPr sz="1867">
                <a:solidFill>
                  <a:schemeClr val="tx1">
                    <a:tint val="75000"/>
                  </a:schemeClr>
                </a:solidFill>
              </a:defRPr>
            </a:lvl7pPr>
            <a:lvl8pPr marL="4267075" indent="0">
              <a:buNone/>
              <a:defRPr sz="1867">
                <a:solidFill>
                  <a:schemeClr val="tx1">
                    <a:tint val="75000"/>
                  </a:schemeClr>
                </a:solidFill>
              </a:defRPr>
            </a:lvl8pPr>
            <a:lvl9pPr marL="4876659"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3594926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3164"/>
            <a:ext cx="5384800" cy="3319462"/>
          </a:xfrm>
        </p:spPr>
        <p:txBody>
          <a:bodyPr/>
          <a:lstStyle>
            <a:lvl1pPr>
              <a:defRPr sz="3735"/>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2" y="1173164"/>
            <a:ext cx="5384800" cy="3319462"/>
          </a:xfrm>
        </p:spPr>
        <p:txBody>
          <a:bodyPr/>
          <a:lstStyle>
            <a:lvl1pPr>
              <a:defRPr sz="3735"/>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761054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3" y="1535120"/>
            <a:ext cx="5386919" cy="639762"/>
          </a:xfrm>
        </p:spPr>
        <p:txBody>
          <a:bodyPr anchor="b"/>
          <a:lstStyle>
            <a:lvl1pPr marL="0" indent="0">
              <a:buNone/>
              <a:defRPr sz="3200" b="1"/>
            </a:lvl1pPr>
            <a:lvl2pPr marL="609582" indent="0">
              <a:buNone/>
              <a:defRPr sz="2667" b="1"/>
            </a:lvl2pPr>
            <a:lvl3pPr marL="1219165" indent="0">
              <a:buNone/>
              <a:defRPr sz="2400" b="1"/>
            </a:lvl3pPr>
            <a:lvl4pPr marL="1828747" indent="0">
              <a:buNone/>
              <a:defRPr sz="2133" b="1"/>
            </a:lvl4pPr>
            <a:lvl5pPr marL="2438331" indent="0">
              <a:buNone/>
              <a:defRPr sz="2133" b="1"/>
            </a:lvl5pPr>
            <a:lvl6pPr marL="3047912" indent="0">
              <a:buNone/>
              <a:defRPr sz="2133" b="1"/>
            </a:lvl6pPr>
            <a:lvl7pPr marL="3657494" indent="0">
              <a:buNone/>
              <a:defRPr sz="2133" b="1"/>
            </a:lvl7pPr>
            <a:lvl8pPr marL="4267075" indent="0">
              <a:buNone/>
              <a:defRPr sz="2133" b="1"/>
            </a:lvl8pPr>
            <a:lvl9pPr marL="4876659"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3" y="2174882"/>
            <a:ext cx="5386919"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7" y="1535120"/>
            <a:ext cx="5389035" cy="639762"/>
          </a:xfrm>
        </p:spPr>
        <p:txBody>
          <a:bodyPr anchor="b"/>
          <a:lstStyle>
            <a:lvl1pPr marL="0" indent="0">
              <a:buNone/>
              <a:defRPr sz="3200" b="1"/>
            </a:lvl1pPr>
            <a:lvl2pPr marL="609582" indent="0">
              <a:buNone/>
              <a:defRPr sz="2667" b="1"/>
            </a:lvl2pPr>
            <a:lvl3pPr marL="1219165" indent="0">
              <a:buNone/>
              <a:defRPr sz="2400" b="1"/>
            </a:lvl3pPr>
            <a:lvl4pPr marL="1828747" indent="0">
              <a:buNone/>
              <a:defRPr sz="2133" b="1"/>
            </a:lvl4pPr>
            <a:lvl5pPr marL="2438331" indent="0">
              <a:buNone/>
              <a:defRPr sz="2133" b="1"/>
            </a:lvl5pPr>
            <a:lvl6pPr marL="3047912" indent="0">
              <a:buNone/>
              <a:defRPr sz="2133" b="1"/>
            </a:lvl6pPr>
            <a:lvl7pPr marL="3657494" indent="0">
              <a:buNone/>
              <a:defRPr sz="2133" b="1"/>
            </a:lvl7pPr>
            <a:lvl8pPr marL="4267075" indent="0">
              <a:buNone/>
              <a:defRPr sz="2133" b="1"/>
            </a:lvl8pPr>
            <a:lvl9pPr marL="4876659"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77" y="2174882"/>
            <a:ext cx="5389035"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9052261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036352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1825545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10" y="273050"/>
            <a:ext cx="4011086" cy="1162050"/>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6" y="273061"/>
            <a:ext cx="6815667" cy="5853113"/>
          </a:xfrm>
        </p:spPr>
        <p:txBody>
          <a:bodyPr/>
          <a:lstStyle>
            <a:lvl1pPr>
              <a:defRPr sz="4267"/>
            </a:lvl1pPr>
            <a:lvl2pPr>
              <a:defRPr sz="3735"/>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10" y="1435111"/>
            <a:ext cx="4011086" cy="4691063"/>
          </a:xfrm>
        </p:spPr>
        <p:txBody>
          <a:bodyPr/>
          <a:lstStyle>
            <a:lvl1pPr marL="0" indent="0">
              <a:buNone/>
              <a:defRPr sz="1867"/>
            </a:lvl1pPr>
            <a:lvl2pPr marL="609582" indent="0">
              <a:buNone/>
              <a:defRPr sz="1600"/>
            </a:lvl2pPr>
            <a:lvl3pPr marL="1219165" indent="0">
              <a:buNone/>
              <a:defRPr sz="1335"/>
            </a:lvl3pPr>
            <a:lvl4pPr marL="1828747" indent="0">
              <a:buNone/>
              <a:defRPr sz="1200"/>
            </a:lvl4pPr>
            <a:lvl5pPr marL="2438331" indent="0">
              <a:buNone/>
              <a:defRPr sz="1200"/>
            </a:lvl5pPr>
            <a:lvl6pPr marL="3047912" indent="0">
              <a:buNone/>
              <a:defRPr sz="1200"/>
            </a:lvl6pPr>
            <a:lvl7pPr marL="3657494" indent="0">
              <a:buNone/>
              <a:defRPr sz="1200"/>
            </a:lvl7pPr>
            <a:lvl8pPr marL="4267075" indent="0">
              <a:buNone/>
              <a:defRPr sz="1200"/>
            </a:lvl8pPr>
            <a:lvl9pPr marL="4876659"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651598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4267"/>
            </a:lvl1pPr>
            <a:lvl2pPr marL="609582" indent="0">
              <a:buNone/>
              <a:defRPr sz="3735"/>
            </a:lvl2pPr>
            <a:lvl3pPr marL="1219165" indent="0">
              <a:buNone/>
              <a:defRPr sz="3200"/>
            </a:lvl3pPr>
            <a:lvl4pPr marL="1828747" indent="0">
              <a:buNone/>
              <a:defRPr sz="2667"/>
            </a:lvl4pPr>
            <a:lvl5pPr marL="2438331" indent="0">
              <a:buNone/>
              <a:defRPr sz="2667"/>
            </a:lvl5pPr>
            <a:lvl6pPr marL="3047912" indent="0">
              <a:buNone/>
              <a:defRPr sz="2667"/>
            </a:lvl6pPr>
            <a:lvl7pPr marL="3657494" indent="0">
              <a:buNone/>
              <a:defRPr sz="2667"/>
            </a:lvl7pPr>
            <a:lvl8pPr marL="4267075" indent="0">
              <a:buNone/>
              <a:defRPr sz="2667"/>
            </a:lvl8pPr>
            <a:lvl9pPr marL="4876659" indent="0">
              <a:buNone/>
              <a:defRPr sz="2667"/>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867"/>
            </a:lvl1pPr>
            <a:lvl2pPr marL="609582" indent="0">
              <a:buNone/>
              <a:defRPr sz="1600"/>
            </a:lvl2pPr>
            <a:lvl3pPr marL="1219165" indent="0">
              <a:buNone/>
              <a:defRPr sz="1335"/>
            </a:lvl3pPr>
            <a:lvl4pPr marL="1828747" indent="0">
              <a:buNone/>
              <a:defRPr sz="1200"/>
            </a:lvl4pPr>
            <a:lvl5pPr marL="2438331" indent="0">
              <a:buNone/>
              <a:defRPr sz="1200"/>
            </a:lvl5pPr>
            <a:lvl6pPr marL="3047912" indent="0">
              <a:buNone/>
              <a:defRPr sz="1200"/>
            </a:lvl6pPr>
            <a:lvl7pPr marL="3657494" indent="0">
              <a:buNone/>
              <a:defRPr sz="1200"/>
            </a:lvl7pPr>
            <a:lvl8pPr marL="4267075" indent="0">
              <a:buNone/>
              <a:defRPr sz="1200"/>
            </a:lvl8pPr>
            <a:lvl9pPr marL="4876659"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4765013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412241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01614"/>
            <a:ext cx="2743200" cy="42910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2" y="201614"/>
            <a:ext cx="8026400" cy="42910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78649533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2" y="6356352"/>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1D8BD707-D9CF-40AE-B4C6-C98DA3205C09}" type="datetimeFigureOut">
              <a:rPr lang="en-US" smtClean="0"/>
              <a:pPr/>
              <a:t>4/24/2024</a:t>
            </a:fld>
            <a:endParaRPr lang="en-US" dirty="0"/>
          </a:p>
        </p:txBody>
      </p:sp>
      <p:sp>
        <p:nvSpPr>
          <p:cNvPr id="5" name="Footer Placeholder 4"/>
          <p:cNvSpPr>
            <a:spLocks noGrp="1"/>
          </p:cNvSpPr>
          <p:nvPr>
            <p:ph type="ftr" sz="quarter" idx="3"/>
          </p:nvPr>
        </p:nvSpPr>
        <p:spPr>
          <a:xfrm>
            <a:off x="4165604" y="6356352"/>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249943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p14:dur="0" advClick="0"/>
    </mc:Choice>
    <mc:Fallback xmlns="">
      <p:transition advClick="0"/>
    </mc:Fallback>
  </mc:AlternateContent>
  <p:txStyles>
    <p:titleStyle>
      <a:lvl1pPr algn="ctr" defTabSz="1219165" rtl="0" eaLnBrk="1" latinLnBrk="0" hangingPunct="1">
        <a:spcBef>
          <a:spcPct val="0"/>
        </a:spcBef>
        <a:buNone/>
        <a:defRPr sz="5868" kern="1200">
          <a:solidFill>
            <a:schemeClr val="tx1"/>
          </a:solidFill>
          <a:latin typeface="+mj-lt"/>
          <a:ea typeface="+mj-ea"/>
          <a:cs typeface="+mj-cs"/>
        </a:defRPr>
      </a:lvl1pPr>
    </p:titleStyle>
    <p:bodyStyle>
      <a:lvl1pPr marL="457188" indent="-457188" algn="l" defTabSz="1219165"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2" indent="-380990" algn="l" defTabSz="1219165" rtl="0" eaLnBrk="1" latinLnBrk="0" hangingPunct="1">
        <a:spcBef>
          <a:spcPct val="20000"/>
        </a:spcBef>
        <a:buFont typeface="Arial" pitchFamily="34" charset="0"/>
        <a:buChar char="–"/>
        <a:defRPr sz="3735" kern="1200">
          <a:solidFill>
            <a:schemeClr val="tx1"/>
          </a:solidFill>
          <a:latin typeface="+mn-lt"/>
          <a:ea typeface="+mn-ea"/>
          <a:cs typeface="+mn-cs"/>
        </a:defRPr>
      </a:lvl2pPr>
      <a:lvl3pPr marL="1523955" indent="-304792" algn="l" defTabSz="1219165"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39"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21"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04"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286"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67"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51"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65" rtl="0" eaLnBrk="1" latinLnBrk="0" hangingPunct="1">
        <a:defRPr sz="2400" kern="1200">
          <a:solidFill>
            <a:schemeClr val="tx1"/>
          </a:solidFill>
          <a:latin typeface="+mn-lt"/>
          <a:ea typeface="+mn-ea"/>
          <a:cs typeface="+mn-cs"/>
        </a:defRPr>
      </a:lvl1pPr>
      <a:lvl2pPr marL="609582" algn="l" defTabSz="1219165" rtl="0" eaLnBrk="1" latinLnBrk="0" hangingPunct="1">
        <a:defRPr sz="2400" kern="1200">
          <a:solidFill>
            <a:schemeClr val="tx1"/>
          </a:solidFill>
          <a:latin typeface="+mn-lt"/>
          <a:ea typeface="+mn-ea"/>
          <a:cs typeface="+mn-cs"/>
        </a:defRPr>
      </a:lvl2pPr>
      <a:lvl3pPr marL="1219165" algn="l" defTabSz="1219165" rtl="0" eaLnBrk="1" latinLnBrk="0" hangingPunct="1">
        <a:defRPr sz="2400" kern="1200">
          <a:solidFill>
            <a:schemeClr val="tx1"/>
          </a:solidFill>
          <a:latin typeface="+mn-lt"/>
          <a:ea typeface="+mn-ea"/>
          <a:cs typeface="+mn-cs"/>
        </a:defRPr>
      </a:lvl3pPr>
      <a:lvl4pPr marL="1828747" algn="l" defTabSz="1219165" rtl="0" eaLnBrk="1" latinLnBrk="0" hangingPunct="1">
        <a:defRPr sz="2400" kern="1200">
          <a:solidFill>
            <a:schemeClr val="tx1"/>
          </a:solidFill>
          <a:latin typeface="+mn-lt"/>
          <a:ea typeface="+mn-ea"/>
          <a:cs typeface="+mn-cs"/>
        </a:defRPr>
      </a:lvl4pPr>
      <a:lvl5pPr marL="2438331" algn="l" defTabSz="1219165" rtl="0" eaLnBrk="1" latinLnBrk="0" hangingPunct="1">
        <a:defRPr sz="2400" kern="1200">
          <a:solidFill>
            <a:schemeClr val="tx1"/>
          </a:solidFill>
          <a:latin typeface="+mn-lt"/>
          <a:ea typeface="+mn-ea"/>
          <a:cs typeface="+mn-cs"/>
        </a:defRPr>
      </a:lvl5pPr>
      <a:lvl6pPr marL="3047912" algn="l" defTabSz="1219165" rtl="0" eaLnBrk="1" latinLnBrk="0" hangingPunct="1">
        <a:defRPr sz="2400" kern="1200">
          <a:solidFill>
            <a:schemeClr val="tx1"/>
          </a:solidFill>
          <a:latin typeface="+mn-lt"/>
          <a:ea typeface="+mn-ea"/>
          <a:cs typeface="+mn-cs"/>
        </a:defRPr>
      </a:lvl6pPr>
      <a:lvl7pPr marL="3657494" algn="l" defTabSz="1219165" rtl="0" eaLnBrk="1" latinLnBrk="0" hangingPunct="1">
        <a:defRPr sz="2400" kern="1200">
          <a:solidFill>
            <a:schemeClr val="tx1"/>
          </a:solidFill>
          <a:latin typeface="+mn-lt"/>
          <a:ea typeface="+mn-ea"/>
          <a:cs typeface="+mn-cs"/>
        </a:defRPr>
      </a:lvl7pPr>
      <a:lvl8pPr marL="4267075" algn="l" defTabSz="1219165" rtl="0" eaLnBrk="1" latinLnBrk="0" hangingPunct="1">
        <a:defRPr sz="2400" kern="1200">
          <a:solidFill>
            <a:schemeClr val="tx1"/>
          </a:solidFill>
          <a:latin typeface="+mn-lt"/>
          <a:ea typeface="+mn-ea"/>
          <a:cs typeface="+mn-cs"/>
        </a:defRPr>
      </a:lvl8pPr>
      <a:lvl9pPr marL="4876659" algn="l" defTabSz="12191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613835" y="2899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4" name="Rectangle 3">
            <a:extLst>
              <a:ext uri="{FF2B5EF4-FFF2-40B4-BE49-F238E27FC236}">
                <a16:creationId xmlns:a16="http://schemas.microsoft.com/office/drawing/2014/main" id="{C732CC46-37AA-1E07-46A7-484FC3D881EC}"/>
              </a:ext>
            </a:extLst>
          </p:cNvPr>
          <p:cNvSpPr/>
          <p:nvPr/>
        </p:nvSpPr>
        <p:spPr>
          <a:xfrm>
            <a:off x="3882030" y="33992"/>
            <a:ext cx="4427935"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Software Development Life Cycle (SDLC)</a:t>
            </a:r>
          </a:p>
        </p:txBody>
      </p:sp>
      <p:sp>
        <p:nvSpPr>
          <p:cNvPr id="11" name="TextBox 10">
            <a:extLst>
              <a:ext uri="{FF2B5EF4-FFF2-40B4-BE49-F238E27FC236}">
                <a16:creationId xmlns:a16="http://schemas.microsoft.com/office/drawing/2014/main" id="{11705DA6-4EF9-EB0E-94C5-017DBC9DCF70}"/>
              </a:ext>
            </a:extLst>
          </p:cNvPr>
          <p:cNvSpPr txBox="1"/>
          <p:nvPr/>
        </p:nvSpPr>
        <p:spPr>
          <a:xfrm>
            <a:off x="114297" y="813880"/>
            <a:ext cx="11963399" cy="707886"/>
          </a:xfrm>
          <a:prstGeom prst="rect">
            <a:avLst/>
          </a:prstGeom>
          <a:ln w="3175">
            <a:solidFill>
              <a:schemeClr val="tx1"/>
            </a:solidFill>
          </a:ln>
        </p:spPr>
        <p:style>
          <a:lnRef idx="2">
            <a:schemeClr val="accent6"/>
          </a:lnRef>
          <a:fillRef idx="1">
            <a:schemeClr val="lt1"/>
          </a:fillRef>
          <a:effectRef idx="0">
            <a:schemeClr val="accent6"/>
          </a:effectRef>
          <a:fontRef idx="minor">
            <a:schemeClr val="dk1"/>
          </a:fontRef>
        </p:style>
        <p:txBody>
          <a:bodyPr wrap="square">
            <a:spAutoFit/>
          </a:bodyPr>
          <a:lstStyle/>
          <a:p>
            <a:pPr algn="l"/>
            <a:r>
              <a:rPr lang="en-US" sz="2000" b="0" i="0" dirty="0">
                <a:solidFill>
                  <a:srgbClr val="0D0D0D"/>
                </a:solidFill>
                <a:effectLst/>
                <a:highlight>
                  <a:srgbClr val="FFFFFF"/>
                </a:highlight>
                <a:latin typeface="Söhne"/>
              </a:rPr>
              <a:t>The </a:t>
            </a:r>
            <a:r>
              <a:rPr lang="en-US" sz="2000" b="0" i="0" dirty="0">
                <a:solidFill>
                  <a:srgbClr val="FF0000"/>
                </a:solidFill>
                <a:effectLst/>
                <a:highlight>
                  <a:srgbClr val="FFFFFF"/>
                </a:highlight>
                <a:latin typeface="Söhne"/>
              </a:rPr>
              <a:t>Software Development Life Cycle (SDLC) </a:t>
            </a:r>
            <a:r>
              <a:rPr lang="en-US" sz="2000" b="0" i="0" dirty="0">
                <a:solidFill>
                  <a:srgbClr val="0D0D0D"/>
                </a:solidFill>
                <a:effectLst/>
                <a:highlight>
                  <a:srgbClr val="FFFFFF"/>
                </a:highlight>
                <a:latin typeface="Söhne"/>
              </a:rPr>
              <a:t>is a fundamental </a:t>
            </a:r>
            <a:r>
              <a:rPr lang="en-US" sz="2000" b="0" i="0" dirty="0">
                <a:solidFill>
                  <a:srgbClr val="FF0000"/>
                </a:solidFill>
                <a:effectLst/>
                <a:highlight>
                  <a:srgbClr val="FFFFFF"/>
                </a:highlight>
                <a:latin typeface="Söhne"/>
              </a:rPr>
              <a:t>framework</a:t>
            </a:r>
            <a:r>
              <a:rPr lang="en-US" sz="2000" b="0" i="0" dirty="0">
                <a:solidFill>
                  <a:srgbClr val="0D0D0D"/>
                </a:solidFill>
                <a:effectLst/>
                <a:highlight>
                  <a:srgbClr val="FFFFFF"/>
                </a:highlight>
                <a:latin typeface="Söhne"/>
              </a:rPr>
              <a:t> that governs the entire process of creating software, from conception to deployment and beyond.</a:t>
            </a:r>
            <a:endParaRPr lang="en-US" sz="3200" b="0" i="0" dirty="0">
              <a:solidFill>
                <a:srgbClr val="0D0D0D"/>
              </a:solidFill>
              <a:effectLst/>
              <a:highlight>
                <a:srgbClr val="FFFFFF"/>
              </a:highlight>
              <a:latin typeface="Söhne"/>
            </a:endParaRPr>
          </a:p>
        </p:txBody>
      </p:sp>
      <p:graphicFrame>
        <p:nvGraphicFramePr>
          <p:cNvPr id="5" name="Diagram 4">
            <a:extLst>
              <a:ext uri="{FF2B5EF4-FFF2-40B4-BE49-F238E27FC236}">
                <a16:creationId xmlns:a16="http://schemas.microsoft.com/office/drawing/2014/main" id="{F599E4EA-459F-90D9-5F40-9B28BB1DFFE9}"/>
              </a:ext>
            </a:extLst>
          </p:cNvPr>
          <p:cNvGraphicFramePr/>
          <p:nvPr>
            <p:extLst>
              <p:ext uri="{D42A27DB-BD31-4B8C-83A1-F6EECF244321}">
                <p14:modId xmlns:p14="http://schemas.microsoft.com/office/powerpoint/2010/main" val="4075975600"/>
              </p:ext>
            </p:extLst>
          </p:nvPr>
        </p:nvGraphicFramePr>
        <p:xfrm>
          <a:off x="613835" y="2051000"/>
          <a:ext cx="10663765" cy="373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52F7AC56-6FED-768A-D6B7-E36B0E7BD43D}"/>
              </a:ext>
            </a:extLst>
          </p:cNvPr>
          <p:cNvSpPr txBox="1"/>
          <p:nvPr/>
        </p:nvSpPr>
        <p:spPr>
          <a:xfrm>
            <a:off x="4685724" y="5321200"/>
            <a:ext cx="2519985" cy="470000"/>
          </a:xfrm>
          <a:prstGeom prst="rect">
            <a:avLst/>
          </a:prstGeom>
          <a:solidFill>
            <a:srgbClr val="FF0000"/>
          </a:solidFill>
        </p:spPr>
        <p:txBody>
          <a:bodyPr wrap="none" rtlCol="0">
            <a:spAutoFit/>
          </a:bodyPr>
          <a:lstStyle/>
          <a:p>
            <a:r>
              <a:rPr lang="en-US" dirty="0">
                <a:solidFill>
                  <a:schemeClr val="bg1"/>
                </a:solidFill>
              </a:rPr>
              <a:t>Stages in the SDLC</a:t>
            </a:r>
          </a:p>
        </p:txBody>
      </p:sp>
    </p:spTree>
    <p:extLst>
      <p:ext uri="{BB962C8B-B14F-4D97-AF65-F5344CB8AC3E}">
        <p14:creationId xmlns:p14="http://schemas.microsoft.com/office/powerpoint/2010/main" val="23227865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613835" y="2899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4" name="Rectangle 3">
            <a:extLst>
              <a:ext uri="{FF2B5EF4-FFF2-40B4-BE49-F238E27FC236}">
                <a16:creationId xmlns:a16="http://schemas.microsoft.com/office/drawing/2014/main" id="{C732CC46-37AA-1E07-46A7-484FC3D881EC}"/>
              </a:ext>
            </a:extLst>
          </p:cNvPr>
          <p:cNvSpPr/>
          <p:nvPr/>
        </p:nvSpPr>
        <p:spPr>
          <a:xfrm>
            <a:off x="3882030" y="33992"/>
            <a:ext cx="4427935"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Software Development Life Cycle (SDLC)</a:t>
            </a:r>
          </a:p>
        </p:txBody>
      </p:sp>
      <p:graphicFrame>
        <p:nvGraphicFramePr>
          <p:cNvPr id="5" name="Diagram 4">
            <a:extLst>
              <a:ext uri="{FF2B5EF4-FFF2-40B4-BE49-F238E27FC236}">
                <a16:creationId xmlns:a16="http://schemas.microsoft.com/office/drawing/2014/main" id="{F599E4EA-459F-90D9-5F40-9B28BB1DFFE9}"/>
              </a:ext>
            </a:extLst>
          </p:cNvPr>
          <p:cNvGraphicFramePr/>
          <p:nvPr>
            <p:extLst>
              <p:ext uri="{D42A27DB-BD31-4B8C-83A1-F6EECF244321}">
                <p14:modId xmlns:p14="http://schemas.microsoft.com/office/powerpoint/2010/main" val="2853954942"/>
              </p:ext>
            </p:extLst>
          </p:nvPr>
        </p:nvGraphicFramePr>
        <p:xfrm>
          <a:off x="613835" y="2813000"/>
          <a:ext cx="10663765" cy="373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52F7AC56-6FED-768A-D6B7-E36B0E7BD43D}"/>
              </a:ext>
            </a:extLst>
          </p:cNvPr>
          <p:cNvSpPr txBox="1"/>
          <p:nvPr/>
        </p:nvSpPr>
        <p:spPr>
          <a:xfrm>
            <a:off x="4685724" y="6083200"/>
            <a:ext cx="2519985" cy="470000"/>
          </a:xfrm>
          <a:prstGeom prst="rect">
            <a:avLst/>
          </a:prstGeom>
          <a:solidFill>
            <a:srgbClr val="FF0000"/>
          </a:solidFill>
        </p:spPr>
        <p:txBody>
          <a:bodyPr wrap="none" rtlCol="0">
            <a:spAutoFit/>
          </a:bodyPr>
          <a:lstStyle/>
          <a:p>
            <a:r>
              <a:rPr lang="en-US" dirty="0">
                <a:solidFill>
                  <a:schemeClr val="bg1"/>
                </a:solidFill>
              </a:rPr>
              <a:t>Stages in the SDLC</a:t>
            </a:r>
          </a:p>
        </p:txBody>
      </p:sp>
      <p:sp>
        <p:nvSpPr>
          <p:cNvPr id="8" name="Speech Bubble: Rectangle 7">
            <a:extLst>
              <a:ext uri="{FF2B5EF4-FFF2-40B4-BE49-F238E27FC236}">
                <a16:creationId xmlns:a16="http://schemas.microsoft.com/office/drawing/2014/main" id="{A4543A2D-9FB7-7D5C-C607-89E31C6DB6C1}"/>
              </a:ext>
            </a:extLst>
          </p:cNvPr>
          <p:cNvSpPr/>
          <p:nvPr/>
        </p:nvSpPr>
        <p:spPr>
          <a:xfrm>
            <a:off x="390015" y="1295400"/>
            <a:ext cx="11279807" cy="1295400"/>
          </a:xfrm>
          <a:prstGeom prst="wedgeRectCallout">
            <a:avLst>
              <a:gd name="adj1" fmla="val -40312"/>
              <a:gd name="adj2" fmla="val 15385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Font typeface="+mj-lt"/>
              <a:buAutoNum type="arabicPeriod"/>
            </a:pPr>
            <a:r>
              <a:rPr lang="en-US" sz="2000" b="1" i="0" dirty="0">
                <a:solidFill>
                  <a:srgbClr val="FF0000"/>
                </a:solidFill>
                <a:effectLst/>
                <a:highlight>
                  <a:srgbClr val="FFFFFF"/>
                </a:highlight>
                <a:latin typeface="Söhne"/>
              </a:rPr>
              <a:t>Planning</a:t>
            </a:r>
            <a:r>
              <a:rPr lang="en-US" sz="2000" b="0" i="0" dirty="0">
                <a:solidFill>
                  <a:srgbClr val="FF0000"/>
                </a:solidFill>
                <a:effectLst/>
                <a:highlight>
                  <a:srgbClr val="FFFFFF"/>
                </a:highlight>
                <a:latin typeface="Söhne"/>
              </a:rPr>
              <a:t>: </a:t>
            </a:r>
            <a:r>
              <a:rPr lang="en-US" sz="2000" b="0" i="0" dirty="0">
                <a:solidFill>
                  <a:srgbClr val="0D0D0D"/>
                </a:solidFill>
                <a:effectLst/>
                <a:highlight>
                  <a:srgbClr val="FFFFFF"/>
                </a:highlight>
                <a:latin typeface="Söhne"/>
              </a:rPr>
              <a:t>In this initial phase, the project's goals, scope, requirements, and constraints are identified. This involves understanding the needs of stakeholders, conducting feasibility studies, and establishing project timelines and budgets. Key deliverables include project charters, requirements documents, and project plans.</a:t>
            </a:r>
          </a:p>
        </p:txBody>
      </p:sp>
    </p:spTree>
    <p:extLst>
      <p:ext uri="{BB962C8B-B14F-4D97-AF65-F5344CB8AC3E}">
        <p14:creationId xmlns:p14="http://schemas.microsoft.com/office/powerpoint/2010/main" val="5352317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613835" y="2899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4" name="Rectangle 3">
            <a:extLst>
              <a:ext uri="{FF2B5EF4-FFF2-40B4-BE49-F238E27FC236}">
                <a16:creationId xmlns:a16="http://schemas.microsoft.com/office/drawing/2014/main" id="{C732CC46-37AA-1E07-46A7-484FC3D881EC}"/>
              </a:ext>
            </a:extLst>
          </p:cNvPr>
          <p:cNvSpPr/>
          <p:nvPr/>
        </p:nvSpPr>
        <p:spPr>
          <a:xfrm>
            <a:off x="3882030" y="33992"/>
            <a:ext cx="4427935"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Software Development Life Cycle (SDLC)</a:t>
            </a:r>
          </a:p>
        </p:txBody>
      </p:sp>
      <p:graphicFrame>
        <p:nvGraphicFramePr>
          <p:cNvPr id="5" name="Diagram 4">
            <a:extLst>
              <a:ext uri="{FF2B5EF4-FFF2-40B4-BE49-F238E27FC236}">
                <a16:creationId xmlns:a16="http://schemas.microsoft.com/office/drawing/2014/main" id="{F599E4EA-459F-90D9-5F40-9B28BB1DFFE9}"/>
              </a:ext>
            </a:extLst>
          </p:cNvPr>
          <p:cNvGraphicFramePr/>
          <p:nvPr>
            <p:extLst>
              <p:ext uri="{D42A27DB-BD31-4B8C-83A1-F6EECF244321}">
                <p14:modId xmlns:p14="http://schemas.microsoft.com/office/powerpoint/2010/main" val="3846159875"/>
              </p:ext>
            </p:extLst>
          </p:nvPr>
        </p:nvGraphicFramePr>
        <p:xfrm>
          <a:off x="613835" y="2813000"/>
          <a:ext cx="10663765" cy="373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52F7AC56-6FED-768A-D6B7-E36B0E7BD43D}"/>
              </a:ext>
            </a:extLst>
          </p:cNvPr>
          <p:cNvSpPr txBox="1"/>
          <p:nvPr/>
        </p:nvSpPr>
        <p:spPr>
          <a:xfrm>
            <a:off x="4685724" y="6083200"/>
            <a:ext cx="2519985" cy="470000"/>
          </a:xfrm>
          <a:prstGeom prst="rect">
            <a:avLst/>
          </a:prstGeom>
          <a:solidFill>
            <a:srgbClr val="FF0000"/>
          </a:solidFill>
        </p:spPr>
        <p:txBody>
          <a:bodyPr wrap="none" rtlCol="0">
            <a:spAutoFit/>
          </a:bodyPr>
          <a:lstStyle/>
          <a:p>
            <a:r>
              <a:rPr lang="en-US" dirty="0">
                <a:solidFill>
                  <a:schemeClr val="bg1"/>
                </a:solidFill>
              </a:rPr>
              <a:t>Stages in the SDLC</a:t>
            </a:r>
          </a:p>
        </p:txBody>
      </p:sp>
      <p:sp>
        <p:nvSpPr>
          <p:cNvPr id="8" name="Speech Bubble: Rectangle 7">
            <a:extLst>
              <a:ext uri="{FF2B5EF4-FFF2-40B4-BE49-F238E27FC236}">
                <a16:creationId xmlns:a16="http://schemas.microsoft.com/office/drawing/2014/main" id="{A4543A2D-9FB7-7D5C-C607-89E31C6DB6C1}"/>
              </a:ext>
            </a:extLst>
          </p:cNvPr>
          <p:cNvSpPr/>
          <p:nvPr/>
        </p:nvSpPr>
        <p:spPr>
          <a:xfrm>
            <a:off x="390015" y="1295400"/>
            <a:ext cx="11279807" cy="1295400"/>
          </a:xfrm>
          <a:prstGeom prst="wedgeRectCallout">
            <a:avLst>
              <a:gd name="adj1" fmla="val -28581"/>
              <a:gd name="adj2" fmla="val 16381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000" b="1" i="0" dirty="0">
                <a:solidFill>
                  <a:srgbClr val="FF0000"/>
                </a:solidFill>
                <a:effectLst/>
                <a:highlight>
                  <a:srgbClr val="FFFFFF"/>
                </a:highlight>
                <a:latin typeface="Söhne"/>
              </a:rPr>
              <a:t>2. Analysis</a:t>
            </a:r>
            <a:r>
              <a:rPr lang="en-US" sz="2000" b="0" i="0" dirty="0">
                <a:solidFill>
                  <a:srgbClr val="FF0000"/>
                </a:solidFill>
                <a:effectLst/>
                <a:highlight>
                  <a:srgbClr val="FFFFFF"/>
                </a:highlight>
                <a:latin typeface="Söhne"/>
              </a:rPr>
              <a:t>: </a:t>
            </a:r>
            <a:r>
              <a:rPr lang="en-US" sz="2000" b="0" i="0" dirty="0">
                <a:solidFill>
                  <a:srgbClr val="0D0D0D"/>
                </a:solidFill>
                <a:effectLst/>
                <a:highlight>
                  <a:srgbClr val="FFFFFF"/>
                </a:highlight>
                <a:latin typeface="Söhne"/>
              </a:rPr>
              <a:t>This phase involves a detailed examination of the </a:t>
            </a:r>
            <a:r>
              <a:rPr lang="en-US" sz="2000" b="0" i="0" dirty="0">
                <a:solidFill>
                  <a:srgbClr val="FF0000"/>
                </a:solidFill>
                <a:effectLst/>
                <a:highlight>
                  <a:srgbClr val="FFFFFF"/>
                </a:highlight>
                <a:latin typeface="Söhne"/>
              </a:rPr>
              <a:t>requirements</a:t>
            </a:r>
            <a:r>
              <a:rPr lang="en-US" sz="2000" b="0" i="0" dirty="0">
                <a:solidFill>
                  <a:srgbClr val="0D0D0D"/>
                </a:solidFill>
                <a:effectLst/>
                <a:highlight>
                  <a:srgbClr val="FFFFFF"/>
                </a:highlight>
                <a:latin typeface="Söhne"/>
              </a:rPr>
              <a:t> gathered in the planning phase. Analysts work closely with stakeholders to clarify </a:t>
            </a:r>
            <a:r>
              <a:rPr lang="en-US" sz="2000" b="0" i="0" dirty="0">
                <a:solidFill>
                  <a:srgbClr val="FF0000"/>
                </a:solidFill>
                <a:effectLst/>
                <a:highlight>
                  <a:srgbClr val="FFFFFF"/>
                </a:highlight>
                <a:latin typeface="Söhne"/>
              </a:rPr>
              <a:t>requirements</a:t>
            </a:r>
            <a:r>
              <a:rPr lang="en-US" sz="2000" b="0" i="0" dirty="0">
                <a:solidFill>
                  <a:srgbClr val="0D0D0D"/>
                </a:solidFill>
                <a:effectLst/>
                <a:highlight>
                  <a:srgbClr val="FFFFFF"/>
                </a:highlight>
                <a:latin typeface="Söhne"/>
              </a:rPr>
              <a:t>, identify any gaps or ambiguities, and prioritize </a:t>
            </a:r>
            <a:r>
              <a:rPr lang="en-US" sz="2000" b="0" i="0" dirty="0">
                <a:solidFill>
                  <a:srgbClr val="FF0000"/>
                </a:solidFill>
                <a:effectLst/>
                <a:highlight>
                  <a:srgbClr val="FFFFFF"/>
                </a:highlight>
                <a:latin typeface="Söhne"/>
              </a:rPr>
              <a:t>features</a:t>
            </a:r>
            <a:r>
              <a:rPr lang="en-US" sz="2000" b="0" i="0" dirty="0">
                <a:solidFill>
                  <a:srgbClr val="0D0D0D"/>
                </a:solidFill>
                <a:effectLst/>
                <a:highlight>
                  <a:srgbClr val="FFFFFF"/>
                </a:highlight>
                <a:latin typeface="Söhne"/>
              </a:rPr>
              <a:t>. The output of this phase is a comprehensive set of </a:t>
            </a:r>
            <a:r>
              <a:rPr lang="en-US" sz="2000" b="0" i="0" dirty="0">
                <a:solidFill>
                  <a:srgbClr val="FF0000"/>
                </a:solidFill>
                <a:effectLst/>
                <a:highlight>
                  <a:srgbClr val="FFFFFF"/>
                </a:highlight>
                <a:latin typeface="Söhne"/>
              </a:rPr>
              <a:t>functional and non-functional requirements.</a:t>
            </a:r>
          </a:p>
        </p:txBody>
      </p:sp>
    </p:spTree>
    <p:extLst>
      <p:ext uri="{BB962C8B-B14F-4D97-AF65-F5344CB8AC3E}">
        <p14:creationId xmlns:p14="http://schemas.microsoft.com/office/powerpoint/2010/main" val="239593968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613835" y="2899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4" name="Rectangle 3">
            <a:extLst>
              <a:ext uri="{FF2B5EF4-FFF2-40B4-BE49-F238E27FC236}">
                <a16:creationId xmlns:a16="http://schemas.microsoft.com/office/drawing/2014/main" id="{C732CC46-37AA-1E07-46A7-484FC3D881EC}"/>
              </a:ext>
            </a:extLst>
          </p:cNvPr>
          <p:cNvSpPr/>
          <p:nvPr/>
        </p:nvSpPr>
        <p:spPr>
          <a:xfrm>
            <a:off x="3882030" y="33992"/>
            <a:ext cx="4427935"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Software Development Life Cycle (SDLC)</a:t>
            </a:r>
          </a:p>
        </p:txBody>
      </p:sp>
      <p:graphicFrame>
        <p:nvGraphicFramePr>
          <p:cNvPr id="5" name="Diagram 4">
            <a:extLst>
              <a:ext uri="{FF2B5EF4-FFF2-40B4-BE49-F238E27FC236}">
                <a16:creationId xmlns:a16="http://schemas.microsoft.com/office/drawing/2014/main" id="{F599E4EA-459F-90D9-5F40-9B28BB1DFFE9}"/>
              </a:ext>
            </a:extLst>
          </p:cNvPr>
          <p:cNvGraphicFramePr/>
          <p:nvPr>
            <p:extLst>
              <p:ext uri="{D42A27DB-BD31-4B8C-83A1-F6EECF244321}">
                <p14:modId xmlns:p14="http://schemas.microsoft.com/office/powerpoint/2010/main" val="3912733097"/>
              </p:ext>
            </p:extLst>
          </p:nvPr>
        </p:nvGraphicFramePr>
        <p:xfrm>
          <a:off x="613835" y="2813000"/>
          <a:ext cx="10663765" cy="373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52F7AC56-6FED-768A-D6B7-E36B0E7BD43D}"/>
              </a:ext>
            </a:extLst>
          </p:cNvPr>
          <p:cNvSpPr txBox="1"/>
          <p:nvPr/>
        </p:nvSpPr>
        <p:spPr>
          <a:xfrm>
            <a:off x="4685724" y="6083200"/>
            <a:ext cx="2519985" cy="470000"/>
          </a:xfrm>
          <a:prstGeom prst="rect">
            <a:avLst/>
          </a:prstGeom>
          <a:solidFill>
            <a:srgbClr val="FF0000"/>
          </a:solidFill>
        </p:spPr>
        <p:txBody>
          <a:bodyPr wrap="none" rtlCol="0">
            <a:spAutoFit/>
          </a:bodyPr>
          <a:lstStyle/>
          <a:p>
            <a:r>
              <a:rPr lang="en-US" dirty="0">
                <a:solidFill>
                  <a:schemeClr val="bg1"/>
                </a:solidFill>
              </a:rPr>
              <a:t>Stages in the SDLC</a:t>
            </a:r>
          </a:p>
        </p:txBody>
      </p:sp>
      <p:sp>
        <p:nvSpPr>
          <p:cNvPr id="8" name="Speech Bubble: Rectangle 7">
            <a:extLst>
              <a:ext uri="{FF2B5EF4-FFF2-40B4-BE49-F238E27FC236}">
                <a16:creationId xmlns:a16="http://schemas.microsoft.com/office/drawing/2014/main" id="{A4543A2D-9FB7-7D5C-C607-89E31C6DB6C1}"/>
              </a:ext>
            </a:extLst>
          </p:cNvPr>
          <p:cNvSpPr/>
          <p:nvPr/>
        </p:nvSpPr>
        <p:spPr>
          <a:xfrm>
            <a:off x="390015" y="1295400"/>
            <a:ext cx="11279807" cy="1295400"/>
          </a:xfrm>
          <a:prstGeom prst="wedgeRectCallout">
            <a:avLst>
              <a:gd name="adj1" fmla="val -14275"/>
              <a:gd name="adj2" fmla="val 15800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000" b="1" i="0" dirty="0">
                <a:solidFill>
                  <a:srgbClr val="FF0000"/>
                </a:solidFill>
                <a:effectLst/>
                <a:highlight>
                  <a:srgbClr val="FFFFFF"/>
                </a:highlight>
                <a:latin typeface="Söhne"/>
              </a:rPr>
              <a:t>3.Design</a:t>
            </a:r>
            <a:r>
              <a:rPr lang="en-US" sz="2000" b="0" i="0" dirty="0">
                <a:solidFill>
                  <a:srgbClr val="FF0000"/>
                </a:solidFill>
                <a:effectLst/>
                <a:highlight>
                  <a:srgbClr val="FFFFFF"/>
                </a:highlight>
                <a:latin typeface="Söhne"/>
              </a:rPr>
              <a:t>: </a:t>
            </a:r>
            <a:r>
              <a:rPr lang="en-US" sz="2000" b="0" i="0" dirty="0">
                <a:solidFill>
                  <a:srgbClr val="0D0D0D"/>
                </a:solidFill>
                <a:effectLst/>
                <a:highlight>
                  <a:srgbClr val="FFFFFF"/>
                </a:highlight>
                <a:latin typeface="Söhne"/>
              </a:rPr>
              <a:t>Once requirements are understood, the </a:t>
            </a:r>
            <a:r>
              <a:rPr lang="en-US" sz="2000" b="0" i="0" dirty="0">
                <a:solidFill>
                  <a:srgbClr val="FF0000"/>
                </a:solidFill>
                <a:effectLst/>
                <a:highlight>
                  <a:srgbClr val="FFFFFF"/>
                </a:highlight>
                <a:latin typeface="Söhne"/>
              </a:rPr>
              <a:t>software architecture </a:t>
            </a:r>
            <a:r>
              <a:rPr lang="en-US" sz="2000" b="0" i="0" dirty="0">
                <a:solidFill>
                  <a:srgbClr val="0D0D0D"/>
                </a:solidFill>
                <a:effectLst/>
                <a:highlight>
                  <a:srgbClr val="FFFFFF"/>
                </a:highlight>
                <a:latin typeface="Söhne"/>
              </a:rPr>
              <a:t>and </a:t>
            </a:r>
            <a:r>
              <a:rPr lang="en-US" sz="2000" b="0" i="0" dirty="0">
                <a:solidFill>
                  <a:srgbClr val="FF0000"/>
                </a:solidFill>
                <a:effectLst/>
                <a:highlight>
                  <a:srgbClr val="FFFFFF"/>
                </a:highlight>
                <a:latin typeface="Söhne"/>
              </a:rPr>
              <a:t>system design </a:t>
            </a:r>
            <a:r>
              <a:rPr lang="en-US" sz="2000" b="0" i="0" dirty="0">
                <a:solidFill>
                  <a:srgbClr val="0D0D0D"/>
                </a:solidFill>
                <a:effectLst/>
                <a:highlight>
                  <a:srgbClr val="FFFFFF"/>
                </a:highlight>
                <a:latin typeface="Söhne"/>
              </a:rPr>
              <a:t>are developed. This includes defining the software's structure, components, interfaces, and data models. </a:t>
            </a:r>
            <a:r>
              <a:rPr lang="en-US" sz="2000" b="0" i="0" dirty="0">
                <a:solidFill>
                  <a:srgbClr val="FF0000"/>
                </a:solidFill>
                <a:effectLst/>
                <a:highlight>
                  <a:srgbClr val="FFFFFF"/>
                </a:highlight>
                <a:latin typeface="Söhne"/>
              </a:rPr>
              <a:t>Design</a:t>
            </a:r>
            <a:r>
              <a:rPr lang="en-US" sz="2000" b="0" i="0" dirty="0">
                <a:solidFill>
                  <a:srgbClr val="0D0D0D"/>
                </a:solidFill>
                <a:effectLst/>
                <a:highlight>
                  <a:srgbClr val="FFFFFF"/>
                </a:highlight>
                <a:latin typeface="Söhne"/>
              </a:rPr>
              <a:t> </a:t>
            </a:r>
            <a:r>
              <a:rPr lang="en-US" sz="2000" b="0" i="0" dirty="0">
                <a:solidFill>
                  <a:srgbClr val="FF0000"/>
                </a:solidFill>
                <a:effectLst/>
                <a:highlight>
                  <a:srgbClr val="FFFFFF"/>
                </a:highlight>
                <a:latin typeface="Söhne"/>
              </a:rPr>
              <a:t>documents</a:t>
            </a:r>
            <a:r>
              <a:rPr lang="en-US" sz="2000" b="0" i="0" dirty="0">
                <a:solidFill>
                  <a:srgbClr val="0D0D0D"/>
                </a:solidFill>
                <a:effectLst/>
                <a:highlight>
                  <a:srgbClr val="FFFFFF"/>
                </a:highlight>
                <a:latin typeface="Söhne"/>
              </a:rPr>
              <a:t>, such as architectural diagrams, data flow diagrams, and class diagrams, are created to communicate the </a:t>
            </a:r>
            <a:r>
              <a:rPr lang="en-US" sz="2000" b="0" i="0" dirty="0">
                <a:solidFill>
                  <a:srgbClr val="FF0000"/>
                </a:solidFill>
                <a:effectLst/>
                <a:highlight>
                  <a:srgbClr val="FFFFFF"/>
                </a:highlight>
                <a:latin typeface="Söhne"/>
              </a:rPr>
              <a:t>system's blueprint </a:t>
            </a:r>
            <a:r>
              <a:rPr lang="en-US" sz="2000" b="0" i="0" dirty="0">
                <a:solidFill>
                  <a:srgbClr val="0D0D0D"/>
                </a:solidFill>
                <a:effectLst/>
                <a:highlight>
                  <a:srgbClr val="FFFFFF"/>
                </a:highlight>
                <a:latin typeface="Söhne"/>
              </a:rPr>
              <a:t>to developers.</a:t>
            </a:r>
          </a:p>
        </p:txBody>
      </p:sp>
    </p:spTree>
    <p:extLst>
      <p:ext uri="{BB962C8B-B14F-4D97-AF65-F5344CB8AC3E}">
        <p14:creationId xmlns:p14="http://schemas.microsoft.com/office/powerpoint/2010/main" val="2793703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613835" y="2899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4" name="Rectangle 3">
            <a:extLst>
              <a:ext uri="{FF2B5EF4-FFF2-40B4-BE49-F238E27FC236}">
                <a16:creationId xmlns:a16="http://schemas.microsoft.com/office/drawing/2014/main" id="{C732CC46-37AA-1E07-46A7-484FC3D881EC}"/>
              </a:ext>
            </a:extLst>
          </p:cNvPr>
          <p:cNvSpPr/>
          <p:nvPr/>
        </p:nvSpPr>
        <p:spPr>
          <a:xfrm>
            <a:off x="3882030" y="33992"/>
            <a:ext cx="4427935"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Software Development Life Cycle (SDLC)</a:t>
            </a:r>
          </a:p>
        </p:txBody>
      </p:sp>
      <p:graphicFrame>
        <p:nvGraphicFramePr>
          <p:cNvPr id="5" name="Diagram 4">
            <a:extLst>
              <a:ext uri="{FF2B5EF4-FFF2-40B4-BE49-F238E27FC236}">
                <a16:creationId xmlns:a16="http://schemas.microsoft.com/office/drawing/2014/main" id="{F599E4EA-459F-90D9-5F40-9B28BB1DFFE9}"/>
              </a:ext>
            </a:extLst>
          </p:cNvPr>
          <p:cNvGraphicFramePr/>
          <p:nvPr>
            <p:extLst>
              <p:ext uri="{D42A27DB-BD31-4B8C-83A1-F6EECF244321}">
                <p14:modId xmlns:p14="http://schemas.microsoft.com/office/powerpoint/2010/main" val="995177437"/>
              </p:ext>
            </p:extLst>
          </p:nvPr>
        </p:nvGraphicFramePr>
        <p:xfrm>
          <a:off x="613835" y="2813000"/>
          <a:ext cx="10663765" cy="373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52F7AC56-6FED-768A-D6B7-E36B0E7BD43D}"/>
              </a:ext>
            </a:extLst>
          </p:cNvPr>
          <p:cNvSpPr txBox="1"/>
          <p:nvPr/>
        </p:nvSpPr>
        <p:spPr>
          <a:xfrm>
            <a:off x="4685724" y="6083200"/>
            <a:ext cx="2519985" cy="470000"/>
          </a:xfrm>
          <a:prstGeom prst="rect">
            <a:avLst/>
          </a:prstGeom>
          <a:solidFill>
            <a:srgbClr val="FF0000"/>
          </a:solidFill>
        </p:spPr>
        <p:txBody>
          <a:bodyPr wrap="none" rtlCol="0">
            <a:spAutoFit/>
          </a:bodyPr>
          <a:lstStyle/>
          <a:p>
            <a:r>
              <a:rPr lang="en-US" dirty="0">
                <a:solidFill>
                  <a:schemeClr val="bg1"/>
                </a:solidFill>
              </a:rPr>
              <a:t>Stages in the SDLC</a:t>
            </a:r>
          </a:p>
        </p:txBody>
      </p:sp>
      <p:sp>
        <p:nvSpPr>
          <p:cNvPr id="8" name="Speech Bubble: Rectangle 7">
            <a:extLst>
              <a:ext uri="{FF2B5EF4-FFF2-40B4-BE49-F238E27FC236}">
                <a16:creationId xmlns:a16="http://schemas.microsoft.com/office/drawing/2014/main" id="{A4543A2D-9FB7-7D5C-C607-89E31C6DB6C1}"/>
              </a:ext>
            </a:extLst>
          </p:cNvPr>
          <p:cNvSpPr/>
          <p:nvPr/>
        </p:nvSpPr>
        <p:spPr>
          <a:xfrm>
            <a:off x="390015" y="1295400"/>
            <a:ext cx="11279807" cy="1295400"/>
          </a:xfrm>
          <a:prstGeom prst="wedgeRectCallout">
            <a:avLst>
              <a:gd name="adj1" fmla="val -1972"/>
              <a:gd name="adj2" fmla="val 16049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000" b="1" i="0" dirty="0">
                <a:solidFill>
                  <a:srgbClr val="FF0000"/>
                </a:solidFill>
                <a:effectLst/>
                <a:highlight>
                  <a:srgbClr val="FFFFFF"/>
                </a:highlight>
                <a:latin typeface="Söhne"/>
              </a:rPr>
              <a:t>4. Development</a:t>
            </a:r>
            <a:r>
              <a:rPr lang="en-US" sz="2000" b="0" i="0" dirty="0">
                <a:solidFill>
                  <a:srgbClr val="FF0000"/>
                </a:solidFill>
                <a:effectLst/>
                <a:highlight>
                  <a:srgbClr val="FFFFFF"/>
                </a:highlight>
                <a:latin typeface="Söhne"/>
              </a:rPr>
              <a:t>: </a:t>
            </a:r>
            <a:r>
              <a:rPr lang="en-US" sz="2000" b="0" i="0" dirty="0">
                <a:solidFill>
                  <a:srgbClr val="0D0D0D"/>
                </a:solidFill>
                <a:effectLst/>
                <a:highlight>
                  <a:srgbClr val="FFFFFF"/>
                </a:highlight>
                <a:latin typeface="Söhne"/>
              </a:rPr>
              <a:t>In this phase, developers </a:t>
            </a:r>
            <a:r>
              <a:rPr lang="en-US" sz="2000" b="0" i="0" dirty="0">
                <a:solidFill>
                  <a:srgbClr val="FF0000"/>
                </a:solidFill>
                <a:effectLst/>
                <a:highlight>
                  <a:srgbClr val="FFFFFF"/>
                </a:highlight>
                <a:latin typeface="Söhne"/>
              </a:rPr>
              <a:t>write</a:t>
            </a:r>
            <a:r>
              <a:rPr lang="en-US" sz="2000" b="0" i="0" dirty="0">
                <a:solidFill>
                  <a:srgbClr val="0D0D0D"/>
                </a:solidFill>
                <a:effectLst/>
                <a:highlight>
                  <a:srgbClr val="FFFFFF"/>
                </a:highlight>
                <a:latin typeface="Söhne"/>
              </a:rPr>
              <a:t> </a:t>
            </a:r>
            <a:r>
              <a:rPr lang="en-US" sz="2000" b="0" i="0" dirty="0">
                <a:solidFill>
                  <a:srgbClr val="FF0000"/>
                </a:solidFill>
                <a:effectLst/>
                <a:highlight>
                  <a:srgbClr val="FFFFFF"/>
                </a:highlight>
                <a:latin typeface="Söhne"/>
              </a:rPr>
              <a:t>code</a:t>
            </a:r>
            <a:r>
              <a:rPr lang="en-US" sz="2000" b="0" i="0" dirty="0">
                <a:solidFill>
                  <a:srgbClr val="0D0D0D"/>
                </a:solidFill>
                <a:effectLst/>
                <a:highlight>
                  <a:srgbClr val="FFFFFF"/>
                </a:highlight>
                <a:latin typeface="Söhne"/>
              </a:rPr>
              <a:t> based on the design specifications. This involves implementing features, integrating components, and ensuring code quality through testing and code reviews. </a:t>
            </a:r>
            <a:r>
              <a:rPr lang="en-US" sz="2000" b="0" i="0" dirty="0">
                <a:solidFill>
                  <a:srgbClr val="FF0000"/>
                </a:solidFill>
                <a:effectLst/>
                <a:highlight>
                  <a:srgbClr val="FFFFFF"/>
                </a:highlight>
                <a:latin typeface="Söhne"/>
              </a:rPr>
              <a:t>Development</a:t>
            </a:r>
            <a:r>
              <a:rPr lang="en-US" sz="2000" b="0" i="0" dirty="0">
                <a:solidFill>
                  <a:srgbClr val="0D0D0D"/>
                </a:solidFill>
                <a:effectLst/>
                <a:highlight>
                  <a:srgbClr val="FFFFFF"/>
                </a:highlight>
                <a:latin typeface="Söhne"/>
              </a:rPr>
              <a:t> may follow various </a:t>
            </a:r>
            <a:r>
              <a:rPr lang="en-US" sz="2000" b="0" i="0" dirty="0">
                <a:solidFill>
                  <a:srgbClr val="FF0000"/>
                </a:solidFill>
                <a:effectLst/>
                <a:highlight>
                  <a:srgbClr val="FFFFFF"/>
                </a:highlight>
                <a:latin typeface="Söhne"/>
              </a:rPr>
              <a:t>methodologies</a:t>
            </a:r>
            <a:r>
              <a:rPr lang="en-US" sz="2000" b="0" i="0" dirty="0">
                <a:solidFill>
                  <a:srgbClr val="0D0D0D"/>
                </a:solidFill>
                <a:effectLst/>
                <a:highlight>
                  <a:srgbClr val="FFFFFF"/>
                </a:highlight>
                <a:latin typeface="Söhne"/>
              </a:rPr>
              <a:t> such as Agile, Waterfall, or DevOps, depending on the project's needs.</a:t>
            </a:r>
          </a:p>
        </p:txBody>
      </p:sp>
    </p:spTree>
    <p:extLst>
      <p:ext uri="{BB962C8B-B14F-4D97-AF65-F5344CB8AC3E}">
        <p14:creationId xmlns:p14="http://schemas.microsoft.com/office/powerpoint/2010/main" val="23751249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613835" y="2899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4" name="Rectangle 3">
            <a:extLst>
              <a:ext uri="{FF2B5EF4-FFF2-40B4-BE49-F238E27FC236}">
                <a16:creationId xmlns:a16="http://schemas.microsoft.com/office/drawing/2014/main" id="{C732CC46-37AA-1E07-46A7-484FC3D881EC}"/>
              </a:ext>
            </a:extLst>
          </p:cNvPr>
          <p:cNvSpPr/>
          <p:nvPr/>
        </p:nvSpPr>
        <p:spPr>
          <a:xfrm>
            <a:off x="3882030" y="33992"/>
            <a:ext cx="4427935"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Software Development Life Cycle (SDLC)</a:t>
            </a:r>
          </a:p>
        </p:txBody>
      </p:sp>
      <p:graphicFrame>
        <p:nvGraphicFramePr>
          <p:cNvPr id="5" name="Diagram 4">
            <a:extLst>
              <a:ext uri="{FF2B5EF4-FFF2-40B4-BE49-F238E27FC236}">
                <a16:creationId xmlns:a16="http://schemas.microsoft.com/office/drawing/2014/main" id="{F599E4EA-459F-90D9-5F40-9B28BB1DFFE9}"/>
              </a:ext>
            </a:extLst>
          </p:cNvPr>
          <p:cNvGraphicFramePr/>
          <p:nvPr>
            <p:extLst>
              <p:ext uri="{D42A27DB-BD31-4B8C-83A1-F6EECF244321}">
                <p14:modId xmlns:p14="http://schemas.microsoft.com/office/powerpoint/2010/main" val="1891933152"/>
              </p:ext>
            </p:extLst>
          </p:nvPr>
        </p:nvGraphicFramePr>
        <p:xfrm>
          <a:off x="613835" y="2813000"/>
          <a:ext cx="10663765" cy="373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52F7AC56-6FED-768A-D6B7-E36B0E7BD43D}"/>
              </a:ext>
            </a:extLst>
          </p:cNvPr>
          <p:cNvSpPr txBox="1"/>
          <p:nvPr/>
        </p:nvSpPr>
        <p:spPr>
          <a:xfrm>
            <a:off x="4685724" y="6083200"/>
            <a:ext cx="2519985" cy="470000"/>
          </a:xfrm>
          <a:prstGeom prst="rect">
            <a:avLst/>
          </a:prstGeom>
          <a:solidFill>
            <a:srgbClr val="FF0000"/>
          </a:solidFill>
        </p:spPr>
        <p:txBody>
          <a:bodyPr wrap="none" rtlCol="0">
            <a:spAutoFit/>
          </a:bodyPr>
          <a:lstStyle/>
          <a:p>
            <a:r>
              <a:rPr lang="en-US" dirty="0">
                <a:solidFill>
                  <a:schemeClr val="bg1"/>
                </a:solidFill>
              </a:rPr>
              <a:t>Stages in the SDLC</a:t>
            </a:r>
          </a:p>
        </p:txBody>
      </p:sp>
      <p:sp>
        <p:nvSpPr>
          <p:cNvPr id="8" name="Speech Bubble: Rectangle 7">
            <a:extLst>
              <a:ext uri="{FF2B5EF4-FFF2-40B4-BE49-F238E27FC236}">
                <a16:creationId xmlns:a16="http://schemas.microsoft.com/office/drawing/2014/main" id="{A4543A2D-9FB7-7D5C-C607-89E31C6DB6C1}"/>
              </a:ext>
            </a:extLst>
          </p:cNvPr>
          <p:cNvSpPr/>
          <p:nvPr/>
        </p:nvSpPr>
        <p:spPr>
          <a:xfrm>
            <a:off x="207436" y="990600"/>
            <a:ext cx="11679763" cy="1600200"/>
          </a:xfrm>
          <a:prstGeom prst="wedgeRectCallout">
            <a:avLst>
              <a:gd name="adj1" fmla="val 12620"/>
              <a:gd name="adj2" fmla="val 14202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000" b="1" i="0" dirty="0">
                <a:solidFill>
                  <a:srgbClr val="FF0000"/>
                </a:solidFill>
                <a:effectLst/>
                <a:highlight>
                  <a:srgbClr val="FFFFFF"/>
                </a:highlight>
                <a:latin typeface="Söhne"/>
              </a:rPr>
              <a:t>5. Testing</a:t>
            </a:r>
            <a:r>
              <a:rPr lang="en-US" sz="2000" b="0" i="0" dirty="0">
                <a:solidFill>
                  <a:srgbClr val="FF0000"/>
                </a:solidFill>
                <a:effectLst/>
                <a:highlight>
                  <a:srgbClr val="FFFFFF"/>
                </a:highlight>
                <a:latin typeface="Söhne"/>
              </a:rPr>
              <a:t>: </a:t>
            </a:r>
            <a:r>
              <a:rPr lang="en-US" sz="2000" b="0" i="0" dirty="0">
                <a:solidFill>
                  <a:srgbClr val="0D0D0D"/>
                </a:solidFill>
                <a:effectLst/>
                <a:highlight>
                  <a:srgbClr val="FFFFFF"/>
                </a:highlight>
                <a:latin typeface="Söhne"/>
              </a:rPr>
              <a:t>Testing is a critical phase where the software is rigorously </a:t>
            </a:r>
            <a:r>
              <a:rPr lang="en-US" sz="2000" b="0" i="0" dirty="0">
                <a:solidFill>
                  <a:srgbClr val="FF0000"/>
                </a:solidFill>
                <a:effectLst/>
                <a:highlight>
                  <a:srgbClr val="FFFFFF"/>
                </a:highlight>
                <a:latin typeface="Söhne"/>
              </a:rPr>
              <a:t>evaluated</a:t>
            </a:r>
            <a:r>
              <a:rPr lang="en-US" sz="2000" b="0" i="0" dirty="0">
                <a:solidFill>
                  <a:srgbClr val="0D0D0D"/>
                </a:solidFill>
                <a:effectLst/>
                <a:highlight>
                  <a:srgbClr val="FFFFFF"/>
                </a:highlight>
                <a:latin typeface="Söhne"/>
              </a:rPr>
              <a:t> to ensure it meets </a:t>
            </a:r>
            <a:r>
              <a:rPr lang="en-US" sz="2000" b="0" i="0" dirty="0">
                <a:solidFill>
                  <a:srgbClr val="FF0000"/>
                </a:solidFill>
                <a:effectLst/>
                <a:highlight>
                  <a:srgbClr val="FFFFFF"/>
                </a:highlight>
                <a:latin typeface="Söhne"/>
              </a:rPr>
              <a:t>quality standards </a:t>
            </a:r>
            <a:r>
              <a:rPr lang="en-US" sz="2000" b="0" i="0" dirty="0">
                <a:solidFill>
                  <a:srgbClr val="0D0D0D"/>
                </a:solidFill>
                <a:effectLst/>
                <a:highlight>
                  <a:srgbClr val="FFFFFF"/>
                </a:highlight>
                <a:latin typeface="Söhne"/>
              </a:rPr>
              <a:t>and fulfills the </a:t>
            </a:r>
            <a:r>
              <a:rPr lang="en-US" sz="2000" b="0" i="0" dirty="0">
                <a:solidFill>
                  <a:srgbClr val="FF0000"/>
                </a:solidFill>
                <a:effectLst/>
                <a:highlight>
                  <a:srgbClr val="FFFFFF"/>
                </a:highlight>
                <a:latin typeface="Söhne"/>
              </a:rPr>
              <a:t>requirements</a:t>
            </a:r>
            <a:r>
              <a:rPr lang="en-US" sz="2000" b="0" i="0" dirty="0">
                <a:solidFill>
                  <a:srgbClr val="0D0D0D"/>
                </a:solidFill>
                <a:effectLst/>
                <a:highlight>
                  <a:srgbClr val="FFFFFF"/>
                </a:highlight>
                <a:latin typeface="Söhne"/>
              </a:rPr>
              <a:t> defined earlier. This includes unit testing, integration testing, system testing, and user acceptance testing. Test plans, test cases, and automated testing tools are used to verify the </a:t>
            </a:r>
            <a:r>
              <a:rPr lang="en-US" sz="2000" b="0" i="0" dirty="0">
                <a:solidFill>
                  <a:srgbClr val="FF0000"/>
                </a:solidFill>
                <a:effectLst/>
                <a:highlight>
                  <a:srgbClr val="FFFFFF"/>
                </a:highlight>
                <a:latin typeface="Söhne"/>
              </a:rPr>
              <a:t>software's functionality, performance, and security.</a:t>
            </a:r>
          </a:p>
        </p:txBody>
      </p:sp>
    </p:spTree>
    <p:extLst>
      <p:ext uri="{BB962C8B-B14F-4D97-AF65-F5344CB8AC3E}">
        <p14:creationId xmlns:p14="http://schemas.microsoft.com/office/powerpoint/2010/main" val="391526480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613835" y="2899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4" name="Rectangle 3">
            <a:extLst>
              <a:ext uri="{FF2B5EF4-FFF2-40B4-BE49-F238E27FC236}">
                <a16:creationId xmlns:a16="http://schemas.microsoft.com/office/drawing/2014/main" id="{C732CC46-37AA-1E07-46A7-484FC3D881EC}"/>
              </a:ext>
            </a:extLst>
          </p:cNvPr>
          <p:cNvSpPr/>
          <p:nvPr/>
        </p:nvSpPr>
        <p:spPr>
          <a:xfrm>
            <a:off x="3882030" y="33992"/>
            <a:ext cx="4427935"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Software Development Life Cycle (SDLC)</a:t>
            </a:r>
          </a:p>
        </p:txBody>
      </p:sp>
      <p:graphicFrame>
        <p:nvGraphicFramePr>
          <p:cNvPr id="5" name="Diagram 4">
            <a:extLst>
              <a:ext uri="{FF2B5EF4-FFF2-40B4-BE49-F238E27FC236}">
                <a16:creationId xmlns:a16="http://schemas.microsoft.com/office/drawing/2014/main" id="{F599E4EA-459F-90D9-5F40-9B28BB1DFFE9}"/>
              </a:ext>
            </a:extLst>
          </p:cNvPr>
          <p:cNvGraphicFramePr/>
          <p:nvPr>
            <p:extLst>
              <p:ext uri="{D42A27DB-BD31-4B8C-83A1-F6EECF244321}">
                <p14:modId xmlns:p14="http://schemas.microsoft.com/office/powerpoint/2010/main" val="3044349386"/>
              </p:ext>
            </p:extLst>
          </p:nvPr>
        </p:nvGraphicFramePr>
        <p:xfrm>
          <a:off x="613835" y="2813000"/>
          <a:ext cx="10663765" cy="373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52F7AC56-6FED-768A-D6B7-E36B0E7BD43D}"/>
              </a:ext>
            </a:extLst>
          </p:cNvPr>
          <p:cNvSpPr txBox="1"/>
          <p:nvPr/>
        </p:nvSpPr>
        <p:spPr>
          <a:xfrm>
            <a:off x="4685724" y="6083200"/>
            <a:ext cx="2519985" cy="470000"/>
          </a:xfrm>
          <a:prstGeom prst="rect">
            <a:avLst/>
          </a:prstGeom>
          <a:solidFill>
            <a:srgbClr val="FF0000"/>
          </a:solidFill>
        </p:spPr>
        <p:txBody>
          <a:bodyPr wrap="none" rtlCol="0">
            <a:spAutoFit/>
          </a:bodyPr>
          <a:lstStyle/>
          <a:p>
            <a:r>
              <a:rPr lang="en-US" dirty="0">
                <a:solidFill>
                  <a:schemeClr val="bg1"/>
                </a:solidFill>
              </a:rPr>
              <a:t>Stages in the SDLC</a:t>
            </a:r>
          </a:p>
        </p:txBody>
      </p:sp>
      <p:sp>
        <p:nvSpPr>
          <p:cNvPr id="8" name="Speech Bubble: Rectangle 7">
            <a:extLst>
              <a:ext uri="{FF2B5EF4-FFF2-40B4-BE49-F238E27FC236}">
                <a16:creationId xmlns:a16="http://schemas.microsoft.com/office/drawing/2014/main" id="{A4543A2D-9FB7-7D5C-C607-89E31C6DB6C1}"/>
              </a:ext>
            </a:extLst>
          </p:cNvPr>
          <p:cNvSpPr/>
          <p:nvPr/>
        </p:nvSpPr>
        <p:spPr>
          <a:xfrm>
            <a:off x="390015" y="1295400"/>
            <a:ext cx="11279807" cy="1295400"/>
          </a:xfrm>
          <a:prstGeom prst="wedgeRectCallout">
            <a:avLst>
              <a:gd name="adj1" fmla="val 25018"/>
              <a:gd name="adj2" fmla="val 15468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000" b="1" i="0" dirty="0">
                <a:solidFill>
                  <a:srgbClr val="FF0000"/>
                </a:solidFill>
                <a:effectLst/>
                <a:highlight>
                  <a:srgbClr val="FFFFFF"/>
                </a:highlight>
                <a:latin typeface="Söhne"/>
              </a:rPr>
              <a:t>6.Deployment</a:t>
            </a:r>
            <a:r>
              <a:rPr lang="en-US" sz="2000" b="0" i="0" dirty="0">
                <a:solidFill>
                  <a:srgbClr val="0D0D0D"/>
                </a:solidFill>
                <a:effectLst/>
                <a:highlight>
                  <a:srgbClr val="FFFFFF"/>
                </a:highlight>
                <a:latin typeface="Söhne"/>
              </a:rPr>
              <a:t>: Once the software has passed testing and is deemed ready for </a:t>
            </a:r>
            <a:r>
              <a:rPr lang="en-US" sz="2000" b="0" i="0" dirty="0">
                <a:solidFill>
                  <a:srgbClr val="FF0000"/>
                </a:solidFill>
                <a:effectLst/>
                <a:highlight>
                  <a:srgbClr val="FFFFFF"/>
                </a:highlight>
                <a:latin typeface="Söhne"/>
              </a:rPr>
              <a:t>release</a:t>
            </a:r>
            <a:r>
              <a:rPr lang="en-US" sz="2000" b="0" i="0" dirty="0">
                <a:solidFill>
                  <a:srgbClr val="0D0D0D"/>
                </a:solidFill>
                <a:effectLst/>
                <a:highlight>
                  <a:srgbClr val="FFFFFF"/>
                </a:highlight>
                <a:latin typeface="Söhne"/>
              </a:rPr>
              <a:t>, it is </a:t>
            </a:r>
            <a:r>
              <a:rPr lang="en-US" sz="2000" b="0" i="0" dirty="0">
                <a:solidFill>
                  <a:srgbClr val="FF0000"/>
                </a:solidFill>
                <a:effectLst/>
                <a:highlight>
                  <a:srgbClr val="FFFFFF"/>
                </a:highlight>
                <a:latin typeface="Söhne"/>
              </a:rPr>
              <a:t>deployed</a:t>
            </a:r>
            <a:r>
              <a:rPr lang="en-US" sz="2000" b="0" i="0" dirty="0">
                <a:solidFill>
                  <a:srgbClr val="0D0D0D"/>
                </a:solidFill>
                <a:effectLst/>
                <a:highlight>
                  <a:srgbClr val="FFFFFF"/>
                </a:highlight>
                <a:latin typeface="Söhne"/>
              </a:rPr>
              <a:t> to </a:t>
            </a:r>
            <a:r>
              <a:rPr lang="en-US" sz="2000" b="0" i="0" dirty="0">
                <a:solidFill>
                  <a:srgbClr val="FF0000"/>
                </a:solidFill>
                <a:effectLst/>
                <a:highlight>
                  <a:srgbClr val="FFFFFF"/>
                </a:highlight>
                <a:latin typeface="Söhne"/>
              </a:rPr>
              <a:t>production environments</a:t>
            </a:r>
            <a:r>
              <a:rPr lang="en-US" sz="2000" b="0" i="0" dirty="0">
                <a:solidFill>
                  <a:srgbClr val="0D0D0D"/>
                </a:solidFill>
                <a:effectLst/>
                <a:highlight>
                  <a:srgbClr val="FFFFFF"/>
                </a:highlight>
                <a:latin typeface="Söhne"/>
              </a:rPr>
              <a:t>. This involves configuring servers, deploying code, and setting up databases. </a:t>
            </a:r>
            <a:r>
              <a:rPr lang="en-US" sz="2000" b="0" i="0" dirty="0">
                <a:solidFill>
                  <a:srgbClr val="FF0000"/>
                </a:solidFill>
                <a:effectLst/>
                <a:highlight>
                  <a:srgbClr val="FFFFFF"/>
                </a:highlight>
                <a:latin typeface="Söhne"/>
              </a:rPr>
              <a:t>Deployment</a:t>
            </a:r>
            <a:r>
              <a:rPr lang="en-US" sz="2000" b="0" i="0" dirty="0">
                <a:solidFill>
                  <a:srgbClr val="0D0D0D"/>
                </a:solidFill>
                <a:effectLst/>
                <a:highlight>
                  <a:srgbClr val="FFFFFF"/>
                </a:highlight>
                <a:latin typeface="Söhne"/>
              </a:rPr>
              <a:t> may require coordination with </a:t>
            </a:r>
            <a:r>
              <a:rPr lang="en-US" sz="2000" b="0" i="0" dirty="0">
                <a:solidFill>
                  <a:srgbClr val="FF0000"/>
                </a:solidFill>
                <a:effectLst/>
                <a:highlight>
                  <a:srgbClr val="FFFFFF"/>
                </a:highlight>
                <a:latin typeface="Söhne"/>
              </a:rPr>
              <a:t>operations teams </a:t>
            </a:r>
            <a:r>
              <a:rPr lang="en-US" sz="2000" b="0" i="0" dirty="0">
                <a:solidFill>
                  <a:srgbClr val="0D0D0D"/>
                </a:solidFill>
                <a:effectLst/>
                <a:highlight>
                  <a:srgbClr val="FFFFFF"/>
                </a:highlight>
                <a:latin typeface="Söhne"/>
              </a:rPr>
              <a:t>to ensure a smooth transition to production.</a:t>
            </a:r>
          </a:p>
        </p:txBody>
      </p:sp>
    </p:spTree>
    <p:extLst>
      <p:ext uri="{BB962C8B-B14F-4D97-AF65-F5344CB8AC3E}">
        <p14:creationId xmlns:p14="http://schemas.microsoft.com/office/powerpoint/2010/main" val="139288657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613835" y="2899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4" name="Rectangle 3">
            <a:extLst>
              <a:ext uri="{FF2B5EF4-FFF2-40B4-BE49-F238E27FC236}">
                <a16:creationId xmlns:a16="http://schemas.microsoft.com/office/drawing/2014/main" id="{C732CC46-37AA-1E07-46A7-484FC3D881EC}"/>
              </a:ext>
            </a:extLst>
          </p:cNvPr>
          <p:cNvSpPr/>
          <p:nvPr/>
        </p:nvSpPr>
        <p:spPr>
          <a:xfrm>
            <a:off x="3882030" y="33992"/>
            <a:ext cx="4427935"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Software Development Life Cycle (SDLC)</a:t>
            </a:r>
          </a:p>
        </p:txBody>
      </p:sp>
      <p:graphicFrame>
        <p:nvGraphicFramePr>
          <p:cNvPr id="5" name="Diagram 4">
            <a:extLst>
              <a:ext uri="{FF2B5EF4-FFF2-40B4-BE49-F238E27FC236}">
                <a16:creationId xmlns:a16="http://schemas.microsoft.com/office/drawing/2014/main" id="{F599E4EA-459F-90D9-5F40-9B28BB1DFFE9}"/>
              </a:ext>
            </a:extLst>
          </p:cNvPr>
          <p:cNvGraphicFramePr/>
          <p:nvPr>
            <p:extLst>
              <p:ext uri="{D42A27DB-BD31-4B8C-83A1-F6EECF244321}">
                <p14:modId xmlns:p14="http://schemas.microsoft.com/office/powerpoint/2010/main" val="2397763991"/>
              </p:ext>
            </p:extLst>
          </p:nvPr>
        </p:nvGraphicFramePr>
        <p:xfrm>
          <a:off x="613835" y="2813000"/>
          <a:ext cx="10663765" cy="373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52F7AC56-6FED-768A-D6B7-E36B0E7BD43D}"/>
              </a:ext>
            </a:extLst>
          </p:cNvPr>
          <p:cNvSpPr txBox="1"/>
          <p:nvPr/>
        </p:nvSpPr>
        <p:spPr>
          <a:xfrm>
            <a:off x="4685724" y="6083200"/>
            <a:ext cx="2519985" cy="470000"/>
          </a:xfrm>
          <a:prstGeom prst="rect">
            <a:avLst/>
          </a:prstGeom>
          <a:solidFill>
            <a:srgbClr val="FF0000"/>
          </a:solidFill>
        </p:spPr>
        <p:txBody>
          <a:bodyPr wrap="none" rtlCol="0">
            <a:spAutoFit/>
          </a:bodyPr>
          <a:lstStyle/>
          <a:p>
            <a:r>
              <a:rPr lang="en-US" dirty="0">
                <a:solidFill>
                  <a:schemeClr val="bg1"/>
                </a:solidFill>
              </a:rPr>
              <a:t>Stages in the SDLC</a:t>
            </a:r>
          </a:p>
        </p:txBody>
      </p:sp>
      <p:sp>
        <p:nvSpPr>
          <p:cNvPr id="8" name="Speech Bubble: Rectangle 7">
            <a:extLst>
              <a:ext uri="{FF2B5EF4-FFF2-40B4-BE49-F238E27FC236}">
                <a16:creationId xmlns:a16="http://schemas.microsoft.com/office/drawing/2014/main" id="{A4543A2D-9FB7-7D5C-C607-89E31C6DB6C1}"/>
              </a:ext>
            </a:extLst>
          </p:cNvPr>
          <p:cNvSpPr/>
          <p:nvPr/>
        </p:nvSpPr>
        <p:spPr>
          <a:xfrm>
            <a:off x="390015" y="1295400"/>
            <a:ext cx="11279807" cy="1295400"/>
          </a:xfrm>
          <a:prstGeom prst="wedgeRectCallout">
            <a:avLst>
              <a:gd name="adj1" fmla="val 39038"/>
              <a:gd name="adj2" fmla="val 15634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000" b="1" i="0" dirty="0">
                <a:solidFill>
                  <a:srgbClr val="FF0000"/>
                </a:solidFill>
                <a:effectLst/>
                <a:highlight>
                  <a:srgbClr val="FFFFFF"/>
                </a:highlight>
                <a:latin typeface="Söhne"/>
              </a:rPr>
              <a:t>7.Maintenance</a:t>
            </a:r>
            <a:r>
              <a:rPr lang="en-US" sz="2000" b="0" i="0" dirty="0">
                <a:solidFill>
                  <a:srgbClr val="FF0000"/>
                </a:solidFill>
                <a:effectLst/>
                <a:highlight>
                  <a:srgbClr val="FFFFFF"/>
                </a:highlight>
                <a:latin typeface="Söhne"/>
              </a:rPr>
              <a:t>: </a:t>
            </a:r>
            <a:r>
              <a:rPr lang="en-US" sz="2000" b="0" i="0" dirty="0">
                <a:solidFill>
                  <a:srgbClr val="0D0D0D"/>
                </a:solidFill>
                <a:effectLst/>
                <a:highlight>
                  <a:srgbClr val="FFFFFF"/>
                </a:highlight>
                <a:latin typeface="Söhne"/>
              </a:rPr>
              <a:t>After deployment, the software enters the maintenance phase, where it is </a:t>
            </a:r>
            <a:r>
              <a:rPr lang="en-US" sz="2000" b="0" i="0" dirty="0">
                <a:solidFill>
                  <a:srgbClr val="FF0000"/>
                </a:solidFill>
                <a:effectLst/>
                <a:highlight>
                  <a:srgbClr val="FFFFFF"/>
                </a:highlight>
                <a:latin typeface="Söhne"/>
              </a:rPr>
              <a:t>monitored</a:t>
            </a:r>
            <a:r>
              <a:rPr lang="en-US" sz="2000" b="0" i="0" dirty="0">
                <a:solidFill>
                  <a:srgbClr val="0D0D0D"/>
                </a:solidFill>
                <a:effectLst/>
                <a:highlight>
                  <a:srgbClr val="FFFFFF"/>
                </a:highlight>
                <a:latin typeface="Söhne"/>
              </a:rPr>
              <a:t>, </a:t>
            </a:r>
            <a:r>
              <a:rPr lang="en-US" sz="2000" b="0" i="0" dirty="0">
                <a:solidFill>
                  <a:srgbClr val="FF0000"/>
                </a:solidFill>
                <a:effectLst/>
                <a:highlight>
                  <a:srgbClr val="FFFFFF"/>
                </a:highlight>
                <a:latin typeface="Söhne"/>
              </a:rPr>
              <a:t>updated</a:t>
            </a:r>
            <a:r>
              <a:rPr lang="en-US" sz="2000" b="0" i="0" dirty="0">
                <a:solidFill>
                  <a:srgbClr val="0D0D0D"/>
                </a:solidFill>
                <a:effectLst/>
                <a:highlight>
                  <a:srgbClr val="FFFFFF"/>
                </a:highlight>
                <a:latin typeface="Söhne"/>
              </a:rPr>
              <a:t>, and </a:t>
            </a:r>
            <a:r>
              <a:rPr lang="en-US" sz="2000" b="0" i="0" dirty="0">
                <a:solidFill>
                  <a:srgbClr val="FF0000"/>
                </a:solidFill>
                <a:effectLst/>
                <a:highlight>
                  <a:srgbClr val="FFFFFF"/>
                </a:highlight>
                <a:latin typeface="Söhne"/>
              </a:rPr>
              <a:t>enhanced</a:t>
            </a:r>
            <a:r>
              <a:rPr lang="en-US" sz="2000" b="0" i="0" dirty="0">
                <a:solidFill>
                  <a:srgbClr val="0D0D0D"/>
                </a:solidFill>
                <a:effectLst/>
                <a:highlight>
                  <a:srgbClr val="FFFFFF"/>
                </a:highlight>
                <a:latin typeface="Söhne"/>
              </a:rPr>
              <a:t> as needed. This includes addressing bugs, implementing feature requests, and adapting to changes in technology or business requirements. Maintenance activities may be performed by a dedicated support team or by the development team itself.</a:t>
            </a:r>
          </a:p>
        </p:txBody>
      </p:sp>
    </p:spTree>
    <p:extLst>
      <p:ext uri="{BB962C8B-B14F-4D97-AF65-F5344CB8AC3E}">
        <p14:creationId xmlns:p14="http://schemas.microsoft.com/office/powerpoint/2010/main" val="102129294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613835" y="2899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4" name="Rectangle 3">
            <a:extLst>
              <a:ext uri="{FF2B5EF4-FFF2-40B4-BE49-F238E27FC236}">
                <a16:creationId xmlns:a16="http://schemas.microsoft.com/office/drawing/2014/main" id="{C732CC46-37AA-1E07-46A7-484FC3D881EC}"/>
              </a:ext>
            </a:extLst>
          </p:cNvPr>
          <p:cNvSpPr/>
          <p:nvPr/>
        </p:nvSpPr>
        <p:spPr>
          <a:xfrm>
            <a:off x="3882030" y="33992"/>
            <a:ext cx="4427935"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Software Development Life Cycle (SDLC)</a:t>
            </a:r>
          </a:p>
        </p:txBody>
      </p:sp>
      <p:sp>
        <p:nvSpPr>
          <p:cNvPr id="11" name="TextBox 10">
            <a:extLst>
              <a:ext uri="{FF2B5EF4-FFF2-40B4-BE49-F238E27FC236}">
                <a16:creationId xmlns:a16="http://schemas.microsoft.com/office/drawing/2014/main" id="{11705DA6-4EF9-EB0E-94C5-017DBC9DCF70}"/>
              </a:ext>
            </a:extLst>
          </p:cNvPr>
          <p:cNvSpPr txBox="1"/>
          <p:nvPr/>
        </p:nvSpPr>
        <p:spPr>
          <a:xfrm>
            <a:off x="114297" y="813880"/>
            <a:ext cx="11963399" cy="1015663"/>
          </a:xfrm>
          <a:prstGeom prst="rect">
            <a:avLst/>
          </a:prstGeom>
          <a:ln w="3175">
            <a:solidFill>
              <a:schemeClr val="tx1"/>
            </a:solidFill>
          </a:ln>
        </p:spPr>
        <p:style>
          <a:lnRef idx="2">
            <a:schemeClr val="accent6"/>
          </a:lnRef>
          <a:fillRef idx="1">
            <a:schemeClr val="lt1"/>
          </a:fillRef>
          <a:effectRef idx="0">
            <a:schemeClr val="accent6"/>
          </a:effectRef>
          <a:fontRef idx="minor">
            <a:schemeClr val="dk1"/>
          </a:fontRef>
        </p:style>
        <p:txBody>
          <a:bodyPr wrap="square">
            <a:spAutoFit/>
          </a:bodyPr>
          <a:lstStyle/>
          <a:p>
            <a:pPr algn="l"/>
            <a:r>
              <a:rPr lang="en-US" sz="2000" b="0" i="0" dirty="0">
                <a:solidFill>
                  <a:srgbClr val="0D0D0D"/>
                </a:solidFill>
                <a:effectLst/>
                <a:highlight>
                  <a:srgbClr val="FFFFFF"/>
                </a:highlight>
                <a:latin typeface="Söhne"/>
              </a:rPr>
              <a:t>Throughout the </a:t>
            </a:r>
            <a:r>
              <a:rPr lang="en-US" sz="2000" b="0" i="0" dirty="0">
                <a:solidFill>
                  <a:srgbClr val="FF0000"/>
                </a:solidFill>
                <a:effectLst/>
                <a:highlight>
                  <a:srgbClr val="FFFFFF"/>
                </a:highlight>
                <a:latin typeface="Söhne"/>
              </a:rPr>
              <a:t>SDLC</a:t>
            </a:r>
            <a:r>
              <a:rPr lang="en-US" sz="2000" b="0" i="0" dirty="0">
                <a:solidFill>
                  <a:srgbClr val="0D0D0D"/>
                </a:solidFill>
                <a:effectLst/>
                <a:highlight>
                  <a:srgbClr val="FFFFFF"/>
                </a:highlight>
                <a:latin typeface="Söhne"/>
              </a:rPr>
              <a:t>, </a:t>
            </a:r>
            <a:r>
              <a:rPr lang="en-US" sz="2000" b="0" i="0" dirty="0">
                <a:solidFill>
                  <a:srgbClr val="FF0000"/>
                </a:solidFill>
                <a:effectLst/>
                <a:highlight>
                  <a:srgbClr val="FFFFFF"/>
                </a:highlight>
                <a:latin typeface="Söhne"/>
              </a:rPr>
              <a:t>communication</a:t>
            </a:r>
            <a:r>
              <a:rPr lang="en-US" sz="2000" b="0" i="0" dirty="0">
                <a:solidFill>
                  <a:srgbClr val="0D0D0D"/>
                </a:solidFill>
                <a:effectLst/>
                <a:highlight>
                  <a:srgbClr val="FFFFFF"/>
                </a:highlight>
                <a:latin typeface="Söhne"/>
              </a:rPr>
              <a:t>, </a:t>
            </a:r>
            <a:r>
              <a:rPr lang="en-US" sz="2000" b="0" i="0" dirty="0">
                <a:solidFill>
                  <a:srgbClr val="FF0000"/>
                </a:solidFill>
                <a:effectLst/>
                <a:highlight>
                  <a:srgbClr val="FFFFFF"/>
                </a:highlight>
                <a:latin typeface="Söhne"/>
              </a:rPr>
              <a:t>collaboration</a:t>
            </a:r>
            <a:r>
              <a:rPr lang="en-US" sz="2000" b="0" i="0" dirty="0">
                <a:solidFill>
                  <a:srgbClr val="0D0D0D"/>
                </a:solidFill>
                <a:effectLst/>
                <a:highlight>
                  <a:srgbClr val="FFFFFF"/>
                </a:highlight>
                <a:latin typeface="Söhne"/>
              </a:rPr>
              <a:t>, and </a:t>
            </a:r>
            <a:r>
              <a:rPr lang="en-US" sz="2000" b="0" i="0" dirty="0">
                <a:solidFill>
                  <a:srgbClr val="FF0000"/>
                </a:solidFill>
                <a:effectLst/>
                <a:highlight>
                  <a:srgbClr val="FFFFFF"/>
                </a:highlight>
                <a:latin typeface="Söhne"/>
              </a:rPr>
              <a:t>documentation</a:t>
            </a:r>
            <a:r>
              <a:rPr lang="en-US" sz="2000" b="0" i="0" dirty="0">
                <a:solidFill>
                  <a:srgbClr val="0D0D0D"/>
                </a:solidFill>
                <a:effectLst/>
                <a:highlight>
                  <a:srgbClr val="FFFFFF"/>
                </a:highlight>
                <a:latin typeface="Söhne"/>
              </a:rPr>
              <a:t> are essential to ensure project success. The </a:t>
            </a:r>
            <a:r>
              <a:rPr lang="en-US" sz="2000" b="0" i="0" dirty="0">
                <a:solidFill>
                  <a:srgbClr val="FF0000"/>
                </a:solidFill>
                <a:effectLst/>
                <a:highlight>
                  <a:srgbClr val="FFFFFF"/>
                </a:highlight>
                <a:latin typeface="Söhne"/>
              </a:rPr>
              <a:t>SDLC</a:t>
            </a:r>
            <a:r>
              <a:rPr lang="en-US" sz="2000" b="0" i="0" dirty="0">
                <a:solidFill>
                  <a:srgbClr val="0D0D0D"/>
                </a:solidFill>
                <a:effectLst/>
                <a:highlight>
                  <a:srgbClr val="FFFFFF"/>
                </a:highlight>
                <a:latin typeface="Söhne"/>
              </a:rPr>
              <a:t> provides a </a:t>
            </a:r>
            <a:r>
              <a:rPr lang="en-US" sz="2000" b="0" i="0" dirty="0">
                <a:solidFill>
                  <a:srgbClr val="FF0000"/>
                </a:solidFill>
                <a:effectLst/>
                <a:highlight>
                  <a:srgbClr val="FFFFFF"/>
                </a:highlight>
                <a:latin typeface="Söhne"/>
              </a:rPr>
              <a:t>structured</a:t>
            </a:r>
            <a:r>
              <a:rPr lang="en-US" sz="2000" b="0" i="0" dirty="0">
                <a:solidFill>
                  <a:srgbClr val="0D0D0D"/>
                </a:solidFill>
                <a:effectLst/>
                <a:highlight>
                  <a:srgbClr val="FFFFFF"/>
                </a:highlight>
                <a:latin typeface="Söhne"/>
              </a:rPr>
              <a:t> </a:t>
            </a:r>
            <a:r>
              <a:rPr lang="en-US" sz="2000" b="0" i="0" dirty="0">
                <a:solidFill>
                  <a:srgbClr val="FF0000"/>
                </a:solidFill>
                <a:effectLst/>
                <a:highlight>
                  <a:srgbClr val="FFFFFF"/>
                </a:highlight>
                <a:latin typeface="Söhne"/>
              </a:rPr>
              <a:t>approach</a:t>
            </a:r>
            <a:r>
              <a:rPr lang="en-US" sz="2000" b="0" i="0" dirty="0">
                <a:solidFill>
                  <a:srgbClr val="0D0D0D"/>
                </a:solidFill>
                <a:effectLst/>
                <a:highlight>
                  <a:srgbClr val="FFFFFF"/>
                </a:highlight>
                <a:latin typeface="Söhne"/>
              </a:rPr>
              <a:t> to software development, guiding teams through each phase of the process and helping to deliver high-quality software that meets customer needs and expectations.</a:t>
            </a:r>
            <a:endParaRPr lang="en-US" sz="4400" b="0" i="0" dirty="0">
              <a:solidFill>
                <a:srgbClr val="0D0D0D"/>
              </a:solidFill>
              <a:effectLst/>
              <a:highlight>
                <a:srgbClr val="FFFFFF"/>
              </a:highlight>
              <a:latin typeface="Söhne"/>
            </a:endParaRPr>
          </a:p>
        </p:txBody>
      </p:sp>
      <p:graphicFrame>
        <p:nvGraphicFramePr>
          <p:cNvPr id="5" name="Diagram 4">
            <a:extLst>
              <a:ext uri="{FF2B5EF4-FFF2-40B4-BE49-F238E27FC236}">
                <a16:creationId xmlns:a16="http://schemas.microsoft.com/office/drawing/2014/main" id="{F599E4EA-459F-90D9-5F40-9B28BB1DFFE9}"/>
              </a:ext>
            </a:extLst>
          </p:cNvPr>
          <p:cNvGraphicFramePr/>
          <p:nvPr>
            <p:extLst>
              <p:ext uri="{D42A27DB-BD31-4B8C-83A1-F6EECF244321}">
                <p14:modId xmlns:p14="http://schemas.microsoft.com/office/powerpoint/2010/main" val="3365135845"/>
              </p:ext>
            </p:extLst>
          </p:nvPr>
        </p:nvGraphicFramePr>
        <p:xfrm>
          <a:off x="629075" y="2353433"/>
          <a:ext cx="10663765" cy="373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52F7AC56-6FED-768A-D6B7-E36B0E7BD43D}"/>
              </a:ext>
            </a:extLst>
          </p:cNvPr>
          <p:cNvSpPr txBox="1"/>
          <p:nvPr/>
        </p:nvSpPr>
        <p:spPr>
          <a:xfrm>
            <a:off x="4700964" y="5486400"/>
            <a:ext cx="2519985" cy="470000"/>
          </a:xfrm>
          <a:prstGeom prst="rect">
            <a:avLst/>
          </a:prstGeom>
          <a:solidFill>
            <a:srgbClr val="FF0000"/>
          </a:solidFill>
        </p:spPr>
        <p:txBody>
          <a:bodyPr wrap="none" rtlCol="0">
            <a:spAutoFit/>
          </a:bodyPr>
          <a:lstStyle/>
          <a:p>
            <a:r>
              <a:rPr lang="en-US" dirty="0">
                <a:solidFill>
                  <a:schemeClr val="bg1"/>
                </a:solidFill>
              </a:rPr>
              <a:t>Stages in the SDLC</a:t>
            </a:r>
          </a:p>
        </p:txBody>
      </p:sp>
    </p:spTree>
    <p:extLst>
      <p:ext uri="{BB962C8B-B14F-4D97-AF65-F5344CB8AC3E}">
        <p14:creationId xmlns:p14="http://schemas.microsoft.com/office/powerpoint/2010/main" val="20190143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91871</TotalTime>
  <Words>647</Words>
  <Application>Microsoft Office PowerPoint</Application>
  <PresentationFormat>Widescreen</PresentationFormat>
  <Paragraphs>99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Söhne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Ramesh</dc:creator>
  <cp:lastModifiedBy>Ramesh N</cp:lastModifiedBy>
  <cp:revision>10003</cp:revision>
  <dcterms:created xsi:type="dcterms:W3CDTF">2006-08-16T00:00:00Z</dcterms:created>
  <dcterms:modified xsi:type="dcterms:W3CDTF">2024-04-24T04:55:48Z</dcterms:modified>
</cp:coreProperties>
</file>