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8"/>
  </p:notesMasterIdLst>
  <p:sldIdLst>
    <p:sldId id="473" r:id="rId2"/>
    <p:sldId id="475" r:id="rId3"/>
    <p:sldId id="472" r:id="rId4"/>
    <p:sldId id="477" r:id="rId5"/>
    <p:sldId id="476" r:id="rId6"/>
    <p:sldId id="474" r:id="rId7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22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05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47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95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667000" y="33992"/>
            <a:ext cx="6629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Demystified: Simplifying Teamwork for Project Success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18914" y="1342937"/>
            <a:ext cx="11755964" cy="70788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 popular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framework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used by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manage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especially in software development. It's designed to help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work together efficiently and adapt to changing requirements.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5639C-5086-CE09-B7F7-707070252765}"/>
              </a:ext>
            </a:extLst>
          </p:cNvPr>
          <p:cNvSpPr txBox="1"/>
          <p:nvPr/>
        </p:nvSpPr>
        <p:spPr>
          <a:xfrm>
            <a:off x="218018" y="758435"/>
            <a:ext cx="216944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Scrum?</a:t>
            </a:r>
          </a:p>
        </p:txBody>
      </p:sp>
      <p:pic>
        <p:nvPicPr>
          <p:cNvPr id="1026" name="Picture 2" descr="Teamwork | Jerome Chamber of Commerce">
            <a:extLst>
              <a:ext uri="{FF2B5EF4-FFF2-40B4-BE49-F238E27FC236}">
                <a16:creationId xmlns:a16="http://schemas.microsoft.com/office/drawing/2014/main" id="{2687C53F-6517-DB35-A6A2-77D7B3CAF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379008"/>
            <a:ext cx="333375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29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31465" y="1143000"/>
            <a:ext cx="11755964" cy="5586145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 Collaboration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Scrum emphasizes teamwork. It's like playing on a sports team where each player has a role but works together towards a common goal.</a:t>
            </a:r>
            <a:b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1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Sprints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Scrum breaks work into short cycles called "sprints," typically lasting 1-4 weeks. During a sprint, the team focuses on completing specific tasks </a:t>
            </a:r>
            <a:r>
              <a:rPr lang="en-US" sz="21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or goals. This allows for frequent feedback and adaptation.</a:t>
            </a:r>
            <a:b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1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Backlog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is a prioritized list of features or tasks that need to be completed. The Product Owner manages the backlog, ensuring it reflects the priorities of the stakeholders.</a:t>
            </a:r>
            <a:b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1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100" b="1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Sprint Planning: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 the beginning of each sprint, the team meets to plan the work. They select tasks from the backlog and commit to completing them by the end of the sprint.</a:t>
            </a:r>
          </a:p>
          <a:p>
            <a:pPr algn="l">
              <a:buFont typeface="+mj-lt"/>
              <a:buAutoNum type="arabicPeriod"/>
            </a:pPr>
            <a:endParaRPr lang="en-US" sz="21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Daily Stand-ups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Every day, the team holds a quick meeting called a "daily stand-up." Each member shares: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What they did yesterday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What they plan to do today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Any obstacles or challenges they're facing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596800"/>
            <a:ext cx="197894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Concepts: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2981-6AB5-5289-ABA1-89F168F13683}"/>
              </a:ext>
            </a:extLst>
          </p:cNvPr>
          <p:cNvSpPr/>
          <p:nvPr/>
        </p:nvSpPr>
        <p:spPr>
          <a:xfrm>
            <a:off x="2667000" y="33992"/>
            <a:ext cx="6629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Demystified: Simplifying Teamwork for Project Success</a:t>
            </a:r>
          </a:p>
        </p:txBody>
      </p:sp>
    </p:spTree>
    <p:extLst>
      <p:ext uri="{BB962C8B-B14F-4D97-AF65-F5344CB8AC3E}">
        <p14:creationId xmlns:p14="http://schemas.microsoft.com/office/powerpoint/2010/main" val="205148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60349" y="904503"/>
            <a:ext cx="11755964" cy="575542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 startAt="6"/>
            </a:pPr>
            <a:r>
              <a:rPr lang="en-US" sz="23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Review</a:t>
            </a:r>
            <a:r>
              <a:rPr lang="en-US" sz="2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 the end of each sprint, the team demonstrates the completed work to stakeholders and gathers feedback.</a:t>
            </a:r>
            <a:b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 startAt="6"/>
            </a:pPr>
            <a:r>
              <a:rPr lang="en-US" sz="23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Retrospective</a:t>
            </a:r>
            <a:r>
              <a:rPr lang="en-US" sz="2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Also held at the end of each sprint, the retrospective is a meeting where the team reflects on what went well, what didn't go well, and how they can improve in the next sprint.</a:t>
            </a:r>
            <a:b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 startAt="6"/>
            </a:pPr>
            <a:r>
              <a:rPr lang="en-US" sz="2300" b="1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Roles:</a:t>
            </a:r>
            <a:br>
              <a:rPr lang="en-US" sz="2300" b="1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</a:br>
            <a:endParaRPr lang="en-US" sz="2300" b="1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3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 Master</a:t>
            </a:r>
            <a:r>
              <a:rPr lang="en-US" sz="2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Scrum Master is like a coach for the team. They facilitate meetings, remove obstacles, and ensure the Scrum framework is followed.</a:t>
            </a:r>
            <a:b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3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Owner</a:t>
            </a:r>
            <a:r>
              <a:rPr lang="en-US" sz="2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Product Owner represents the stakeholders and communicates their requirements to the team. They prioritize tasks in the backlog based on business value.</a:t>
            </a:r>
            <a:br>
              <a:rPr lang="en-US" sz="2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300" b="1" dirty="0">
                <a:solidFill>
                  <a:srgbClr val="FF0000"/>
                </a:solidFill>
                <a:highlight>
                  <a:srgbClr val="FFFFFF"/>
                </a:highlight>
                <a:latin typeface="Söhne"/>
              </a:rPr>
              <a:t>Development Team: </a:t>
            </a:r>
            <a:r>
              <a:rPr lang="en-US" sz="2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Cross-functional group responsible for delivering the product increment.</a:t>
            </a:r>
            <a:endParaRPr lang="en-US" sz="2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60349" y="429589"/>
            <a:ext cx="197894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Concepts: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2981-6AB5-5289-ABA1-89F168F13683}"/>
              </a:ext>
            </a:extLst>
          </p:cNvPr>
          <p:cNvSpPr/>
          <p:nvPr/>
        </p:nvSpPr>
        <p:spPr>
          <a:xfrm>
            <a:off x="2667000" y="33992"/>
            <a:ext cx="6629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Demystified: Simplifying Teamwork for Project Success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2981-6AB5-5289-ABA1-89F168F13683}"/>
              </a:ext>
            </a:extLst>
          </p:cNvPr>
          <p:cNvSpPr/>
          <p:nvPr/>
        </p:nvSpPr>
        <p:spPr>
          <a:xfrm>
            <a:off x="2667000" y="33992"/>
            <a:ext cx="6629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Demystified: Simplifying Teamwork for Project Success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3770E5-930E-05E2-EEA2-1AD4463D1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13" y="766260"/>
            <a:ext cx="10759687" cy="58017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0705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103718" y="1752600"/>
            <a:ext cx="11755964" cy="378565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Adaptability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Scrum allows teams to adapt quickly to changing requirements or priorities.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Transparency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Everyone knows what tasks are being worked on and the progress being made.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Improvement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Regular feedback and retrospectives help teams improve their processes over time.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Efficiency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By focusing on specific goals in short sprints, teams can deliver value incrementally.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103718" y="1206400"/>
            <a:ext cx="2522294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Benefits of Scrum: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2981-6AB5-5289-ABA1-89F168F13683}"/>
              </a:ext>
            </a:extLst>
          </p:cNvPr>
          <p:cNvSpPr/>
          <p:nvPr/>
        </p:nvSpPr>
        <p:spPr>
          <a:xfrm>
            <a:off x="2667000" y="33992"/>
            <a:ext cx="6629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Demystified: Simplifying Teamwork for Project Success</a:t>
            </a:r>
          </a:p>
        </p:txBody>
      </p:sp>
    </p:spTree>
    <p:extLst>
      <p:ext uri="{BB962C8B-B14F-4D97-AF65-F5344CB8AC3E}">
        <p14:creationId xmlns:p14="http://schemas.microsoft.com/office/powerpoint/2010/main" val="241914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18018" y="2492276"/>
            <a:ext cx="11755964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team-oriented approach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 management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promotes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adaptability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improvement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It's used across various industries to deliver </a:t>
            </a:r>
          </a:p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high-quality products and services efficiently.</a:t>
            </a:r>
            <a:endParaRPr lang="en-US" sz="4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5395359" y="1994988"/>
            <a:ext cx="140128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E59FC-6883-29A4-7214-CB5DE145CEC7}"/>
              </a:ext>
            </a:extLst>
          </p:cNvPr>
          <p:cNvSpPr/>
          <p:nvPr/>
        </p:nvSpPr>
        <p:spPr>
          <a:xfrm>
            <a:off x="2667000" y="33992"/>
            <a:ext cx="6629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Demystified: Simplifying Teamwork for Project Success</a:t>
            </a:r>
          </a:p>
        </p:txBody>
      </p:sp>
    </p:spTree>
    <p:extLst>
      <p:ext uri="{BB962C8B-B14F-4D97-AF65-F5344CB8AC3E}">
        <p14:creationId xmlns:p14="http://schemas.microsoft.com/office/powerpoint/2010/main" val="270545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91982</TotalTime>
  <Words>512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10088</cp:revision>
  <dcterms:created xsi:type="dcterms:W3CDTF">2006-08-16T00:00:00Z</dcterms:created>
  <dcterms:modified xsi:type="dcterms:W3CDTF">2024-05-13T02:16:37Z</dcterms:modified>
</cp:coreProperties>
</file>