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1"/>
  </p:notesMasterIdLst>
  <p:sldIdLst>
    <p:sldId id="473" r:id="rId2"/>
    <p:sldId id="475" r:id="rId3"/>
    <p:sldId id="481" r:id="rId4"/>
    <p:sldId id="477" r:id="rId5"/>
    <p:sldId id="478" r:id="rId6"/>
    <p:sldId id="482" r:id="rId7"/>
    <p:sldId id="479" r:id="rId8"/>
    <p:sldId id="480" r:id="rId9"/>
    <p:sldId id="474" r:id="rId10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00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2C6240-A914-403D-93B6-59FD8B6E33C0}" type="doc">
      <dgm:prSet loTypeId="urn:microsoft.com/office/officeart/2005/8/layout/hierarchy1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4693F20-108E-4245-91CD-787FF1B52856}">
      <dgm:prSet phldrT="[Text]"/>
      <dgm:spPr/>
      <dgm:t>
        <a:bodyPr/>
        <a:lstStyle/>
        <a:p>
          <a:r>
            <a:rPr lang="en-US"/>
            <a:t>Role</a:t>
          </a:r>
          <a:endParaRPr lang="en-US" dirty="0"/>
        </a:p>
      </dgm:t>
    </dgm:pt>
    <dgm:pt modelId="{7A458994-3617-4001-B15F-04EA7606FF79}" type="parTrans" cxnId="{E7B22725-0168-483F-BB36-29CBF42B1D45}">
      <dgm:prSet/>
      <dgm:spPr/>
      <dgm:t>
        <a:bodyPr/>
        <a:lstStyle/>
        <a:p>
          <a:endParaRPr lang="en-US"/>
        </a:p>
      </dgm:t>
    </dgm:pt>
    <dgm:pt modelId="{0805866B-7D9F-499A-95E3-D20E06DE75E5}" type="sibTrans" cxnId="{E7B22725-0168-483F-BB36-29CBF42B1D45}">
      <dgm:prSet/>
      <dgm:spPr/>
      <dgm:t>
        <a:bodyPr/>
        <a:lstStyle/>
        <a:p>
          <a:endParaRPr lang="en-US"/>
        </a:p>
      </dgm:t>
    </dgm:pt>
    <dgm:pt modelId="{F68EC3E2-E59C-4F1E-AD34-8964188B9297}">
      <dgm:prSet phldrT="[Text]"/>
      <dgm:spPr/>
      <dgm:t>
        <a:bodyPr/>
        <a:lstStyle/>
        <a:p>
          <a:r>
            <a:rPr lang="en-US"/>
            <a:t>Artifacts</a:t>
          </a:r>
          <a:endParaRPr lang="en-US" dirty="0"/>
        </a:p>
      </dgm:t>
    </dgm:pt>
    <dgm:pt modelId="{FD3FF15D-BC17-47C9-9A2E-8CEC0CF907FB}" type="parTrans" cxnId="{67FBC9F6-1942-4685-97A0-9DAE1FB68793}">
      <dgm:prSet/>
      <dgm:spPr/>
      <dgm:t>
        <a:bodyPr/>
        <a:lstStyle/>
        <a:p>
          <a:endParaRPr lang="en-US"/>
        </a:p>
      </dgm:t>
    </dgm:pt>
    <dgm:pt modelId="{1552B68B-A86A-4244-B862-134A7FBAB585}" type="sibTrans" cxnId="{67FBC9F6-1942-4685-97A0-9DAE1FB68793}">
      <dgm:prSet/>
      <dgm:spPr/>
      <dgm:t>
        <a:bodyPr/>
        <a:lstStyle/>
        <a:p>
          <a:endParaRPr lang="en-US"/>
        </a:p>
      </dgm:t>
    </dgm:pt>
    <dgm:pt modelId="{7D60152C-3125-431E-8AFA-5684F8A531E8}">
      <dgm:prSet phldrT="[Text]"/>
      <dgm:spPr/>
      <dgm:t>
        <a:bodyPr/>
        <a:lstStyle/>
        <a:p>
          <a:r>
            <a:rPr lang="en-US" dirty="0"/>
            <a:t>Key Components of Scrum</a:t>
          </a:r>
        </a:p>
      </dgm:t>
    </dgm:pt>
    <dgm:pt modelId="{1B303A6B-73A9-4235-BB5E-290C878F0C3C}" type="sibTrans" cxnId="{F80C9C0E-F563-4737-8DEB-745F02640D93}">
      <dgm:prSet/>
      <dgm:spPr/>
      <dgm:t>
        <a:bodyPr/>
        <a:lstStyle/>
        <a:p>
          <a:endParaRPr lang="en-US"/>
        </a:p>
      </dgm:t>
    </dgm:pt>
    <dgm:pt modelId="{27BE6ADC-6545-418C-8952-072BDEE01125}" type="parTrans" cxnId="{F80C9C0E-F563-4737-8DEB-745F02640D93}">
      <dgm:prSet/>
      <dgm:spPr/>
      <dgm:t>
        <a:bodyPr/>
        <a:lstStyle/>
        <a:p>
          <a:endParaRPr lang="en-US"/>
        </a:p>
      </dgm:t>
    </dgm:pt>
    <dgm:pt modelId="{404DA70D-2D2D-4405-85AE-072E3A5825CF}">
      <dgm:prSet/>
      <dgm:spPr/>
      <dgm:t>
        <a:bodyPr/>
        <a:lstStyle/>
        <a:p>
          <a:r>
            <a:rPr lang="en-US" dirty="0"/>
            <a:t>Events (or Ceremonies)</a:t>
          </a:r>
        </a:p>
      </dgm:t>
    </dgm:pt>
    <dgm:pt modelId="{5F223F22-0258-4EE2-9A7F-048D9B8931A6}" type="parTrans" cxnId="{3D190341-A18E-4A6E-B6E6-9CD62BEC489D}">
      <dgm:prSet/>
      <dgm:spPr/>
      <dgm:t>
        <a:bodyPr/>
        <a:lstStyle/>
        <a:p>
          <a:endParaRPr lang="en-US"/>
        </a:p>
      </dgm:t>
    </dgm:pt>
    <dgm:pt modelId="{2D608773-7BBC-4CC9-AF29-79598CC443EF}" type="sibTrans" cxnId="{3D190341-A18E-4A6E-B6E6-9CD62BEC489D}">
      <dgm:prSet/>
      <dgm:spPr/>
      <dgm:t>
        <a:bodyPr/>
        <a:lstStyle/>
        <a:p>
          <a:endParaRPr lang="en-US"/>
        </a:p>
      </dgm:t>
    </dgm:pt>
    <dgm:pt modelId="{B59F9DA0-CAB6-46E2-93BA-2EF068CB841F}" type="pres">
      <dgm:prSet presAssocID="{6A2C6240-A914-403D-93B6-59FD8B6E33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C9B3B8-78D9-46CD-AAAE-4E135E42F75C}" type="pres">
      <dgm:prSet presAssocID="{7D60152C-3125-431E-8AFA-5684F8A531E8}" presName="hierRoot1" presStyleCnt="0"/>
      <dgm:spPr/>
    </dgm:pt>
    <dgm:pt modelId="{832E4425-C20F-4C33-9884-6D782C94476C}" type="pres">
      <dgm:prSet presAssocID="{7D60152C-3125-431E-8AFA-5684F8A531E8}" presName="composite" presStyleCnt="0"/>
      <dgm:spPr/>
    </dgm:pt>
    <dgm:pt modelId="{F1DAEEF9-D626-469C-9A95-73D6A7475E32}" type="pres">
      <dgm:prSet presAssocID="{7D60152C-3125-431E-8AFA-5684F8A531E8}" presName="background" presStyleLbl="node0" presStyleIdx="0" presStyleCnt="1"/>
      <dgm:spPr/>
    </dgm:pt>
    <dgm:pt modelId="{20BE1A28-6EA4-4476-9D3C-2EB8717A2B45}" type="pres">
      <dgm:prSet presAssocID="{7D60152C-3125-431E-8AFA-5684F8A531E8}" presName="text" presStyleLbl="fgAcc0" presStyleIdx="0" presStyleCnt="1">
        <dgm:presLayoutVars>
          <dgm:chPref val="3"/>
        </dgm:presLayoutVars>
      </dgm:prSet>
      <dgm:spPr/>
    </dgm:pt>
    <dgm:pt modelId="{2579C940-FC6A-48AE-AFF3-C46F4D3DA0A9}" type="pres">
      <dgm:prSet presAssocID="{7D60152C-3125-431E-8AFA-5684F8A531E8}" presName="hierChild2" presStyleCnt="0"/>
      <dgm:spPr/>
    </dgm:pt>
    <dgm:pt modelId="{0F7496BD-4728-4F6A-AA9B-00EC2E12450C}" type="pres">
      <dgm:prSet presAssocID="{7A458994-3617-4001-B15F-04EA7606FF79}" presName="Name10" presStyleLbl="parChTrans1D2" presStyleIdx="0" presStyleCnt="3"/>
      <dgm:spPr/>
    </dgm:pt>
    <dgm:pt modelId="{7C701397-CCA2-4E9D-97C1-67FD7BA77D06}" type="pres">
      <dgm:prSet presAssocID="{14693F20-108E-4245-91CD-787FF1B52856}" presName="hierRoot2" presStyleCnt="0"/>
      <dgm:spPr/>
    </dgm:pt>
    <dgm:pt modelId="{6BA05CDE-9233-4E3F-86CC-65AFCFD5F514}" type="pres">
      <dgm:prSet presAssocID="{14693F20-108E-4245-91CD-787FF1B52856}" presName="composite2" presStyleCnt="0"/>
      <dgm:spPr/>
    </dgm:pt>
    <dgm:pt modelId="{6E4AEAE8-6275-4EEC-A53C-F54BF0D9C6E9}" type="pres">
      <dgm:prSet presAssocID="{14693F20-108E-4245-91CD-787FF1B52856}" presName="background2" presStyleLbl="node2" presStyleIdx="0" presStyleCnt="3"/>
      <dgm:spPr/>
    </dgm:pt>
    <dgm:pt modelId="{7A1FCB47-A2F0-41AB-8A4E-BB3350330C97}" type="pres">
      <dgm:prSet presAssocID="{14693F20-108E-4245-91CD-787FF1B52856}" presName="text2" presStyleLbl="fgAcc2" presStyleIdx="0" presStyleCnt="3">
        <dgm:presLayoutVars>
          <dgm:chPref val="3"/>
        </dgm:presLayoutVars>
      </dgm:prSet>
      <dgm:spPr/>
    </dgm:pt>
    <dgm:pt modelId="{8F10EC4E-0FB6-4DB6-98DF-B36547EE3D1B}" type="pres">
      <dgm:prSet presAssocID="{14693F20-108E-4245-91CD-787FF1B52856}" presName="hierChild3" presStyleCnt="0"/>
      <dgm:spPr/>
    </dgm:pt>
    <dgm:pt modelId="{1E54A73D-5329-4CFB-805E-1335FDB8C058}" type="pres">
      <dgm:prSet presAssocID="{FD3FF15D-BC17-47C9-9A2E-8CEC0CF907FB}" presName="Name10" presStyleLbl="parChTrans1D2" presStyleIdx="1" presStyleCnt="3"/>
      <dgm:spPr/>
    </dgm:pt>
    <dgm:pt modelId="{E9814537-6880-4024-B17D-6D0C76FB2C44}" type="pres">
      <dgm:prSet presAssocID="{F68EC3E2-E59C-4F1E-AD34-8964188B9297}" presName="hierRoot2" presStyleCnt="0"/>
      <dgm:spPr/>
    </dgm:pt>
    <dgm:pt modelId="{55B31DB1-4F96-48E8-A0CC-1A5057DE7FBD}" type="pres">
      <dgm:prSet presAssocID="{F68EC3E2-E59C-4F1E-AD34-8964188B9297}" presName="composite2" presStyleCnt="0"/>
      <dgm:spPr/>
    </dgm:pt>
    <dgm:pt modelId="{DDEF1A83-E0CE-493E-838E-421C5441EDE2}" type="pres">
      <dgm:prSet presAssocID="{F68EC3E2-E59C-4F1E-AD34-8964188B9297}" presName="background2" presStyleLbl="node2" presStyleIdx="1" presStyleCnt="3"/>
      <dgm:spPr/>
    </dgm:pt>
    <dgm:pt modelId="{A95D8722-F211-4F61-961E-CBF02A773EDD}" type="pres">
      <dgm:prSet presAssocID="{F68EC3E2-E59C-4F1E-AD34-8964188B9297}" presName="text2" presStyleLbl="fgAcc2" presStyleIdx="1" presStyleCnt="3">
        <dgm:presLayoutVars>
          <dgm:chPref val="3"/>
        </dgm:presLayoutVars>
      </dgm:prSet>
      <dgm:spPr/>
    </dgm:pt>
    <dgm:pt modelId="{DC23F981-BAE5-4678-B277-23CCBE62E66B}" type="pres">
      <dgm:prSet presAssocID="{F68EC3E2-E59C-4F1E-AD34-8964188B9297}" presName="hierChild3" presStyleCnt="0"/>
      <dgm:spPr/>
    </dgm:pt>
    <dgm:pt modelId="{DFB2D211-5242-4239-8ED8-CFDBDB618D4C}" type="pres">
      <dgm:prSet presAssocID="{5F223F22-0258-4EE2-9A7F-048D9B8931A6}" presName="Name10" presStyleLbl="parChTrans1D2" presStyleIdx="2" presStyleCnt="3"/>
      <dgm:spPr/>
    </dgm:pt>
    <dgm:pt modelId="{450ED67B-1CC4-4019-B51D-CB19C5E2B0FC}" type="pres">
      <dgm:prSet presAssocID="{404DA70D-2D2D-4405-85AE-072E3A5825CF}" presName="hierRoot2" presStyleCnt="0"/>
      <dgm:spPr/>
    </dgm:pt>
    <dgm:pt modelId="{FF738DA5-2E65-4BE4-8C1C-BE332D0853BE}" type="pres">
      <dgm:prSet presAssocID="{404DA70D-2D2D-4405-85AE-072E3A5825CF}" presName="composite2" presStyleCnt="0"/>
      <dgm:spPr/>
    </dgm:pt>
    <dgm:pt modelId="{9BE84BBA-4A42-4562-80B9-4F28E4323D2C}" type="pres">
      <dgm:prSet presAssocID="{404DA70D-2D2D-4405-85AE-072E3A5825CF}" presName="background2" presStyleLbl="node2" presStyleIdx="2" presStyleCnt="3"/>
      <dgm:spPr/>
    </dgm:pt>
    <dgm:pt modelId="{034A053D-2D47-4108-8BE2-0D10F71E6710}" type="pres">
      <dgm:prSet presAssocID="{404DA70D-2D2D-4405-85AE-072E3A5825CF}" presName="text2" presStyleLbl="fgAcc2" presStyleIdx="2" presStyleCnt="3">
        <dgm:presLayoutVars>
          <dgm:chPref val="3"/>
        </dgm:presLayoutVars>
      </dgm:prSet>
      <dgm:spPr/>
    </dgm:pt>
    <dgm:pt modelId="{7F75E03A-C9FC-40F2-9867-19A8BDB33146}" type="pres">
      <dgm:prSet presAssocID="{404DA70D-2D2D-4405-85AE-072E3A5825CF}" presName="hierChild3" presStyleCnt="0"/>
      <dgm:spPr/>
    </dgm:pt>
  </dgm:ptLst>
  <dgm:cxnLst>
    <dgm:cxn modelId="{C1187C00-9998-4728-A960-3A23FC8AC832}" type="presOf" srcId="{7A458994-3617-4001-B15F-04EA7606FF79}" destId="{0F7496BD-4728-4F6A-AA9B-00EC2E12450C}" srcOrd="0" destOrd="0" presId="urn:microsoft.com/office/officeart/2005/8/layout/hierarchy1"/>
    <dgm:cxn modelId="{A91F7F00-1438-4EC0-9DB9-392540A166F8}" type="presOf" srcId="{5F223F22-0258-4EE2-9A7F-048D9B8931A6}" destId="{DFB2D211-5242-4239-8ED8-CFDBDB618D4C}" srcOrd="0" destOrd="0" presId="urn:microsoft.com/office/officeart/2005/8/layout/hierarchy1"/>
    <dgm:cxn modelId="{F80C9C0E-F563-4737-8DEB-745F02640D93}" srcId="{6A2C6240-A914-403D-93B6-59FD8B6E33C0}" destId="{7D60152C-3125-431E-8AFA-5684F8A531E8}" srcOrd="0" destOrd="0" parTransId="{27BE6ADC-6545-418C-8952-072BDEE01125}" sibTransId="{1B303A6B-73A9-4235-BB5E-290C878F0C3C}"/>
    <dgm:cxn modelId="{7DA2F113-639F-45CC-A030-4694D8B7930F}" type="presOf" srcId="{FD3FF15D-BC17-47C9-9A2E-8CEC0CF907FB}" destId="{1E54A73D-5329-4CFB-805E-1335FDB8C058}" srcOrd="0" destOrd="0" presId="urn:microsoft.com/office/officeart/2005/8/layout/hierarchy1"/>
    <dgm:cxn modelId="{B0E6911A-FED4-45CB-93D9-39EF8DBC4931}" type="presOf" srcId="{6A2C6240-A914-403D-93B6-59FD8B6E33C0}" destId="{B59F9DA0-CAB6-46E2-93BA-2EF068CB841F}" srcOrd="0" destOrd="0" presId="urn:microsoft.com/office/officeart/2005/8/layout/hierarchy1"/>
    <dgm:cxn modelId="{E7B22725-0168-483F-BB36-29CBF42B1D45}" srcId="{7D60152C-3125-431E-8AFA-5684F8A531E8}" destId="{14693F20-108E-4245-91CD-787FF1B52856}" srcOrd="0" destOrd="0" parTransId="{7A458994-3617-4001-B15F-04EA7606FF79}" sibTransId="{0805866B-7D9F-499A-95E3-D20E06DE75E5}"/>
    <dgm:cxn modelId="{BDCD9139-BC8F-45DC-A821-47A4EEFF4755}" type="presOf" srcId="{404DA70D-2D2D-4405-85AE-072E3A5825CF}" destId="{034A053D-2D47-4108-8BE2-0D10F71E6710}" srcOrd="0" destOrd="0" presId="urn:microsoft.com/office/officeart/2005/8/layout/hierarchy1"/>
    <dgm:cxn modelId="{3D190341-A18E-4A6E-B6E6-9CD62BEC489D}" srcId="{7D60152C-3125-431E-8AFA-5684F8A531E8}" destId="{404DA70D-2D2D-4405-85AE-072E3A5825CF}" srcOrd="2" destOrd="0" parTransId="{5F223F22-0258-4EE2-9A7F-048D9B8931A6}" sibTransId="{2D608773-7BBC-4CC9-AF29-79598CC443EF}"/>
    <dgm:cxn modelId="{4596DFAD-D442-4AA4-B79F-D217328E5593}" type="presOf" srcId="{F68EC3E2-E59C-4F1E-AD34-8964188B9297}" destId="{A95D8722-F211-4F61-961E-CBF02A773EDD}" srcOrd="0" destOrd="0" presId="urn:microsoft.com/office/officeart/2005/8/layout/hierarchy1"/>
    <dgm:cxn modelId="{C9EBBFB3-8957-4505-A2EB-4C6CCAC10E8E}" type="presOf" srcId="{7D60152C-3125-431E-8AFA-5684F8A531E8}" destId="{20BE1A28-6EA4-4476-9D3C-2EB8717A2B45}" srcOrd="0" destOrd="0" presId="urn:microsoft.com/office/officeart/2005/8/layout/hierarchy1"/>
    <dgm:cxn modelId="{7AFEF7E1-4621-45B4-B2B5-E5D702F2A615}" type="presOf" srcId="{14693F20-108E-4245-91CD-787FF1B52856}" destId="{7A1FCB47-A2F0-41AB-8A4E-BB3350330C97}" srcOrd="0" destOrd="0" presId="urn:microsoft.com/office/officeart/2005/8/layout/hierarchy1"/>
    <dgm:cxn modelId="{67FBC9F6-1942-4685-97A0-9DAE1FB68793}" srcId="{7D60152C-3125-431E-8AFA-5684F8A531E8}" destId="{F68EC3E2-E59C-4F1E-AD34-8964188B9297}" srcOrd="1" destOrd="0" parTransId="{FD3FF15D-BC17-47C9-9A2E-8CEC0CF907FB}" sibTransId="{1552B68B-A86A-4244-B862-134A7FBAB585}"/>
    <dgm:cxn modelId="{1A40A13F-9F70-47E9-BCA7-0ED193AA59E3}" type="presParOf" srcId="{B59F9DA0-CAB6-46E2-93BA-2EF068CB841F}" destId="{EEC9B3B8-78D9-46CD-AAAE-4E135E42F75C}" srcOrd="0" destOrd="0" presId="urn:microsoft.com/office/officeart/2005/8/layout/hierarchy1"/>
    <dgm:cxn modelId="{9E61DB68-2F03-49A6-A6A6-8100EFFC282F}" type="presParOf" srcId="{EEC9B3B8-78D9-46CD-AAAE-4E135E42F75C}" destId="{832E4425-C20F-4C33-9884-6D782C94476C}" srcOrd="0" destOrd="0" presId="urn:microsoft.com/office/officeart/2005/8/layout/hierarchy1"/>
    <dgm:cxn modelId="{E9A07B90-E6ED-4AE7-95E0-B3A350136F78}" type="presParOf" srcId="{832E4425-C20F-4C33-9884-6D782C94476C}" destId="{F1DAEEF9-D626-469C-9A95-73D6A7475E32}" srcOrd="0" destOrd="0" presId="urn:microsoft.com/office/officeart/2005/8/layout/hierarchy1"/>
    <dgm:cxn modelId="{96F62BC1-0ACD-4486-A4C5-74DC5046E2D7}" type="presParOf" srcId="{832E4425-C20F-4C33-9884-6D782C94476C}" destId="{20BE1A28-6EA4-4476-9D3C-2EB8717A2B45}" srcOrd="1" destOrd="0" presId="urn:microsoft.com/office/officeart/2005/8/layout/hierarchy1"/>
    <dgm:cxn modelId="{A73936BA-9D7E-48D1-86CD-8C453B33AC0C}" type="presParOf" srcId="{EEC9B3B8-78D9-46CD-AAAE-4E135E42F75C}" destId="{2579C940-FC6A-48AE-AFF3-C46F4D3DA0A9}" srcOrd="1" destOrd="0" presId="urn:microsoft.com/office/officeart/2005/8/layout/hierarchy1"/>
    <dgm:cxn modelId="{0BBA73DA-7FEE-48F5-BA21-09C825E527BC}" type="presParOf" srcId="{2579C940-FC6A-48AE-AFF3-C46F4D3DA0A9}" destId="{0F7496BD-4728-4F6A-AA9B-00EC2E12450C}" srcOrd="0" destOrd="0" presId="urn:microsoft.com/office/officeart/2005/8/layout/hierarchy1"/>
    <dgm:cxn modelId="{8E28E607-BDF7-4CEE-A9C7-9DE08E5FC89D}" type="presParOf" srcId="{2579C940-FC6A-48AE-AFF3-C46F4D3DA0A9}" destId="{7C701397-CCA2-4E9D-97C1-67FD7BA77D06}" srcOrd="1" destOrd="0" presId="urn:microsoft.com/office/officeart/2005/8/layout/hierarchy1"/>
    <dgm:cxn modelId="{958AB990-6B15-4AE9-8993-4690255C92CF}" type="presParOf" srcId="{7C701397-CCA2-4E9D-97C1-67FD7BA77D06}" destId="{6BA05CDE-9233-4E3F-86CC-65AFCFD5F514}" srcOrd="0" destOrd="0" presId="urn:microsoft.com/office/officeart/2005/8/layout/hierarchy1"/>
    <dgm:cxn modelId="{E0677F59-3835-4827-949F-356975D817D9}" type="presParOf" srcId="{6BA05CDE-9233-4E3F-86CC-65AFCFD5F514}" destId="{6E4AEAE8-6275-4EEC-A53C-F54BF0D9C6E9}" srcOrd="0" destOrd="0" presId="urn:microsoft.com/office/officeart/2005/8/layout/hierarchy1"/>
    <dgm:cxn modelId="{6A0E72F2-EF3D-43DF-96B6-763320A72DF2}" type="presParOf" srcId="{6BA05CDE-9233-4E3F-86CC-65AFCFD5F514}" destId="{7A1FCB47-A2F0-41AB-8A4E-BB3350330C97}" srcOrd="1" destOrd="0" presId="urn:microsoft.com/office/officeart/2005/8/layout/hierarchy1"/>
    <dgm:cxn modelId="{40FEC7E6-12A2-4D1E-912B-78D17C7970A9}" type="presParOf" srcId="{7C701397-CCA2-4E9D-97C1-67FD7BA77D06}" destId="{8F10EC4E-0FB6-4DB6-98DF-B36547EE3D1B}" srcOrd="1" destOrd="0" presId="urn:microsoft.com/office/officeart/2005/8/layout/hierarchy1"/>
    <dgm:cxn modelId="{54ECC482-5383-4355-A15A-3DA3D77F8817}" type="presParOf" srcId="{2579C940-FC6A-48AE-AFF3-C46F4D3DA0A9}" destId="{1E54A73D-5329-4CFB-805E-1335FDB8C058}" srcOrd="2" destOrd="0" presId="urn:microsoft.com/office/officeart/2005/8/layout/hierarchy1"/>
    <dgm:cxn modelId="{B0672DF6-2A3D-40F6-BDAC-9482C213AAA6}" type="presParOf" srcId="{2579C940-FC6A-48AE-AFF3-C46F4D3DA0A9}" destId="{E9814537-6880-4024-B17D-6D0C76FB2C44}" srcOrd="3" destOrd="0" presId="urn:microsoft.com/office/officeart/2005/8/layout/hierarchy1"/>
    <dgm:cxn modelId="{25516F9C-BAE6-407C-84FF-5D109AFFBD7F}" type="presParOf" srcId="{E9814537-6880-4024-B17D-6D0C76FB2C44}" destId="{55B31DB1-4F96-48E8-A0CC-1A5057DE7FBD}" srcOrd="0" destOrd="0" presId="urn:microsoft.com/office/officeart/2005/8/layout/hierarchy1"/>
    <dgm:cxn modelId="{500F1F78-4FC2-4773-9C76-67E592DF35E1}" type="presParOf" srcId="{55B31DB1-4F96-48E8-A0CC-1A5057DE7FBD}" destId="{DDEF1A83-E0CE-493E-838E-421C5441EDE2}" srcOrd="0" destOrd="0" presId="urn:microsoft.com/office/officeart/2005/8/layout/hierarchy1"/>
    <dgm:cxn modelId="{A3F98688-D5AC-452E-A16E-7077127BA322}" type="presParOf" srcId="{55B31DB1-4F96-48E8-A0CC-1A5057DE7FBD}" destId="{A95D8722-F211-4F61-961E-CBF02A773EDD}" srcOrd="1" destOrd="0" presId="urn:microsoft.com/office/officeart/2005/8/layout/hierarchy1"/>
    <dgm:cxn modelId="{61EFD004-433D-45BA-85E7-A6F327CA185E}" type="presParOf" srcId="{E9814537-6880-4024-B17D-6D0C76FB2C44}" destId="{DC23F981-BAE5-4678-B277-23CCBE62E66B}" srcOrd="1" destOrd="0" presId="urn:microsoft.com/office/officeart/2005/8/layout/hierarchy1"/>
    <dgm:cxn modelId="{F3CD2D00-3F32-4353-89BE-5C3612C8CD8C}" type="presParOf" srcId="{2579C940-FC6A-48AE-AFF3-C46F4D3DA0A9}" destId="{DFB2D211-5242-4239-8ED8-CFDBDB618D4C}" srcOrd="4" destOrd="0" presId="urn:microsoft.com/office/officeart/2005/8/layout/hierarchy1"/>
    <dgm:cxn modelId="{1826099D-2996-477C-BCC3-DDA00FB317F7}" type="presParOf" srcId="{2579C940-FC6A-48AE-AFF3-C46F4D3DA0A9}" destId="{450ED67B-1CC4-4019-B51D-CB19C5E2B0FC}" srcOrd="5" destOrd="0" presId="urn:microsoft.com/office/officeart/2005/8/layout/hierarchy1"/>
    <dgm:cxn modelId="{5BE9B531-1160-4157-939A-8CC2DAEAF027}" type="presParOf" srcId="{450ED67B-1CC4-4019-B51D-CB19C5E2B0FC}" destId="{FF738DA5-2E65-4BE4-8C1C-BE332D0853BE}" srcOrd="0" destOrd="0" presId="urn:microsoft.com/office/officeart/2005/8/layout/hierarchy1"/>
    <dgm:cxn modelId="{2653455B-7D24-4552-9C52-791C21496892}" type="presParOf" srcId="{FF738DA5-2E65-4BE4-8C1C-BE332D0853BE}" destId="{9BE84BBA-4A42-4562-80B9-4F28E4323D2C}" srcOrd="0" destOrd="0" presId="urn:microsoft.com/office/officeart/2005/8/layout/hierarchy1"/>
    <dgm:cxn modelId="{7C5EFAC3-E126-428C-B053-CE18C940B0B1}" type="presParOf" srcId="{FF738DA5-2E65-4BE4-8C1C-BE332D0853BE}" destId="{034A053D-2D47-4108-8BE2-0D10F71E6710}" srcOrd="1" destOrd="0" presId="urn:microsoft.com/office/officeart/2005/8/layout/hierarchy1"/>
    <dgm:cxn modelId="{A61A17A6-5628-4CAD-846E-C128B2CDDD1A}" type="presParOf" srcId="{450ED67B-1CC4-4019-B51D-CB19C5E2B0FC}" destId="{7F75E03A-C9FC-40F2-9867-19A8BDB331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D211-5242-4239-8ED8-CFDBDB618D4C}">
      <dsp:nvSpPr>
        <dsp:cNvPr id="0" name=""/>
        <dsp:cNvSpPr/>
      </dsp:nvSpPr>
      <dsp:spPr>
        <a:xfrm>
          <a:off x="3937000" y="2256261"/>
          <a:ext cx="2793999" cy="664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3072"/>
              </a:lnTo>
              <a:lnTo>
                <a:pt x="2793999" y="453072"/>
              </a:lnTo>
              <a:lnTo>
                <a:pt x="2793999" y="66484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54A73D-5329-4CFB-805E-1335FDB8C058}">
      <dsp:nvSpPr>
        <dsp:cNvPr id="0" name=""/>
        <dsp:cNvSpPr/>
      </dsp:nvSpPr>
      <dsp:spPr>
        <a:xfrm>
          <a:off x="3891280" y="2256261"/>
          <a:ext cx="91440" cy="664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6484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496BD-4728-4F6A-AA9B-00EC2E12450C}">
      <dsp:nvSpPr>
        <dsp:cNvPr id="0" name=""/>
        <dsp:cNvSpPr/>
      </dsp:nvSpPr>
      <dsp:spPr>
        <a:xfrm>
          <a:off x="1143000" y="2256261"/>
          <a:ext cx="2793999" cy="664844"/>
        </a:xfrm>
        <a:custGeom>
          <a:avLst/>
          <a:gdLst/>
          <a:ahLst/>
          <a:cxnLst/>
          <a:rect l="0" t="0" r="0" b="0"/>
          <a:pathLst>
            <a:path>
              <a:moveTo>
                <a:pt x="2793999" y="0"/>
              </a:moveTo>
              <a:lnTo>
                <a:pt x="2793999" y="453072"/>
              </a:lnTo>
              <a:lnTo>
                <a:pt x="0" y="453072"/>
              </a:lnTo>
              <a:lnTo>
                <a:pt x="0" y="664844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AEEF9-D626-469C-9A95-73D6A7475E32}">
      <dsp:nvSpPr>
        <dsp:cNvPr id="0" name=""/>
        <dsp:cNvSpPr/>
      </dsp:nvSpPr>
      <dsp:spPr>
        <a:xfrm>
          <a:off x="2794000" y="804651"/>
          <a:ext cx="2285999" cy="14516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BE1A28-6EA4-4476-9D3C-2EB8717A2B45}">
      <dsp:nvSpPr>
        <dsp:cNvPr id="0" name=""/>
        <dsp:cNvSpPr/>
      </dsp:nvSpPr>
      <dsp:spPr>
        <a:xfrm>
          <a:off x="3048000" y="1045951"/>
          <a:ext cx="2285999" cy="1451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Key Components of Scrum</a:t>
          </a:r>
        </a:p>
      </dsp:txBody>
      <dsp:txXfrm>
        <a:off x="3090516" y="1088467"/>
        <a:ext cx="2200967" cy="1366577"/>
      </dsp:txXfrm>
    </dsp:sp>
    <dsp:sp modelId="{6E4AEAE8-6275-4EEC-A53C-F54BF0D9C6E9}">
      <dsp:nvSpPr>
        <dsp:cNvPr id="0" name=""/>
        <dsp:cNvSpPr/>
      </dsp:nvSpPr>
      <dsp:spPr>
        <a:xfrm>
          <a:off x="0" y="2921105"/>
          <a:ext cx="2285999" cy="14516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1FCB47-A2F0-41AB-8A4E-BB3350330C97}">
      <dsp:nvSpPr>
        <dsp:cNvPr id="0" name=""/>
        <dsp:cNvSpPr/>
      </dsp:nvSpPr>
      <dsp:spPr>
        <a:xfrm>
          <a:off x="254000" y="3162406"/>
          <a:ext cx="2285999" cy="1451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Role</a:t>
          </a:r>
          <a:endParaRPr lang="en-US" sz="2700" kern="1200" dirty="0"/>
        </a:p>
      </dsp:txBody>
      <dsp:txXfrm>
        <a:off x="296516" y="3204922"/>
        <a:ext cx="2200967" cy="1366577"/>
      </dsp:txXfrm>
    </dsp:sp>
    <dsp:sp modelId="{DDEF1A83-E0CE-493E-838E-421C5441EDE2}">
      <dsp:nvSpPr>
        <dsp:cNvPr id="0" name=""/>
        <dsp:cNvSpPr/>
      </dsp:nvSpPr>
      <dsp:spPr>
        <a:xfrm>
          <a:off x="2794000" y="2921105"/>
          <a:ext cx="2285999" cy="14516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5D8722-F211-4F61-961E-CBF02A773EDD}">
      <dsp:nvSpPr>
        <dsp:cNvPr id="0" name=""/>
        <dsp:cNvSpPr/>
      </dsp:nvSpPr>
      <dsp:spPr>
        <a:xfrm>
          <a:off x="3048000" y="3162406"/>
          <a:ext cx="2285999" cy="1451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Artifacts</a:t>
          </a:r>
          <a:endParaRPr lang="en-US" sz="2700" kern="1200" dirty="0"/>
        </a:p>
      </dsp:txBody>
      <dsp:txXfrm>
        <a:off x="3090516" y="3204922"/>
        <a:ext cx="2200967" cy="1366577"/>
      </dsp:txXfrm>
    </dsp:sp>
    <dsp:sp modelId="{9BE84BBA-4A42-4562-80B9-4F28E4323D2C}">
      <dsp:nvSpPr>
        <dsp:cNvPr id="0" name=""/>
        <dsp:cNvSpPr/>
      </dsp:nvSpPr>
      <dsp:spPr>
        <a:xfrm>
          <a:off x="5587999" y="2921105"/>
          <a:ext cx="2285999" cy="14516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A053D-2D47-4108-8BE2-0D10F71E6710}">
      <dsp:nvSpPr>
        <dsp:cNvPr id="0" name=""/>
        <dsp:cNvSpPr/>
      </dsp:nvSpPr>
      <dsp:spPr>
        <a:xfrm>
          <a:off x="5841999" y="3162406"/>
          <a:ext cx="2285999" cy="1451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Events (or Ceremonies)</a:t>
          </a:r>
        </a:p>
      </dsp:txBody>
      <dsp:txXfrm>
        <a:off x="5884515" y="3204922"/>
        <a:ext cx="2200967" cy="1366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22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05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9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84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320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223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741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272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18914" y="1194102"/>
            <a:ext cx="11755964" cy="224676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a widely adopted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agile framework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used primarily in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software development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but also applied across various industries </a:t>
            </a:r>
            <a:r>
              <a:rPr lang="en-US" sz="20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Söhne"/>
              </a:rPr>
              <a:t>to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 manage complex projects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effectively.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based on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iterative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incremental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principles, enabling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deliver value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customers faster and adapt to changing requirements efficiently.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characterized by its structured framework of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roles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events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artifacts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principles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5639C-5086-CE09-B7F7-707070252765}"/>
              </a:ext>
            </a:extLst>
          </p:cNvPr>
          <p:cNvSpPr txBox="1"/>
          <p:nvPr/>
        </p:nvSpPr>
        <p:spPr>
          <a:xfrm>
            <a:off x="218018" y="609600"/>
            <a:ext cx="216944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Scrum?</a:t>
            </a:r>
          </a:p>
        </p:txBody>
      </p:sp>
      <p:pic>
        <p:nvPicPr>
          <p:cNvPr id="7" name="Picture 2" descr="The best work you will ever do will be team work">
            <a:extLst>
              <a:ext uri="{FF2B5EF4-FFF2-40B4-BE49-F238E27FC236}">
                <a16:creationId xmlns:a16="http://schemas.microsoft.com/office/drawing/2014/main" id="{1EA26D6D-89DD-9965-0AC9-D72CCE1F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674037"/>
            <a:ext cx="3733800" cy="295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29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1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08364FE-9FEC-457D-4EF5-21E09AEB9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587883"/>
              </p:ext>
            </p:extLst>
          </p:nvPr>
        </p:nvGraphicFramePr>
        <p:xfrm>
          <a:off x="2209800" y="-806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E838CE9-633D-DDE3-C19D-E2465FC73C30}"/>
              </a:ext>
            </a:extLst>
          </p:cNvPr>
          <p:cNvSpPr/>
          <p:nvPr/>
        </p:nvSpPr>
        <p:spPr>
          <a:xfrm>
            <a:off x="533400" y="5692297"/>
            <a:ext cx="2286000" cy="875715"/>
          </a:xfrm>
          <a:prstGeom prst="wedgeRectCallout">
            <a:avLst>
              <a:gd name="adj1" fmla="val 47940"/>
              <a:gd name="adj2" fmla="val -175248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Product Owner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Scrum Master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Development Team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4387F9-7D2D-95E9-05EA-328ED1FE0B1B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D9764F76-6AF0-AEA5-30AE-357274987712}"/>
              </a:ext>
            </a:extLst>
          </p:cNvPr>
          <p:cNvSpPr/>
          <p:nvPr/>
        </p:nvSpPr>
        <p:spPr>
          <a:xfrm>
            <a:off x="4343400" y="5692296"/>
            <a:ext cx="2286000" cy="875715"/>
          </a:xfrm>
          <a:prstGeom prst="wedgeRectCallout">
            <a:avLst>
              <a:gd name="adj1" fmla="val 47940"/>
              <a:gd name="adj2" fmla="val -175248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Product Backlog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Sprint Backlog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Increment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C6FDF614-FBA1-D6EC-A63F-19B8D2E3D07C}"/>
              </a:ext>
            </a:extLst>
          </p:cNvPr>
          <p:cNvSpPr/>
          <p:nvPr/>
        </p:nvSpPr>
        <p:spPr>
          <a:xfrm>
            <a:off x="7696200" y="5692295"/>
            <a:ext cx="2641600" cy="1013305"/>
          </a:xfrm>
          <a:prstGeom prst="wedgeRectCallout">
            <a:avLst>
              <a:gd name="adj1" fmla="val 13981"/>
              <a:gd name="adj2" fmla="val -168878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Sprint Planning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Daily Scrum (Stand-up)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Sprint Review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Sprint Retrospective</a:t>
            </a:r>
          </a:p>
        </p:txBody>
      </p:sp>
    </p:spTree>
    <p:extLst>
      <p:ext uri="{BB962C8B-B14F-4D97-AF65-F5344CB8AC3E}">
        <p14:creationId xmlns:p14="http://schemas.microsoft.com/office/powerpoint/2010/main" val="205148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31465" y="1769792"/>
            <a:ext cx="11755964" cy="3869008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Owner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Represents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voice of the customer and stakeholders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Responsible   for defining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vision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managing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backlog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prioritizing work items based on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business value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 Master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Facilitates the Scrum process. Acts as a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servant-leader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the team, ensuring adherence to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 principles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removing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impediments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fostering a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collaborative environment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Development Team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self-organizing, cross-functional team responsible for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delivering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increments of working product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during each sprint.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1223592"/>
            <a:ext cx="830612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C3112-AC0D-8581-D662-2F34F58D1C36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04131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31465" y="2296527"/>
            <a:ext cx="11755964" cy="311367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Backlog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 ordered list of all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desired work items (user stories, features, bug fixes, etc.)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for the product. Managed and prioritized by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Owner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Backlog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subset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of the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Product Backlog items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selected for implementation during a sprint. Owned by the Development Team.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Increment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sum of all completed and potentially 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releasable Product Backlog items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 the end of a sprint.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1750327"/>
            <a:ext cx="134229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Artifacts: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816387-05E2-29AD-4AEC-E171E97B2995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96514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31465" y="1384400"/>
            <a:ext cx="11755964" cy="500201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Planning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collaborative session at the start of each sprint where the Development Team and Product Owner agree on what to deliver and how to achieve it.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Daily Scrum (Stand-up)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brief (15-minute maximum) daily meeting for the Development Team to synchronize activities, discuss progress, and identify any obstacles.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Review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Held at the end of each sprint to inspect the increment and gather feedback from stakeholders.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Retrospective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reflection session at the end of each sprint where the team discusses what went well, what could be improved, and creates actionable items for the next sprint.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838200"/>
            <a:ext cx="3236848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Events (or Ceremonies):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CF83D-3735-5290-6173-061374A8E1D9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97448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5867F-7C00-F0A6-5237-33CB2D642F92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  <p:pic>
        <p:nvPicPr>
          <p:cNvPr id="1026" name="Picture 2" descr="Scrum Framework">
            <a:extLst>
              <a:ext uri="{FF2B5EF4-FFF2-40B4-BE49-F238E27FC236}">
                <a16:creationId xmlns:a16="http://schemas.microsoft.com/office/drawing/2014/main" id="{509B23BF-F5F0-17FC-8C00-C4511B5AA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88" y="870005"/>
            <a:ext cx="11154824" cy="557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40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31465" y="2067927"/>
            <a:ext cx="11755964" cy="311367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 Process Control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Scrum is based on transparency, inspection, and adaptation. Progress is measurable, and decisions are based on observed outcomes.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Iterative Development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Work is divided into short, time-boxed iterations (sprints) that typically last 1-4 weeks, allowing for continuous feedback and adaptation.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Self-Organizing Teams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Teams are empowered to make decisions and collaborate to achieve their goals, fostering creativity and ownership.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1521727"/>
            <a:ext cx="337528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Core Principles of Scrum: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D56CE-8817-0B0D-2C08-6A2B1792D672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385828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31465" y="2289862"/>
            <a:ext cx="11755964" cy="2358338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Customer Satisfaction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Focus on delivering value to customers early and frequently.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Adaptability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Ability to respond to changing requirements and market conditions.</a:t>
            </a:r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Continuous Improvement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Regular reflection and adaptation lead to improved processes and products over time.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218018" y="1743662"/>
            <a:ext cx="2522294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Benefits of Scrum: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5867F-7C00-F0A6-5237-33CB2D642F92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5024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18018" y="2492276"/>
            <a:ext cx="11755964" cy="156966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summary,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provides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structured framework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 teams to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deliver </a:t>
            </a:r>
            <a:b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</a:b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high-quality products iteratively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respond effectively to customer needs and market changes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By embracing its principles and practices, organizations can enhance productivity, innovation, and overall project success.</a:t>
            </a:r>
            <a:endParaRPr lang="en-US" sz="4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5395359" y="1994988"/>
            <a:ext cx="140128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A9538E-AB08-9D20-2300-FD91676C8DF6}"/>
              </a:ext>
            </a:extLst>
          </p:cNvPr>
          <p:cNvSpPr/>
          <p:nvPr/>
        </p:nvSpPr>
        <p:spPr>
          <a:xfrm>
            <a:off x="2705100" y="33001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Mastering Scrum: Agile Framework Essentials for Professionals</a:t>
            </a:r>
          </a:p>
        </p:txBody>
      </p:sp>
    </p:spTree>
    <p:extLst>
      <p:ext uri="{BB962C8B-B14F-4D97-AF65-F5344CB8AC3E}">
        <p14:creationId xmlns:p14="http://schemas.microsoft.com/office/powerpoint/2010/main" val="270545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92153</TotalTime>
  <Words>650</Words>
  <Application>Microsoft Office PowerPoint</Application>
  <PresentationFormat>Widescreen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10120</cp:revision>
  <dcterms:created xsi:type="dcterms:W3CDTF">2006-08-16T00:00:00Z</dcterms:created>
  <dcterms:modified xsi:type="dcterms:W3CDTF">2024-05-20T07:50:57Z</dcterms:modified>
</cp:coreProperties>
</file>