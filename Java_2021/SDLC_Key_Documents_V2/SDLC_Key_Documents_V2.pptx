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9"/>
  </p:notesMasterIdLst>
  <p:sldIdLst>
    <p:sldId id="472" r:id="rId2"/>
    <p:sldId id="473" r:id="rId3"/>
    <p:sldId id="474" r:id="rId4"/>
    <p:sldId id="475" r:id="rId5"/>
    <p:sldId id="476" r:id="rId6"/>
    <p:sldId id="477" r:id="rId7"/>
    <p:sldId id="478" r:id="rId8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esh N" initials="RN" lastIdx="1" clrIdx="0">
    <p:extLst>
      <p:ext uri="{19B8F6BF-5375-455C-9EA6-DF929625EA0E}">
        <p15:presenceInfo xmlns:p15="http://schemas.microsoft.com/office/powerpoint/2012/main" userId="10c340b3cc87b9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291" autoAdjust="0"/>
  </p:normalViewPr>
  <p:slideViewPr>
    <p:cSldViewPr>
      <p:cViewPr varScale="1">
        <p:scale>
          <a:sx n="71" d="100"/>
          <a:sy n="71" d="100"/>
        </p:scale>
        <p:origin x="1099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5" loCatId="process" qsTypeId="urn:microsoft.com/office/officeart/2005/8/quickstyle/simple5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Planning &amp; Requirements Gathering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Design &amp; Architecture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Development &amp; Implementation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 dirty="0"/>
            <a:t>Testing &amp; Quality Assurance (QA)</a:t>
          </a:r>
          <a:endParaRPr lang="en-US" dirty="0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Deployment &amp; Maintenance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551B1CDB-F2B8-46A9-A3E6-B501351ED778}" type="pres">
      <dgm:prSet presAssocID="{CC3A165D-3E99-40F6-B4BD-A7245616DFA1}" presName="diagram" presStyleCnt="0">
        <dgm:presLayoutVars>
          <dgm:dir/>
          <dgm:resizeHandles val="exact"/>
        </dgm:presLayoutVars>
      </dgm:prSet>
      <dgm:spPr/>
    </dgm:pt>
    <dgm:pt modelId="{359D5CBE-4978-4AC0-9CD3-B3AA4FEC4B25}" type="pres">
      <dgm:prSet presAssocID="{B8F8860A-3038-4EFC-BA9A-734839D1DE97}" presName="node" presStyleLbl="node1" presStyleIdx="0" presStyleCnt="5">
        <dgm:presLayoutVars>
          <dgm:bulletEnabled val="1"/>
        </dgm:presLayoutVars>
      </dgm:prSet>
      <dgm:spPr/>
    </dgm:pt>
    <dgm:pt modelId="{7D374356-C7FC-4C84-8931-3E56180DE54D}" type="pres">
      <dgm:prSet presAssocID="{CB66B785-7925-461D-868A-6EFCF6417364}" presName="sibTrans" presStyleLbl="sibTrans2D1" presStyleIdx="0" presStyleCnt="4"/>
      <dgm:spPr/>
    </dgm:pt>
    <dgm:pt modelId="{331FE297-DE59-410A-8609-E2BF0920B6AE}" type="pres">
      <dgm:prSet presAssocID="{CB66B785-7925-461D-868A-6EFCF6417364}" presName="connectorText" presStyleLbl="sibTrans2D1" presStyleIdx="0" presStyleCnt="4"/>
      <dgm:spPr/>
    </dgm:pt>
    <dgm:pt modelId="{CE5D2C50-FEAF-4305-AE7E-69F07A4E98B2}" type="pres">
      <dgm:prSet presAssocID="{17DA61F8-9F94-4DF7-8C90-CC86A5459502}" presName="node" presStyleLbl="node1" presStyleIdx="1" presStyleCnt="5">
        <dgm:presLayoutVars>
          <dgm:bulletEnabled val="1"/>
        </dgm:presLayoutVars>
      </dgm:prSet>
      <dgm:spPr/>
    </dgm:pt>
    <dgm:pt modelId="{B097EE6A-73D2-464D-ACE7-7D3D08ACB6DA}" type="pres">
      <dgm:prSet presAssocID="{39282CAC-871C-466A-AD52-680CBBD17B8A}" presName="sibTrans" presStyleLbl="sibTrans2D1" presStyleIdx="1" presStyleCnt="4"/>
      <dgm:spPr/>
    </dgm:pt>
    <dgm:pt modelId="{98FEA2BC-EC52-4412-8FA3-1C22E8B89B9D}" type="pres">
      <dgm:prSet presAssocID="{39282CAC-871C-466A-AD52-680CBBD17B8A}" presName="connectorText" presStyleLbl="sibTrans2D1" presStyleIdx="1" presStyleCnt="4"/>
      <dgm:spPr/>
    </dgm:pt>
    <dgm:pt modelId="{16C5688C-AEFF-423E-9319-154875F9835C}" type="pres">
      <dgm:prSet presAssocID="{D7C41D13-5B25-4DD1-B0DA-7B37AB543647}" presName="node" presStyleLbl="node1" presStyleIdx="2" presStyleCnt="5">
        <dgm:presLayoutVars>
          <dgm:bulletEnabled val="1"/>
        </dgm:presLayoutVars>
      </dgm:prSet>
      <dgm:spPr/>
    </dgm:pt>
    <dgm:pt modelId="{E92266D7-4632-4108-AF96-DE44FA730316}" type="pres">
      <dgm:prSet presAssocID="{67D33DD9-1B17-4A13-96A6-EEA33FBE5CD1}" presName="sibTrans" presStyleLbl="sibTrans2D1" presStyleIdx="2" presStyleCnt="4"/>
      <dgm:spPr/>
    </dgm:pt>
    <dgm:pt modelId="{31AB8F85-3EC7-4E49-9261-D687B13FCFA2}" type="pres">
      <dgm:prSet presAssocID="{67D33DD9-1B17-4A13-96A6-EEA33FBE5CD1}" presName="connectorText" presStyleLbl="sibTrans2D1" presStyleIdx="2" presStyleCnt="4"/>
      <dgm:spPr/>
    </dgm:pt>
    <dgm:pt modelId="{430E34E3-C9C9-419E-A9B4-C21EC967B65A}" type="pres">
      <dgm:prSet presAssocID="{79739C99-5733-45CA-8AD9-80D557619B87}" presName="node" presStyleLbl="node1" presStyleIdx="3" presStyleCnt="5">
        <dgm:presLayoutVars>
          <dgm:bulletEnabled val="1"/>
        </dgm:presLayoutVars>
      </dgm:prSet>
      <dgm:spPr/>
    </dgm:pt>
    <dgm:pt modelId="{304196F2-1CD3-4B0A-AF54-2B75C209CD91}" type="pres">
      <dgm:prSet presAssocID="{9588485D-3E5D-46E0-B2B0-81CDB4AB31A4}" presName="sibTrans" presStyleLbl="sibTrans2D1" presStyleIdx="3" presStyleCnt="4"/>
      <dgm:spPr/>
    </dgm:pt>
    <dgm:pt modelId="{028BB451-DEC0-499B-BE57-F577BFFE8778}" type="pres">
      <dgm:prSet presAssocID="{9588485D-3E5D-46E0-B2B0-81CDB4AB31A4}" presName="connectorText" presStyleLbl="sibTrans2D1" presStyleIdx="3" presStyleCnt="4"/>
      <dgm:spPr/>
    </dgm:pt>
    <dgm:pt modelId="{45D86A40-BA0A-49AE-8974-CE48AE850D27}" type="pres">
      <dgm:prSet presAssocID="{AF170E60-57B6-4023-9F7C-B2D91C05B3C7}" presName="node" presStyleLbl="node1" presStyleIdx="4" presStyleCnt="5">
        <dgm:presLayoutVars>
          <dgm:bulletEnabled val="1"/>
        </dgm:presLayoutVars>
      </dgm:prSet>
      <dgm:spPr/>
    </dgm:pt>
  </dgm:ptLst>
  <dgm:cxnLst>
    <dgm:cxn modelId="{EB343F0A-AB51-4BD7-BEE3-3A8D0E788B33}" type="presOf" srcId="{CB66B785-7925-461D-868A-6EFCF6417364}" destId="{7D374356-C7FC-4C84-8931-3E56180DE54D}" srcOrd="0" destOrd="0" presId="urn:microsoft.com/office/officeart/2005/8/layout/process5"/>
    <dgm:cxn modelId="{F30D5C12-A194-462A-AC64-3109A387F63E}" type="presOf" srcId="{D7C41D13-5B25-4DD1-B0DA-7B37AB543647}" destId="{16C5688C-AEFF-423E-9319-154875F9835C}" srcOrd="0" destOrd="0" presId="urn:microsoft.com/office/officeart/2005/8/layout/process5"/>
    <dgm:cxn modelId="{175ABF27-F862-4F91-9DC4-52002A042116}" type="presOf" srcId="{39282CAC-871C-466A-AD52-680CBBD17B8A}" destId="{B097EE6A-73D2-464D-ACE7-7D3D08ACB6DA}" srcOrd="0" destOrd="0" presId="urn:microsoft.com/office/officeart/2005/8/layout/process5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B496143D-47F6-4E18-BB00-CE29D9DFCC49}" type="presOf" srcId="{67D33DD9-1B17-4A13-96A6-EEA33FBE5CD1}" destId="{E92266D7-4632-4108-AF96-DE44FA730316}" srcOrd="0" destOrd="0" presId="urn:microsoft.com/office/officeart/2005/8/layout/process5"/>
    <dgm:cxn modelId="{E39B6E3E-671F-43E0-8BFE-20A1FBD7D148}" type="presOf" srcId="{17DA61F8-9F94-4DF7-8C90-CC86A5459502}" destId="{CE5D2C50-FEAF-4305-AE7E-69F07A4E98B2}" srcOrd="0" destOrd="0" presId="urn:microsoft.com/office/officeart/2005/8/layout/process5"/>
    <dgm:cxn modelId="{88EFE461-3884-43D0-ACC7-B9D336B9EBDD}" type="presOf" srcId="{9588485D-3E5D-46E0-B2B0-81CDB4AB31A4}" destId="{028BB451-DEC0-499B-BE57-F577BFFE8778}" srcOrd="1" destOrd="0" presId="urn:microsoft.com/office/officeart/2005/8/layout/process5"/>
    <dgm:cxn modelId="{8A7FF96A-FE75-4F36-B218-85F26EB545CD}" type="presOf" srcId="{9588485D-3E5D-46E0-B2B0-81CDB4AB31A4}" destId="{304196F2-1CD3-4B0A-AF54-2B75C209CD91}" srcOrd="0" destOrd="0" presId="urn:microsoft.com/office/officeart/2005/8/layout/process5"/>
    <dgm:cxn modelId="{E672C99F-5F6E-46C8-99B2-71AA5B1EB731}" type="presOf" srcId="{AF170E60-57B6-4023-9F7C-B2D91C05B3C7}" destId="{45D86A40-BA0A-49AE-8974-CE48AE850D27}" srcOrd="0" destOrd="0" presId="urn:microsoft.com/office/officeart/2005/8/layout/process5"/>
    <dgm:cxn modelId="{EF8807A1-DE9F-4D10-AD97-3FF38B942535}" type="presOf" srcId="{CC3A165D-3E99-40F6-B4BD-A7245616DFA1}" destId="{551B1CDB-F2B8-46A9-A3E6-B501351ED778}" srcOrd="0" destOrd="0" presId="urn:microsoft.com/office/officeart/2005/8/layout/process5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A2A13C3-096B-42B9-AC6F-B125BF71C104}" type="presOf" srcId="{B8F8860A-3038-4EFC-BA9A-734839D1DE97}" destId="{359D5CBE-4978-4AC0-9CD3-B3AA4FEC4B25}" srcOrd="0" destOrd="0" presId="urn:microsoft.com/office/officeart/2005/8/layout/process5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EDF11BD9-2DDD-4555-96B6-E465E78BD4C7}" type="presOf" srcId="{79739C99-5733-45CA-8AD9-80D557619B87}" destId="{430E34E3-C9C9-419E-A9B4-C21EC967B65A}" srcOrd="0" destOrd="0" presId="urn:microsoft.com/office/officeart/2005/8/layout/process5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353EDDF2-A18A-4181-9323-3FFEEC5CDD17}" type="presOf" srcId="{67D33DD9-1B17-4A13-96A6-EEA33FBE5CD1}" destId="{31AB8F85-3EC7-4E49-9261-D687B13FCFA2}" srcOrd="1" destOrd="0" presId="urn:microsoft.com/office/officeart/2005/8/layout/process5"/>
    <dgm:cxn modelId="{EA6B0AFE-258B-4AB0-A3E5-BD3A8FD621FD}" type="presOf" srcId="{CB66B785-7925-461D-868A-6EFCF6417364}" destId="{331FE297-DE59-410A-8609-E2BF0920B6AE}" srcOrd="1" destOrd="0" presId="urn:microsoft.com/office/officeart/2005/8/layout/process5"/>
    <dgm:cxn modelId="{680ED9FF-0D25-450B-9B0D-8ABD04E36826}" type="presOf" srcId="{39282CAC-871C-466A-AD52-680CBBD17B8A}" destId="{98FEA2BC-EC52-4412-8FA3-1C22E8B89B9D}" srcOrd="1" destOrd="0" presId="urn:microsoft.com/office/officeart/2005/8/layout/process5"/>
    <dgm:cxn modelId="{BF0CCDC9-BFBD-45C9-A5EB-CC103B2A5320}" type="presParOf" srcId="{551B1CDB-F2B8-46A9-A3E6-B501351ED778}" destId="{359D5CBE-4978-4AC0-9CD3-B3AA4FEC4B25}" srcOrd="0" destOrd="0" presId="urn:microsoft.com/office/officeart/2005/8/layout/process5"/>
    <dgm:cxn modelId="{F7C008B7-E3FF-4C00-B9FD-1B1CA6B5DB57}" type="presParOf" srcId="{551B1CDB-F2B8-46A9-A3E6-B501351ED778}" destId="{7D374356-C7FC-4C84-8931-3E56180DE54D}" srcOrd="1" destOrd="0" presId="urn:microsoft.com/office/officeart/2005/8/layout/process5"/>
    <dgm:cxn modelId="{496F681B-D768-4898-BC68-AEF819605F3A}" type="presParOf" srcId="{7D374356-C7FC-4C84-8931-3E56180DE54D}" destId="{331FE297-DE59-410A-8609-E2BF0920B6AE}" srcOrd="0" destOrd="0" presId="urn:microsoft.com/office/officeart/2005/8/layout/process5"/>
    <dgm:cxn modelId="{F52B3836-3C2F-445E-AC5E-CC2237E304B8}" type="presParOf" srcId="{551B1CDB-F2B8-46A9-A3E6-B501351ED778}" destId="{CE5D2C50-FEAF-4305-AE7E-69F07A4E98B2}" srcOrd="2" destOrd="0" presId="urn:microsoft.com/office/officeart/2005/8/layout/process5"/>
    <dgm:cxn modelId="{80214523-598B-4047-AF27-16CB15A9F933}" type="presParOf" srcId="{551B1CDB-F2B8-46A9-A3E6-B501351ED778}" destId="{B097EE6A-73D2-464D-ACE7-7D3D08ACB6DA}" srcOrd="3" destOrd="0" presId="urn:microsoft.com/office/officeart/2005/8/layout/process5"/>
    <dgm:cxn modelId="{CE29F39A-AF05-4D68-9510-B8BA9F00E12D}" type="presParOf" srcId="{B097EE6A-73D2-464D-ACE7-7D3D08ACB6DA}" destId="{98FEA2BC-EC52-4412-8FA3-1C22E8B89B9D}" srcOrd="0" destOrd="0" presId="urn:microsoft.com/office/officeart/2005/8/layout/process5"/>
    <dgm:cxn modelId="{B3AA1DB9-BE8C-4683-9338-A3D8E408E8C1}" type="presParOf" srcId="{551B1CDB-F2B8-46A9-A3E6-B501351ED778}" destId="{16C5688C-AEFF-423E-9319-154875F9835C}" srcOrd="4" destOrd="0" presId="urn:microsoft.com/office/officeart/2005/8/layout/process5"/>
    <dgm:cxn modelId="{DB0C2141-A238-420B-93C7-EED1A81AFC50}" type="presParOf" srcId="{551B1CDB-F2B8-46A9-A3E6-B501351ED778}" destId="{E92266D7-4632-4108-AF96-DE44FA730316}" srcOrd="5" destOrd="0" presId="urn:microsoft.com/office/officeart/2005/8/layout/process5"/>
    <dgm:cxn modelId="{0F6ECAFE-1B5B-4EDF-A6A2-E340FDC395CD}" type="presParOf" srcId="{E92266D7-4632-4108-AF96-DE44FA730316}" destId="{31AB8F85-3EC7-4E49-9261-D687B13FCFA2}" srcOrd="0" destOrd="0" presId="urn:microsoft.com/office/officeart/2005/8/layout/process5"/>
    <dgm:cxn modelId="{7DB1C0DC-B196-4422-8D42-6D15C5B40CC8}" type="presParOf" srcId="{551B1CDB-F2B8-46A9-A3E6-B501351ED778}" destId="{430E34E3-C9C9-419E-A9B4-C21EC967B65A}" srcOrd="6" destOrd="0" presId="urn:microsoft.com/office/officeart/2005/8/layout/process5"/>
    <dgm:cxn modelId="{A197B20F-EA38-46CC-ADCF-467515D85F4F}" type="presParOf" srcId="{551B1CDB-F2B8-46A9-A3E6-B501351ED778}" destId="{304196F2-1CD3-4B0A-AF54-2B75C209CD91}" srcOrd="7" destOrd="0" presId="urn:microsoft.com/office/officeart/2005/8/layout/process5"/>
    <dgm:cxn modelId="{03958CBF-61C8-41D6-85F8-A8297ACF10CF}" type="presParOf" srcId="{304196F2-1CD3-4B0A-AF54-2B75C209CD91}" destId="{028BB451-DEC0-499B-BE57-F577BFFE8778}" srcOrd="0" destOrd="0" presId="urn:microsoft.com/office/officeart/2005/8/layout/process5"/>
    <dgm:cxn modelId="{85B40FFA-2A18-4971-9816-B582A398FC6A}" type="presParOf" srcId="{551B1CDB-F2B8-46A9-A3E6-B501351ED778}" destId="{45D86A40-BA0A-49AE-8974-CE48AE850D2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5" loCatId="process" qsTypeId="urn:microsoft.com/office/officeart/2005/8/quickstyle/simple5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Planning &amp; Requirements Gathering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Design &amp; Architecture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Development &amp; Implementation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 dirty="0"/>
            <a:t>Testing &amp; Quality Assurance (QA)</a:t>
          </a:r>
          <a:endParaRPr lang="en-US" dirty="0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Deployment &amp; Maintenance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551B1CDB-F2B8-46A9-A3E6-B501351ED778}" type="pres">
      <dgm:prSet presAssocID="{CC3A165D-3E99-40F6-B4BD-A7245616DFA1}" presName="diagram" presStyleCnt="0">
        <dgm:presLayoutVars>
          <dgm:dir/>
          <dgm:resizeHandles val="exact"/>
        </dgm:presLayoutVars>
      </dgm:prSet>
      <dgm:spPr/>
    </dgm:pt>
    <dgm:pt modelId="{359D5CBE-4978-4AC0-9CD3-B3AA4FEC4B25}" type="pres">
      <dgm:prSet presAssocID="{B8F8860A-3038-4EFC-BA9A-734839D1DE97}" presName="node" presStyleLbl="node1" presStyleIdx="0" presStyleCnt="5">
        <dgm:presLayoutVars>
          <dgm:bulletEnabled val="1"/>
        </dgm:presLayoutVars>
      </dgm:prSet>
      <dgm:spPr/>
    </dgm:pt>
    <dgm:pt modelId="{7D374356-C7FC-4C84-8931-3E56180DE54D}" type="pres">
      <dgm:prSet presAssocID="{CB66B785-7925-461D-868A-6EFCF6417364}" presName="sibTrans" presStyleLbl="sibTrans2D1" presStyleIdx="0" presStyleCnt="4"/>
      <dgm:spPr/>
    </dgm:pt>
    <dgm:pt modelId="{331FE297-DE59-410A-8609-E2BF0920B6AE}" type="pres">
      <dgm:prSet presAssocID="{CB66B785-7925-461D-868A-6EFCF6417364}" presName="connectorText" presStyleLbl="sibTrans2D1" presStyleIdx="0" presStyleCnt="4"/>
      <dgm:spPr/>
    </dgm:pt>
    <dgm:pt modelId="{CE5D2C50-FEAF-4305-AE7E-69F07A4E98B2}" type="pres">
      <dgm:prSet presAssocID="{17DA61F8-9F94-4DF7-8C90-CC86A5459502}" presName="node" presStyleLbl="node1" presStyleIdx="1" presStyleCnt="5">
        <dgm:presLayoutVars>
          <dgm:bulletEnabled val="1"/>
        </dgm:presLayoutVars>
      </dgm:prSet>
      <dgm:spPr/>
    </dgm:pt>
    <dgm:pt modelId="{B097EE6A-73D2-464D-ACE7-7D3D08ACB6DA}" type="pres">
      <dgm:prSet presAssocID="{39282CAC-871C-466A-AD52-680CBBD17B8A}" presName="sibTrans" presStyleLbl="sibTrans2D1" presStyleIdx="1" presStyleCnt="4"/>
      <dgm:spPr/>
    </dgm:pt>
    <dgm:pt modelId="{98FEA2BC-EC52-4412-8FA3-1C22E8B89B9D}" type="pres">
      <dgm:prSet presAssocID="{39282CAC-871C-466A-AD52-680CBBD17B8A}" presName="connectorText" presStyleLbl="sibTrans2D1" presStyleIdx="1" presStyleCnt="4"/>
      <dgm:spPr/>
    </dgm:pt>
    <dgm:pt modelId="{16C5688C-AEFF-423E-9319-154875F9835C}" type="pres">
      <dgm:prSet presAssocID="{D7C41D13-5B25-4DD1-B0DA-7B37AB543647}" presName="node" presStyleLbl="node1" presStyleIdx="2" presStyleCnt="5">
        <dgm:presLayoutVars>
          <dgm:bulletEnabled val="1"/>
        </dgm:presLayoutVars>
      </dgm:prSet>
      <dgm:spPr/>
    </dgm:pt>
    <dgm:pt modelId="{E92266D7-4632-4108-AF96-DE44FA730316}" type="pres">
      <dgm:prSet presAssocID="{67D33DD9-1B17-4A13-96A6-EEA33FBE5CD1}" presName="sibTrans" presStyleLbl="sibTrans2D1" presStyleIdx="2" presStyleCnt="4"/>
      <dgm:spPr/>
    </dgm:pt>
    <dgm:pt modelId="{31AB8F85-3EC7-4E49-9261-D687B13FCFA2}" type="pres">
      <dgm:prSet presAssocID="{67D33DD9-1B17-4A13-96A6-EEA33FBE5CD1}" presName="connectorText" presStyleLbl="sibTrans2D1" presStyleIdx="2" presStyleCnt="4"/>
      <dgm:spPr/>
    </dgm:pt>
    <dgm:pt modelId="{430E34E3-C9C9-419E-A9B4-C21EC967B65A}" type="pres">
      <dgm:prSet presAssocID="{79739C99-5733-45CA-8AD9-80D557619B87}" presName="node" presStyleLbl="node1" presStyleIdx="3" presStyleCnt="5">
        <dgm:presLayoutVars>
          <dgm:bulletEnabled val="1"/>
        </dgm:presLayoutVars>
      </dgm:prSet>
      <dgm:spPr/>
    </dgm:pt>
    <dgm:pt modelId="{304196F2-1CD3-4B0A-AF54-2B75C209CD91}" type="pres">
      <dgm:prSet presAssocID="{9588485D-3E5D-46E0-B2B0-81CDB4AB31A4}" presName="sibTrans" presStyleLbl="sibTrans2D1" presStyleIdx="3" presStyleCnt="4"/>
      <dgm:spPr/>
    </dgm:pt>
    <dgm:pt modelId="{028BB451-DEC0-499B-BE57-F577BFFE8778}" type="pres">
      <dgm:prSet presAssocID="{9588485D-3E5D-46E0-B2B0-81CDB4AB31A4}" presName="connectorText" presStyleLbl="sibTrans2D1" presStyleIdx="3" presStyleCnt="4"/>
      <dgm:spPr/>
    </dgm:pt>
    <dgm:pt modelId="{45D86A40-BA0A-49AE-8974-CE48AE850D27}" type="pres">
      <dgm:prSet presAssocID="{AF170E60-57B6-4023-9F7C-B2D91C05B3C7}" presName="node" presStyleLbl="node1" presStyleIdx="4" presStyleCnt="5">
        <dgm:presLayoutVars>
          <dgm:bulletEnabled val="1"/>
        </dgm:presLayoutVars>
      </dgm:prSet>
      <dgm:spPr/>
    </dgm:pt>
  </dgm:ptLst>
  <dgm:cxnLst>
    <dgm:cxn modelId="{EB343F0A-AB51-4BD7-BEE3-3A8D0E788B33}" type="presOf" srcId="{CB66B785-7925-461D-868A-6EFCF6417364}" destId="{7D374356-C7FC-4C84-8931-3E56180DE54D}" srcOrd="0" destOrd="0" presId="urn:microsoft.com/office/officeart/2005/8/layout/process5"/>
    <dgm:cxn modelId="{F30D5C12-A194-462A-AC64-3109A387F63E}" type="presOf" srcId="{D7C41D13-5B25-4DD1-B0DA-7B37AB543647}" destId="{16C5688C-AEFF-423E-9319-154875F9835C}" srcOrd="0" destOrd="0" presId="urn:microsoft.com/office/officeart/2005/8/layout/process5"/>
    <dgm:cxn modelId="{175ABF27-F862-4F91-9DC4-52002A042116}" type="presOf" srcId="{39282CAC-871C-466A-AD52-680CBBD17B8A}" destId="{B097EE6A-73D2-464D-ACE7-7D3D08ACB6DA}" srcOrd="0" destOrd="0" presId="urn:microsoft.com/office/officeart/2005/8/layout/process5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B496143D-47F6-4E18-BB00-CE29D9DFCC49}" type="presOf" srcId="{67D33DD9-1B17-4A13-96A6-EEA33FBE5CD1}" destId="{E92266D7-4632-4108-AF96-DE44FA730316}" srcOrd="0" destOrd="0" presId="urn:microsoft.com/office/officeart/2005/8/layout/process5"/>
    <dgm:cxn modelId="{E39B6E3E-671F-43E0-8BFE-20A1FBD7D148}" type="presOf" srcId="{17DA61F8-9F94-4DF7-8C90-CC86A5459502}" destId="{CE5D2C50-FEAF-4305-AE7E-69F07A4E98B2}" srcOrd="0" destOrd="0" presId="urn:microsoft.com/office/officeart/2005/8/layout/process5"/>
    <dgm:cxn modelId="{88EFE461-3884-43D0-ACC7-B9D336B9EBDD}" type="presOf" srcId="{9588485D-3E5D-46E0-B2B0-81CDB4AB31A4}" destId="{028BB451-DEC0-499B-BE57-F577BFFE8778}" srcOrd="1" destOrd="0" presId="urn:microsoft.com/office/officeart/2005/8/layout/process5"/>
    <dgm:cxn modelId="{8A7FF96A-FE75-4F36-B218-85F26EB545CD}" type="presOf" srcId="{9588485D-3E5D-46E0-B2B0-81CDB4AB31A4}" destId="{304196F2-1CD3-4B0A-AF54-2B75C209CD91}" srcOrd="0" destOrd="0" presId="urn:microsoft.com/office/officeart/2005/8/layout/process5"/>
    <dgm:cxn modelId="{E672C99F-5F6E-46C8-99B2-71AA5B1EB731}" type="presOf" srcId="{AF170E60-57B6-4023-9F7C-B2D91C05B3C7}" destId="{45D86A40-BA0A-49AE-8974-CE48AE850D27}" srcOrd="0" destOrd="0" presId="urn:microsoft.com/office/officeart/2005/8/layout/process5"/>
    <dgm:cxn modelId="{EF8807A1-DE9F-4D10-AD97-3FF38B942535}" type="presOf" srcId="{CC3A165D-3E99-40F6-B4BD-A7245616DFA1}" destId="{551B1CDB-F2B8-46A9-A3E6-B501351ED778}" srcOrd="0" destOrd="0" presId="urn:microsoft.com/office/officeart/2005/8/layout/process5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A2A13C3-096B-42B9-AC6F-B125BF71C104}" type="presOf" srcId="{B8F8860A-3038-4EFC-BA9A-734839D1DE97}" destId="{359D5CBE-4978-4AC0-9CD3-B3AA4FEC4B25}" srcOrd="0" destOrd="0" presId="urn:microsoft.com/office/officeart/2005/8/layout/process5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EDF11BD9-2DDD-4555-96B6-E465E78BD4C7}" type="presOf" srcId="{79739C99-5733-45CA-8AD9-80D557619B87}" destId="{430E34E3-C9C9-419E-A9B4-C21EC967B65A}" srcOrd="0" destOrd="0" presId="urn:microsoft.com/office/officeart/2005/8/layout/process5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353EDDF2-A18A-4181-9323-3FFEEC5CDD17}" type="presOf" srcId="{67D33DD9-1B17-4A13-96A6-EEA33FBE5CD1}" destId="{31AB8F85-3EC7-4E49-9261-D687B13FCFA2}" srcOrd="1" destOrd="0" presId="urn:microsoft.com/office/officeart/2005/8/layout/process5"/>
    <dgm:cxn modelId="{EA6B0AFE-258B-4AB0-A3E5-BD3A8FD621FD}" type="presOf" srcId="{CB66B785-7925-461D-868A-6EFCF6417364}" destId="{331FE297-DE59-410A-8609-E2BF0920B6AE}" srcOrd="1" destOrd="0" presId="urn:microsoft.com/office/officeart/2005/8/layout/process5"/>
    <dgm:cxn modelId="{680ED9FF-0D25-450B-9B0D-8ABD04E36826}" type="presOf" srcId="{39282CAC-871C-466A-AD52-680CBBD17B8A}" destId="{98FEA2BC-EC52-4412-8FA3-1C22E8B89B9D}" srcOrd="1" destOrd="0" presId="urn:microsoft.com/office/officeart/2005/8/layout/process5"/>
    <dgm:cxn modelId="{BF0CCDC9-BFBD-45C9-A5EB-CC103B2A5320}" type="presParOf" srcId="{551B1CDB-F2B8-46A9-A3E6-B501351ED778}" destId="{359D5CBE-4978-4AC0-9CD3-B3AA4FEC4B25}" srcOrd="0" destOrd="0" presId="urn:microsoft.com/office/officeart/2005/8/layout/process5"/>
    <dgm:cxn modelId="{F7C008B7-E3FF-4C00-B9FD-1B1CA6B5DB57}" type="presParOf" srcId="{551B1CDB-F2B8-46A9-A3E6-B501351ED778}" destId="{7D374356-C7FC-4C84-8931-3E56180DE54D}" srcOrd="1" destOrd="0" presId="urn:microsoft.com/office/officeart/2005/8/layout/process5"/>
    <dgm:cxn modelId="{496F681B-D768-4898-BC68-AEF819605F3A}" type="presParOf" srcId="{7D374356-C7FC-4C84-8931-3E56180DE54D}" destId="{331FE297-DE59-410A-8609-E2BF0920B6AE}" srcOrd="0" destOrd="0" presId="urn:microsoft.com/office/officeart/2005/8/layout/process5"/>
    <dgm:cxn modelId="{F52B3836-3C2F-445E-AC5E-CC2237E304B8}" type="presParOf" srcId="{551B1CDB-F2B8-46A9-A3E6-B501351ED778}" destId="{CE5D2C50-FEAF-4305-AE7E-69F07A4E98B2}" srcOrd="2" destOrd="0" presId="urn:microsoft.com/office/officeart/2005/8/layout/process5"/>
    <dgm:cxn modelId="{80214523-598B-4047-AF27-16CB15A9F933}" type="presParOf" srcId="{551B1CDB-F2B8-46A9-A3E6-B501351ED778}" destId="{B097EE6A-73D2-464D-ACE7-7D3D08ACB6DA}" srcOrd="3" destOrd="0" presId="urn:microsoft.com/office/officeart/2005/8/layout/process5"/>
    <dgm:cxn modelId="{CE29F39A-AF05-4D68-9510-B8BA9F00E12D}" type="presParOf" srcId="{B097EE6A-73D2-464D-ACE7-7D3D08ACB6DA}" destId="{98FEA2BC-EC52-4412-8FA3-1C22E8B89B9D}" srcOrd="0" destOrd="0" presId="urn:microsoft.com/office/officeart/2005/8/layout/process5"/>
    <dgm:cxn modelId="{B3AA1DB9-BE8C-4683-9338-A3D8E408E8C1}" type="presParOf" srcId="{551B1CDB-F2B8-46A9-A3E6-B501351ED778}" destId="{16C5688C-AEFF-423E-9319-154875F9835C}" srcOrd="4" destOrd="0" presId="urn:microsoft.com/office/officeart/2005/8/layout/process5"/>
    <dgm:cxn modelId="{DB0C2141-A238-420B-93C7-EED1A81AFC50}" type="presParOf" srcId="{551B1CDB-F2B8-46A9-A3E6-B501351ED778}" destId="{E92266D7-4632-4108-AF96-DE44FA730316}" srcOrd="5" destOrd="0" presId="urn:microsoft.com/office/officeart/2005/8/layout/process5"/>
    <dgm:cxn modelId="{0F6ECAFE-1B5B-4EDF-A6A2-E340FDC395CD}" type="presParOf" srcId="{E92266D7-4632-4108-AF96-DE44FA730316}" destId="{31AB8F85-3EC7-4E49-9261-D687B13FCFA2}" srcOrd="0" destOrd="0" presId="urn:microsoft.com/office/officeart/2005/8/layout/process5"/>
    <dgm:cxn modelId="{7DB1C0DC-B196-4422-8D42-6D15C5B40CC8}" type="presParOf" srcId="{551B1CDB-F2B8-46A9-A3E6-B501351ED778}" destId="{430E34E3-C9C9-419E-A9B4-C21EC967B65A}" srcOrd="6" destOrd="0" presId="urn:microsoft.com/office/officeart/2005/8/layout/process5"/>
    <dgm:cxn modelId="{A197B20F-EA38-46CC-ADCF-467515D85F4F}" type="presParOf" srcId="{551B1CDB-F2B8-46A9-A3E6-B501351ED778}" destId="{304196F2-1CD3-4B0A-AF54-2B75C209CD91}" srcOrd="7" destOrd="0" presId="urn:microsoft.com/office/officeart/2005/8/layout/process5"/>
    <dgm:cxn modelId="{03958CBF-61C8-41D6-85F8-A8297ACF10CF}" type="presParOf" srcId="{304196F2-1CD3-4B0A-AF54-2B75C209CD91}" destId="{028BB451-DEC0-499B-BE57-F577BFFE8778}" srcOrd="0" destOrd="0" presId="urn:microsoft.com/office/officeart/2005/8/layout/process5"/>
    <dgm:cxn modelId="{85B40FFA-2A18-4971-9816-B582A398FC6A}" type="presParOf" srcId="{551B1CDB-F2B8-46A9-A3E6-B501351ED778}" destId="{45D86A40-BA0A-49AE-8974-CE48AE850D2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5" loCatId="process" qsTypeId="urn:microsoft.com/office/officeart/2005/8/quickstyle/simple5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Planning &amp; Requirements Gathering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Design &amp; Architecture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Development &amp; Implementation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 dirty="0"/>
            <a:t>Testing &amp; Quality Assurance (QA)</a:t>
          </a:r>
          <a:endParaRPr lang="en-US" dirty="0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Deployment &amp; Maintenance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551B1CDB-F2B8-46A9-A3E6-B501351ED778}" type="pres">
      <dgm:prSet presAssocID="{CC3A165D-3E99-40F6-B4BD-A7245616DFA1}" presName="diagram" presStyleCnt="0">
        <dgm:presLayoutVars>
          <dgm:dir/>
          <dgm:resizeHandles val="exact"/>
        </dgm:presLayoutVars>
      </dgm:prSet>
      <dgm:spPr/>
    </dgm:pt>
    <dgm:pt modelId="{359D5CBE-4978-4AC0-9CD3-B3AA4FEC4B25}" type="pres">
      <dgm:prSet presAssocID="{B8F8860A-3038-4EFC-BA9A-734839D1DE97}" presName="node" presStyleLbl="node1" presStyleIdx="0" presStyleCnt="5">
        <dgm:presLayoutVars>
          <dgm:bulletEnabled val="1"/>
        </dgm:presLayoutVars>
      </dgm:prSet>
      <dgm:spPr/>
    </dgm:pt>
    <dgm:pt modelId="{7D374356-C7FC-4C84-8931-3E56180DE54D}" type="pres">
      <dgm:prSet presAssocID="{CB66B785-7925-461D-868A-6EFCF6417364}" presName="sibTrans" presStyleLbl="sibTrans2D1" presStyleIdx="0" presStyleCnt="4"/>
      <dgm:spPr/>
    </dgm:pt>
    <dgm:pt modelId="{331FE297-DE59-410A-8609-E2BF0920B6AE}" type="pres">
      <dgm:prSet presAssocID="{CB66B785-7925-461D-868A-6EFCF6417364}" presName="connectorText" presStyleLbl="sibTrans2D1" presStyleIdx="0" presStyleCnt="4"/>
      <dgm:spPr/>
    </dgm:pt>
    <dgm:pt modelId="{CE5D2C50-FEAF-4305-AE7E-69F07A4E98B2}" type="pres">
      <dgm:prSet presAssocID="{17DA61F8-9F94-4DF7-8C90-CC86A5459502}" presName="node" presStyleLbl="node1" presStyleIdx="1" presStyleCnt="5">
        <dgm:presLayoutVars>
          <dgm:bulletEnabled val="1"/>
        </dgm:presLayoutVars>
      </dgm:prSet>
      <dgm:spPr/>
    </dgm:pt>
    <dgm:pt modelId="{B097EE6A-73D2-464D-ACE7-7D3D08ACB6DA}" type="pres">
      <dgm:prSet presAssocID="{39282CAC-871C-466A-AD52-680CBBD17B8A}" presName="sibTrans" presStyleLbl="sibTrans2D1" presStyleIdx="1" presStyleCnt="4"/>
      <dgm:spPr/>
    </dgm:pt>
    <dgm:pt modelId="{98FEA2BC-EC52-4412-8FA3-1C22E8B89B9D}" type="pres">
      <dgm:prSet presAssocID="{39282CAC-871C-466A-AD52-680CBBD17B8A}" presName="connectorText" presStyleLbl="sibTrans2D1" presStyleIdx="1" presStyleCnt="4"/>
      <dgm:spPr/>
    </dgm:pt>
    <dgm:pt modelId="{16C5688C-AEFF-423E-9319-154875F9835C}" type="pres">
      <dgm:prSet presAssocID="{D7C41D13-5B25-4DD1-B0DA-7B37AB543647}" presName="node" presStyleLbl="node1" presStyleIdx="2" presStyleCnt="5">
        <dgm:presLayoutVars>
          <dgm:bulletEnabled val="1"/>
        </dgm:presLayoutVars>
      </dgm:prSet>
      <dgm:spPr/>
    </dgm:pt>
    <dgm:pt modelId="{E92266D7-4632-4108-AF96-DE44FA730316}" type="pres">
      <dgm:prSet presAssocID="{67D33DD9-1B17-4A13-96A6-EEA33FBE5CD1}" presName="sibTrans" presStyleLbl="sibTrans2D1" presStyleIdx="2" presStyleCnt="4"/>
      <dgm:spPr/>
    </dgm:pt>
    <dgm:pt modelId="{31AB8F85-3EC7-4E49-9261-D687B13FCFA2}" type="pres">
      <dgm:prSet presAssocID="{67D33DD9-1B17-4A13-96A6-EEA33FBE5CD1}" presName="connectorText" presStyleLbl="sibTrans2D1" presStyleIdx="2" presStyleCnt="4"/>
      <dgm:spPr/>
    </dgm:pt>
    <dgm:pt modelId="{430E34E3-C9C9-419E-A9B4-C21EC967B65A}" type="pres">
      <dgm:prSet presAssocID="{79739C99-5733-45CA-8AD9-80D557619B87}" presName="node" presStyleLbl="node1" presStyleIdx="3" presStyleCnt="5">
        <dgm:presLayoutVars>
          <dgm:bulletEnabled val="1"/>
        </dgm:presLayoutVars>
      </dgm:prSet>
      <dgm:spPr/>
    </dgm:pt>
    <dgm:pt modelId="{304196F2-1CD3-4B0A-AF54-2B75C209CD91}" type="pres">
      <dgm:prSet presAssocID="{9588485D-3E5D-46E0-B2B0-81CDB4AB31A4}" presName="sibTrans" presStyleLbl="sibTrans2D1" presStyleIdx="3" presStyleCnt="4"/>
      <dgm:spPr/>
    </dgm:pt>
    <dgm:pt modelId="{028BB451-DEC0-499B-BE57-F577BFFE8778}" type="pres">
      <dgm:prSet presAssocID="{9588485D-3E5D-46E0-B2B0-81CDB4AB31A4}" presName="connectorText" presStyleLbl="sibTrans2D1" presStyleIdx="3" presStyleCnt="4"/>
      <dgm:spPr/>
    </dgm:pt>
    <dgm:pt modelId="{45D86A40-BA0A-49AE-8974-CE48AE850D27}" type="pres">
      <dgm:prSet presAssocID="{AF170E60-57B6-4023-9F7C-B2D91C05B3C7}" presName="node" presStyleLbl="node1" presStyleIdx="4" presStyleCnt="5">
        <dgm:presLayoutVars>
          <dgm:bulletEnabled val="1"/>
        </dgm:presLayoutVars>
      </dgm:prSet>
      <dgm:spPr/>
    </dgm:pt>
  </dgm:ptLst>
  <dgm:cxnLst>
    <dgm:cxn modelId="{EB343F0A-AB51-4BD7-BEE3-3A8D0E788B33}" type="presOf" srcId="{CB66B785-7925-461D-868A-6EFCF6417364}" destId="{7D374356-C7FC-4C84-8931-3E56180DE54D}" srcOrd="0" destOrd="0" presId="urn:microsoft.com/office/officeart/2005/8/layout/process5"/>
    <dgm:cxn modelId="{F30D5C12-A194-462A-AC64-3109A387F63E}" type="presOf" srcId="{D7C41D13-5B25-4DD1-B0DA-7B37AB543647}" destId="{16C5688C-AEFF-423E-9319-154875F9835C}" srcOrd="0" destOrd="0" presId="urn:microsoft.com/office/officeart/2005/8/layout/process5"/>
    <dgm:cxn modelId="{175ABF27-F862-4F91-9DC4-52002A042116}" type="presOf" srcId="{39282CAC-871C-466A-AD52-680CBBD17B8A}" destId="{B097EE6A-73D2-464D-ACE7-7D3D08ACB6DA}" srcOrd="0" destOrd="0" presId="urn:microsoft.com/office/officeart/2005/8/layout/process5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B496143D-47F6-4E18-BB00-CE29D9DFCC49}" type="presOf" srcId="{67D33DD9-1B17-4A13-96A6-EEA33FBE5CD1}" destId="{E92266D7-4632-4108-AF96-DE44FA730316}" srcOrd="0" destOrd="0" presId="urn:microsoft.com/office/officeart/2005/8/layout/process5"/>
    <dgm:cxn modelId="{E39B6E3E-671F-43E0-8BFE-20A1FBD7D148}" type="presOf" srcId="{17DA61F8-9F94-4DF7-8C90-CC86A5459502}" destId="{CE5D2C50-FEAF-4305-AE7E-69F07A4E98B2}" srcOrd="0" destOrd="0" presId="urn:microsoft.com/office/officeart/2005/8/layout/process5"/>
    <dgm:cxn modelId="{88EFE461-3884-43D0-ACC7-B9D336B9EBDD}" type="presOf" srcId="{9588485D-3E5D-46E0-B2B0-81CDB4AB31A4}" destId="{028BB451-DEC0-499B-BE57-F577BFFE8778}" srcOrd="1" destOrd="0" presId="urn:microsoft.com/office/officeart/2005/8/layout/process5"/>
    <dgm:cxn modelId="{8A7FF96A-FE75-4F36-B218-85F26EB545CD}" type="presOf" srcId="{9588485D-3E5D-46E0-B2B0-81CDB4AB31A4}" destId="{304196F2-1CD3-4B0A-AF54-2B75C209CD91}" srcOrd="0" destOrd="0" presId="urn:microsoft.com/office/officeart/2005/8/layout/process5"/>
    <dgm:cxn modelId="{E672C99F-5F6E-46C8-99B2-71AA5B1EB731}" type="presOf" srcId="{AF170E60-57B6-4023-9F7C-B2D91C05B3C7}" destId="{45D86A40-BA0A-49AE-8974-CE48AE850D27}" srcOrd="0" destOrd="0" presId="urn:microsoft.com/office/officeart/2005/8/layout/process5"/>
    <dgm:cxn modelId="{EF8807A1-DE9F-4D10-AD97-3FF38B942535}" type="presOf" srcId="{CC3A165D-3E99-40F6-B4BD-A7245616DFA1}" destId="{551B1CDB-F2B8-46A9-A3E6-B501351ED778}" srcOrd="0" destOrd="0" presId="urn:microsoft.com/office/officeart/2005/8/layout/process5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A2A13C3-096B-42B9-AC6F-B125BF71C104}" type="presOf" srcId="{B8F8860A-3038-4EFC-BA9A-734839D1DE97}" destId="{359D5CBE-4978-4AC0-9CD3-B3AA4FEC4B25}" srcOrd="0" destOrd="0" presId="urn:microsoft.com/office/officeart/2005/8/layout/process5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EDF11BD9-2DDD-4555-96B6-E465E78BD4C7}" type="presOf" srcId="{79739C99-5733-45CA-8AD9-80D557619B87}" destId="{430E34E3-C9C9-419E-A9B4-C21EC967B65A}" srcOrd="0" destOrd="0" presId="urn:microsoft.com/office/officeart/2005/8/layout/process5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353EDDF2-A18A-4181-9323-3FFEEC5CDD17}" type="presOf" srcId="{67D33DD9-1B17-4A13-96A6-EEA33FBE5CD1}" destId="{31AB8F85-3EC7-4E49-9261-D687B13FCFA2}" srcOrd="1" destOrd="0" presId="urn:microsoft.com/office/officeart/2005/8/layout/process5"/>
    <dgm:cxn modelId="{EA6B0AFE-258B-4AB0-A3E5-BD3A8FD621FD}" type="presOf" srcId="{CB66B785-7925-461D-868A-6EFCF6417364}" destId="{331FE297-DE59-410A-8609-E2BF0920B6AE}" srcOrd="1" destOrd="0" presId="urn:microsoft.com/office/officeart/2005/8/layout/process5"/>
    <dgm:cxn modelId="{680ED9FF-0D25-450B-9B0D-8ABD04E36826}" type="presOf" srcId="{39282CAC-871C-466A-AD52-680CBBD17B8A}" destId="{98FEA2BC-EC52-4412-8FA3-1C22E8B89B9D}" srcOrd="1" destOrd="0" presId="urn:microsoft.com/office/officeart/2005/8/layout/process5"/>
    <dgm:cxn modelId="{BF0CCDC9-BFBD-45C9-A5EB-CC103B2A5320}" type="presParOf" srcId="{551B1CDB-F2B8-46A9-A3E6-B501351ED778}" destId="{359D5CBE-4978-4AC0-9CD3-B3AA4FEC4B25}" srcOrd="0" destOrd="0" presId="urn:microsoft.com/office/officeart/2005/8/layout/process5"/>
    <dgm:cxn modelId="{F7C008B7-E3FF-4C00-B9FD-1B1CA6B5DB57}" type="presParOf" srcId="{551B1CDB-F2B8-46A9-A3E6-B501351ED778}" destId="{7D374356-C7FC-4C84-8931-3E56180DE54D}" srcOrd="1" destOrd="0" presId="urn:microsoft.com/office/officeart/2005/8/layout/process5"/>
    <dgm:cxn modelId="{496F681B-D768-4898-BC68-AEF819605F3A}" type="presParOf" srcId="{7D374356-C7FC-4C84-8931-3E56180DE54D}" destId="{331FE297-DE59-410A-8609-E2BF0920B6AE}" srcOrd="0" destOrd="0" presId="urn:microsoft.com/office/officeart/2005/8/layout/process5"/>
    <dgm:cxn modelId="{F52B3836-3C2F-445E-AC5E-CC2237E304B8}" type="presParOf" srcId="{551B1CDB-F2B8-46A9-A3E6-B501351ED778}" destId="{CE5D2C50-FEAF-4305-AE7E-69F07A4E98B2}" srcOrd="2" destOrd="0" presId="urn:microsoft.com/office/officeart/2005/8/layout/process5"/>
    <dgm:cxn modelId="{80214523-598B-4047-AF27-16CB15A9F933}" type="presParOf" srcId="{551B1CDB-F2B8-46A9-A3E6-B501351ED778}" destId="{B097EE6A-73D2-464D-ACE7-7D3D08ACB6DA}" srcOrd="3" destOrd="0" presId="urn:microsoft.com/office/officeart/2005/8/layout/process5"/>
    <dgm:cxn modelId="{CE29F39A-AF05-4D68-9510-B8BA9F00E12D}" type="presParOf" srcId="{B097EE6A-73D2-464D-ACE7-7D3D08ACB6DA}" destId="{98FEA2BC-EC52-4412-8FA3-1C22E8B89B9D}" srcOrd="0" destOrd="0" presId="urn:microsoft.com/office/officeart/2005/8/layout/process5"/>
    <dgm:cxn modelId="{B3AA1DB9-BE8C-4683-9338-A3D8E408E8C1}" type="presParOf" srcId="{551B1CDB-F2B8-46A9-A3E6-B501351ED778}" destId="{16C5688C-AEFF-423E-9319-154875F9835C}" srcOrd="4" destOrd="0" presId="urn:microsoft.com/office/officeart/2005/8/layout/process5"/>
    <dgm:cxn modelId="{DB0C2141-A238-420B-93C7-EED1A81AFC50}" type="presParOf" srcId="{551B1CDB-F2B8-46A9-A3E6-B501351ED778}" destId="{E92266D7-4632-4108-AF96-DE44FA730316}" srcOrd="5" destOrd="0" presId="urn:microsoft.com/office/officeart/2005/8/layout/process5"/>
    <dgm:cxn modelId="{0F6ECAFE-1B5B-4EDF-A6A2-E340FDC395CD}" type="presParOf" srcId="{E92266D7-4632-4108-AF96-DE44FA730316}" destId="{31AB8F85-3EC7-4E49-9261-D687B13FCFA2}" srcOrd="0" destOrd="0" presId="urn:microsoft.com/office/officeart/2005/8/layout/process5"/>
    <dgm:cxn modelId="{7DB1C0DC-B196-4422-8D42-6D15C5B40CC8}" type="presParOf" srcId="{551B1CDB-F2B8-46A9-A3E6-B501351ED778}" destId="{430E34E3-C9C9-419E-A9B4-C21EC967B65A}" srcOrd="6" destOrd="0" presId="urn:microsoft.com/office/officeart/2005/8/layout/process5"/>
    <dgm:cxn modelId="{A197B20F-EA38-46CC-ADCF-467515D85F4F}" type="presParOf" srcId="{551B1CDB-F2B8-46A9-A3E6-B501351ED778}" destId="{304196F2-1CD3-4B0A-AF54-2B75C209CD91}" srcOrd="7" destOrd="0" presId="urn:microsoft.com/office/officeart/2005/8/layout/process5"/>
    <dgm:cxn modelId="{03958CBF-61C8-41D6-85F8-A8297ACF10CF}" type="presParOf" srcId="{304196F2-1CD3-4B0A-AF54-2B75C209CD91}" destId="{028BB451-DEC0-499B-BE57-F577BFFE8778}" srcOrd="0" destOrd="0" presId="urn:microsoft.com/office/officeart/2005/8/layout/process5"/>
    <dgm:cxn modelId="{85B40FFA-2A18-4971-9816-B582A398FC6A}" type="presParOf" srcId="{551B1CDB-F2B8-46A9-A3E6-B501351ED778}" destId="{45D86A40-BA0A-49AE-8974-CE48AE850D2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5" loCatId="process" qsTypeId="urn:microsoft.com/office/officeart/2005/8/quickstyle/simple5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Planning &amp; Requirements Gathering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Design &amp; Architecture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Development &amp; Implementation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 dirty="0"/>
            <a:t>Testing &amp; Quality Assurance (QA)</a:t>
          </a:r>
          <a:endParaRPr lang="en-US" dirty="0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Deployment &amp; Maintenance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551B1CDB-F2B8-46A9-A3E6-B501351ED778}" type="pres">
      <dgm:prSet presAssocID="{CC3A165D-3E99-40F6-B4BD-A7245616DFA1}" presName="diagram" presStyleCnt="0">
        <dgm:presLayoutVars>
          <dgm:dir/>
          <dgm:resizeHandles val="exact"/>
        </dgm:presLayoutVars>
      </dgm:prSet>
      <dgm:spPr/>
    </dgm:pt>
    <dgm:pt modelId="{359D5CBE-4978-4AC0-9CD3-B3AA4FEC4B25}" type="pres">
      <dgm:prSet presAssocID="{B8F8860A-3038-4EFC-BA9A-734839D1DE97}" presName="node" presStyleLbl="node1" presStyleIdx="0" presStyleCnt="5">
        <dgm:presLayoutVars>
          <dgm:bulletEnabled val="1"/>
        </dgm:presLayoutVars>
      </dgm:prSet>
      <dgm:spPr/>
    </dgm:pt>
    <dgm:pt modelId="{7D374356-C7FC-4C84-8931-3E56180DE54D}" type="pres">
      <dgm:prSet presAssocID="{CB66B785-7925-461D-868A-6EFCF6417364}" presName="sibTrans" presStyleLbl="sibTrans2D1" presStyleIdx="0" presStyleCnt="4"/>
      <dgm:spPr/>
    </dgm:pt>
    <dgm:pt modelId="{331FE297-DE59-410A-8609-E2BF0920B6AE}" type="pres">
      <dgm:prSet presAssocID="{CB66B785-7925-461D-868A-6EFCF6417364}" presName="connectorText" presStyleLbl="sibTrans2D1" presStyleIdx="0" presStyleCnt="4"/>
      <dgm:spPr/>
    </dgm:pt>
    <dgm:pt modelId="{CE5D2C50-FEAF-4305-AE7E-69F07A4E98B2}" type="pres">
      <dgm:prSet presAssocID="{17DA61F8-9F94-4DF7-8C90-CC86A5459502}" presName="node" presStyleLbl="node1" presStyleIdx="1" presStyleCnt="5">
        <dgm:presLayoutVars>
          <dgm:bulletEnabled val="1"/>
        </dgm:presLayoutVars>
      </dgm:prSet>
      <dgm:spPr/>
    </dgm:pt>
    <dgm:pt modelId="{B097EE6A-73D2-464D-ACE7-7D3D08ACB6DA}" type="pres">
      <dgm:prSet presAssocID="{39282CAC-871C-466A-AD52-680CBBD17B8A}" presName="sibTrans" presStyleLbl="sibTrans2D1" presStyleIdx="1" presStyleCnt="4"/>
      <dgm:spPr/>
    </dgm:pt>
    <dgm:pt modelId="{98FEA2BC-EC52-4412-8FA3-1C22E8B89B9D}" type="pres">
      <dgm:prSet presAssocID="{39282CAC-871C-466A-AD52-680CBBD17B8A}" presName="connectorText" presStyleLbl="sibTrans2D1" presStyleIdx="1" presStyleCnt="4"/>
      <dgm:spPr/>
    </dgm:pt>
    <dgm:pt modelId="{16C5688C-AEFF-423E-9319-154875F9835C}" type="pres">
      <dgm:prSet presAssocID="{D7C41D13-5B25-4DD1-B0DA-7B37AB543647}" presName="node" presStyleLbl="node1" presStyleIdx="2" presStyleCnt="5">
        <dgm:presLayoutVars>
          <dgm:bulletEnabled val="1"/>
        </dgm:presLayoutVars>
      </dgm:prSet>
      <dgm:spPr/>
    </dgm:pt>
    <dgm:pt modelId="{E92266D7-4632-4108-AF96-DE44FA730316}" type="pres">
      <dgm:prSet presAssocID="{67D33DD9-1B17-4A13-96A6-EEA33FBE5CD1}" presName="sibTrans" presStyleLbl="sibTrans2D1" presStyleIdx="2" presStyleCnt="4"/>
      <dgm:spPr/>
    </dgm:pt>
    <dgm:pt modelId="{31AB8F85-3EC7-4E49-9261-D687B13FCFA2}" type="pres">
      <dgm:prSet presAssocID="{67D33DD9-1B17-4A13-96A6-EEA33FBE5CD1}" presName="connectorText" presStyleLbl="sibTrans2D1" presStyleIdx="2" presStyleCnt="4"/>
      <dgm:spPr/>
    </dgm:pt>
    <dgm:pt modelId="{430E34E3-C9C9-419E-A9B4-C21EC967B65A}" type="pres">
      <dgm:prSet presAssocID="{79739C99-5733-45CA-8AD9-80D557619B87}" presName="node" presStyleLbl="node1" presStyleIdx="3" presStyleCnt="5">
        <dgm:presLayoutVars>
          <dgm:bulletEnabled val="1"/>
        </dgm:presLayoutVars>
      </dgm:prSet>
      <dgm:spPr/>
    </dgm:pt>
    <dgm:pt modelId="{304196F2-1CD3-4B0A-AF54-2B75C209CD91}" type="pres">
      <dgm:prSet presAssocID="{9588485D-3E5D-46E0-B2B0-81CDB4AB31A4}" presName="sibTrans" presStyleLbl="sibTrans2D1" presStyleIdx="3" presStyleCnt="4"/>
      <dgm:spPr/>
    </dgm:pt>
    <dgm:pt modelId="{028BB451-DEC0-499B-BE57-F577BFFE8778}" type="pres">
      <dgm:prSet presAssocID="{9588485D-3E5D-46E0-B2B0-81CDB4AB31A4}" presName="connectorText" presStyleLbl="sibTrans2D1" presStyleIdx="3" presStyleCnt="4"/>
      <dgm:spPr/>
    </dgm:pt>
    <dgm:pt modelId="{45D86A40-BA0A-49AE-8974-CE48AE850D27}" type="pres">
      <dgm:prSet presAssocID="{AF170E60-57B6-4023-9F7C-B2D91C05B3C7}" presName="node" presStyleLbl="node1" presStyleIdx="4" presStyleCnt="5">
        <dgm:presLayoutVars>
          <dgm:bulletEnabled val="1"/>
        </dgm:presLayoutVars>
      </dgm:prSet>
      <dgm:spPr/>
    </dgm:pt>
  </dgm:ptLst>
  <dgm:cxnLst>
    <dgm:cxn modelId="{EB343F0A-AB51-4BD7-BEE3-3A8D0E788B33}" type="presOf" srcId="{CB66B785-7925-461D-868A-6EFCF6417364}" destId="{7D374356-C7FC-4C84-8931-3E56180DE54D}" srcOrd="0" destOrd="0" presId="urn:microsoft.com/office/officeart/2005/8/layout/process5"/>
    <dgm:cxn modelId="{F30D5C12-A194-462A-AC64-3109A387F63E}" type="presOf" srcId="{D7C41D13-5B25-4DD1-B0DA-7B37AB543647}" destId="{16C5688C-AEFF-423E-9319-154875F9835C}" srcOrd="0" destOrd="0" presId="urn:microsoft.com/office/officeart/2005/8/layout/process5"/>
    <dgm:cxn modelId="{175ABF27-F862-4F91-9DC4-52002A042116}" type="presOf" srcId="{39282CAC-871C-466A-AD52-680CBBD17B8A}" destId="{B097EE6A-73D2-464D-ACE7-7D3D08ACB6DA}" srcOrd="0" destOrd="0" presId="urn:microsoft.com/office/officeart/2005/8/layout/process5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B496143D-47F6-4E18-BB00-CE29D9DFCC49}" type="presOf" srcId="{67D33DD9-1B17-4A13-96A6-EEA33FBE5CD1}" destId="{E92266D7-4632-4108-AF96-DE44FA730316}" srcOrd="0" destOrd="0" presId="urn:microsoft.com/office/officeart/2005/8/layout/process5"/>
    <dgm:cxn modelId="{E39B6E3E-671F-43E0-8BFE-20A1FBD7D148}" type="presOf" srcId="{17DA61F8-9F94-4DF7-8C90-CC86A5459502}" destId="{CE5D2C50-FEAF-4305-AE7E-69F07A4E98B2}" srcOrd="0" destOrd="0" presId="urn:microsoft.com/office/officeart/2005/8/layout/process5"/>
    <dgm:cxn modelId="{88EFE461-3884-43D0-ACC7-B9D336B9EBDD}" type="presOf" srcId="{9588485D-3E5D-46E0-B2B0-81CDB4AB31A4}" destId="{028BB451-DEC0-499B-BE57-F577BFFE8778}" srcOrd="1" destOrd="0" presId="urn:microsoft.com/office/officeart/2005/8/layout/process5"/>
    <dgm:cxn modelId="{8A7FF96A-FE75-4F36-B218-85F26EB545CD}" type="presOf" srcId="{9588485D-3E5D-46E0-B2B0-81CDB4AB31A4}" destId="{304196F2-1CD3-4B0A-AF54-2B75C209CD91}" srcOrd="0" destOrd="0" presId="urn:microsoft.com/office/officeart/2005/8/layout/process5"/>
    <dgm:cxn modelId="{E672C99F-5F6E-46C8-99B2-71AA5B1EB731}" type="presOf" srcId="{AF170E60-57B6-4023-9F7C-B2D91C05B3C7}" destId="{45D86A40-BA0A-49AE-8974-CE48AE850D27}" srcOrd="0" destOrd="0" presId="urn:microsoft.com/office/officeart/2005/8/layout/process5"/>
    <dgm:cxn modelId="{EF8807A1-DE9F-4D10-AD97-3FF38B942535}" type="presOf" srcId="{CC3A165D-3E99-40F6-B4BD-A7245616DFA1}" destId="{551B1CDB-F2B8-46A9-A3E6-B501351ED778}" srcOrd="0" destOrd="0" presId="urn:microsoft.com/office/officeart/2005/8/layout/process5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A2A13C3-096B-42B9-AC6F-B125BF71C104}" type="presOf" srcId="{B8F8860A-3038-4EFC-BA9A-734839D1DE97}" destId="{359D5CBE-4978-4AC0-9CD3-B3AA4FEC4B25}" srcOrd="0" destOrd="0" presId="urn:microsoft.com/office/officeart/2005/8/layout/process5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EDF11BD9-2DDD-4555-96B6-E465E78BD4C7}" type="presOf" srcId="{79739C99-5733-45CA-8AD9-80D557619B87}" destId="{430E34E3-C9C9-419E-A9B4-C21EC967B65A}" srcOrd="0" destOrd="0" presId="urn:microsoft.com/office/officeart/2005/8/layout/process5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353EDDF2-A18A-4181-9323-3FFEEC5CDD17}" type="presOf" srcId="{67D33DD9-1B17-4A13-96A6-EEA33FBE5CD1}" destId="{31AB8F85-3EC7-4E49-9261-D687B13FCFA2}" srcOrd="1" destOrd="0" presId="urn:microsoft.com/office/officeart/2005/8/layout/process5"/>
    <dgm:cxn modelId="{EA6B0AFE-258B-4AB0-A3E5-BD3A8FD621FD}" type="presOf" srcId="{CB66B785-7925-461D-868A-6EFCF6417364}" destId="{331FE297-DE59-410A-8609-E2BF0920B6AE}" srcOrd="1" destOrd="0" presId="urn:microsoft.com/office/officeart/2005/8/layout/process5"/>
    <dgm:cxn modelId="{680ED9FF-0D25-450B-9B0D-8ABD04E36826}" type="presOf" srcId="{39282CAC-871C-466A-AD52-680CBBD17B8A}" destId="{98FEA2BC-EC52-4412-8FA3-1C22E8B89B9D}" srcOrd="1" destOrd="0" presId="urn:microsoft.com/office/officeart/2005/8/layout/process5"/>
    <dgm:cxn modelId="{BF0CCDC9-BFBD-45C9-A5EB-CC103B2A5320}" type="presParOf" srcId="{551B1CDB-F2B8-46A9-A3E6-B501351ED778}" destId="{359D5CBE-4978-4AC0-9CD3-B3AA4FEC4B25}" srcOrd="0" destOrd="0" presId="urn:microsoft.com/office/officeart/2005/8/layout/process5"/>
    <dgm:cxn modelId="{F7C008B7-E3FF-4C00-B9FD-1B1CA6B5DB57}" type="presParOf" srcId="{551B1CDB-F2B8-46A9-A3E6-B501351ED778}" destId="{7D374356-C7FC-4C84-8931-3E56180DE54D}" srcOrd="1" destOrd="0" presId="urn:microsoft.com/office/officeart/2005/8/layout/process5"/>
    <dgm:cxn modelId="{496F681B-D768-4898-BC68-AEF819605F3A}" type="presParOf" srcId="{7D374356-C7FC-4C84-8931-3E56180DE54D}" destId="{331FE297-DE59-410A-8609-E2BF0920B6AE}" srcOrd="0" destOrd="0" presId="urn:microsoft.com/office/officeart/2005/8/layout/process5"/>
    <dgm:cxn modelId="{F52B3836-3C2F-445E-AC5E-CC2237E304B8}" type="presParOf" srcId="{551B1CDB-F2B8-46A9-A3E6-B501351ED778}" destId="{CE5D2C50-FEAF-4305-AE7E-69F07A4E98B2}" srcOrd="2" destOrd="0" presId="urn:microsoft.com/office/officeart/2005/8/layout/process5"/>
    <dgm:cxn modelId="{80214523-598B-4047-AF27-16CB15A9F933}" type="presParOf" srcId="{551B1CDB-F2B8-46A9-A3E6-B501351ED778}" destId="{B097EE6A-73D2-464D-ACE7-7D3D08ACB6DA}" srcOrd="3" destOrd="0" presId="urn:microsoft.com/office/officeart/2005/8/layout/process5"/>
    <dgm:cxn modelId="{CE29F39A-AF05-4D68-9510-B8BA9F00E12D}" type="presParOf" srcId="{B097EE6A-73D2-464D-ACE7-7D3D08ACB6DA}" destId="{98FEA2BC-EC52-4412-8FA3-1C22E8B89B9D}" srcOrd="0" destOrd="0" presId="urn:microsoft.com/office/officeart/2005/8/layout/process5"/>
    <dgm:cxn modelId="{B3AA1DB9-BE8C-4683-9338-A3D8E408E8C1}" type="presParOf" srcId="{551B1CDB-F2B8-46A9-A3E6-B501351ED778}" destId="{16C5688C-AEFF-423E-9319-154875F9835C}" srcOrd="4" destOrd="0" presId="urn:microsoft.com/office/officeart/2005/8/layout/process5"/>
    <dgm:cxn modelId="{DB0C2141-A238-420B-93C7-EED1A81AFC50}" type="presParOf" srcId="{551B1CDB-F2B8-46A9-A3E6-B501351ED778}" destId="{E92266D7-4632-4108-AF96-DE44FA730316}" srcOrd="5" destOrd="0" presId="urn:microsoft.com/office/officeart/2005/8/layout/process5"/>
    <dgm:cxn modelId="{0F6ECAFE-1B5B-4EDF-A6A2-E340FDC395CD}" type="presParOf" srcId="{E92266D7-4632-4108-AF96-DE44FA730316}" destId="{31AB8F85-3EC7-4E49-9261-D687B13FCFA2}" srcOrd="0" destOrd="0" presId="urn:microsoft.com/office/officeart/2005/8/layout/process5"/>
    <dgm:cxn modelId="{7DB1C0DC-B196-4422-8D42-6D15C5B40CC8}" type="presParOf" srcId="{551B1CDB-F2B8-46A9-A3E6-B501351ED778}" destId="{430E34E3-C9C9-419E-A9B4-C21EC967B65A}" srcOrd="6" destOrd="0" presId="urn:microsoft.com/office/officeart/2005/8/layout/process5"/>
    <dgm:cxn modelId="{A197B20F-EA38-46CC-ADCF-467515D85F4F}" type="presParOf" srcId="{551B1CDB-F2B8-46A9-A3E6-B501351ED778}" destId="{304196F2-1CD3-4B0A-AF54-2B75C209CD91}" srcOrd="7" destOrd="0" presId="urn:microsoft.com/office/officeart/2005/8/layout/process5"/>
    <dgm:cxn modelId="{03958CBF-61C8-41D6-85F8-A8297ACF10CF}" type="presParOf" srcId="{304196F2-1CD3-4B0A-AF54-2B75C209CD91}" destId="{028BB451-DEC0-499B-BE57-F577BFFE8778}" srcOrd="0" destOrd="0" presId="urn:microsoft.com/office/officeart/2005/8/layout/process5"/>
    <dgm:cxn modelId="{85B40FFA-2A18-4971-9816-B582A398FC6A}" type="presParOf" srcId="{551B1CDB-F2B8-46A9-A3E6-B501351ED778}" destId="{45D86A40-BA0A-49AE-8974-CE48AE850D2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5" loCatId="process" qsTypeId="urn:microsoft.com/office/officeart/2005/8/quickstyle/simple5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Planning &amp; Requirements Gathering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Design &amp; Architecture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Development &amp; Implementation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 dirty="0"/>
            <a:t>Testing &amp; Quality Assurance (QA)</a:t>
          </a:r>
          <a:endParaRPr lang="en-US" dirty="0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Deployment &amp; Maintenance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551B1CDB-F2B8-46A9-A3E6-B501351ED778}" type="pres">
      <dgm:prSet presAssocID="{CC3A165D-3E99-40F6-B4BD-A7245616DFA1}" presName="diagram" presStyleCnt="0">
        <dgm:presLayoutVars>
          <dgm:dir/>
          <dgm:resizeHandles val="exact"/>
        </dgm:presLayoutVars>
      </dgm:prSet>
      <dgm:spPr/>
    </dgm:pt>
    <dgm:pt modelId="{359D5CBE-4978-4AC0-9CD3-B3AA4FEC4B25}" type="pres">
      <dgm:prSet presAssocID="{B8F8860A-3038-4EFC-BA9A-734839D1DE97}" presName="node" presStyleLbl="node1" presStyleIdx="0" presStyleCnt="5">
        <dgm:presLayoutVars>
          <dgm:bulletEnabled val="1"/>
        </dgm:presLayoutVars>
      </dgm:prSet>
      <dgm:spPr/>
    </dgm:pt>
    <dgm:pt modelId="{7D374356-C7FC-4C84-8931-3E56180DE54D}" type="pres">
      <dgm:prSet presAssocID="{CB66B785-7925-461D-868A-6EFCF6417364}" presName="sibTrans" presStyleLbl="sibTrans2D1" presStyleIdx="0" presStyleCnt="4"/>
      <dgm:spPr/>
    </dgm:pt>
    <dgm:pt modelId="{331FE297-DE59-410A-8609-E2BF0920B6AE}" type="pres">
      <dgm:prSet presAssocID="{CB66B785-7925-461D-868A-6EFCF6417364}" presName="connectorText" presStyleLbl="sibTrans2D1" presStyleIdx="0" presStyleCnt="4"/>
      <dgm:spPr/>
    </dgm:pt>
    <dgm:pt modelId="{CE5D2C50-FEAF-4305-AE7E-69F07A4E98B2}" type="pres">
      <dgm:prSet presAssocID="{17DA61F8-9F94-4DF7-8C90-CC86A5459502}" presName="node" presStyleLbl="node1" presStyleIdx="1" presStyleCnt="5">
        <dgm:presLayoutVars>
          <dgm:bulletEnabled val="1"/>
        </dgm:presLayoutVars>
      </dgm:prSet>
      <dgm:spPr/>
    </dgm:pt>
    <dgm:pt modelId="{B097EE6A-73D2-464D-ACE7-7D3D08ACB6DA}" type="pres">
      <dgm:prSet presAssocID="{39282CAC-871C-466A-AD52-680CBBD17B8A}" presName="sibTrans" presStyleLbl="sibTrans2D1" presStyleIdx="1" presStyleCnt="4"/>
      <dgm:spPr/>
    </dgm:pt>
    <dgm:pt modelId="{98FEA2BC-EC52-4412-8FA3-1C22E8B89B9D}" type="pres">
      <dgm:prSet presAssocID="{39282CAC-871C-466A-AD52-680CBBD17B8A}" presName="connectorText" presStyleLbl="sibTrans2D1" presStyleIdx="1" presStyleCnt="4"/>
      <dgm:spPr/>
    </dgm:pt>
    <dgm:pt modelId="{16C5688C-AEFF-423E-9319-154875F9835C}" type="pres">
      <dgm:prSet presAssocID="{D7C41D13-5B25-4DD1-B0DA-7B37AB543647}" presName="node" presStyleLbl="node1" presStyleIdx="2" presStyleCnt="5">
        <dgm:presLayoutVars>
          <dgm:bulletEnabled val="1"/>
        </dgm:presLayoutVars>
      </dgm:prSet>
      <dgm:spPr/>
    </dgm:pt>
    <dgm:pt modelId="{E92266D7-4632-4108-AF96-DE44FA730316}" type="pres">
      <dgm:prSet presAssocID="{67D33DD9-1B17-4A13-96A6-EEA33FBE5CD1}" presName="sibTrans" presStyleLbl="sibTrans2D1" presStyleIdx="2" presStyleCnt="4"/>
      <dgm:spPr/>
    </dgm:pt>
    <dgm:pt modelId="{31AB8F85-3EC7-4E49-9261-D687B13FCFA2}" type="pres">
      <dgm:prSet presAssocID="{67D33DD9-1B17-4A13-96A6-EEA33FBE5CD1}" presName="connectorText" presStyleLbl="sibTrans2D1" presStyleIdx="2" presStyleCnt="4"/>
      <dgm:spPr/>
    </dgm:pt>
    <dgm:pt modelId="{430E34E3-C9C9-419E-A9B4-C21EC967B65A}" type="pres">
      <dgm:prSet presAssocID="{79739C99-5733-45CA-8AD9-80D557619B87}" presName="node" presStyleLbl="node1" presStyleIdx="3" presStyleCnt="5">
        <dgm:presLayoutVars>
          <dgm:bulletEnabled val="1"/>
        </dgm:presLayoutVars>
      </dgm:prSet>
      <dgm:spPr/>
    </dgm:pt>
    <dgm:pt modelId="{304196F2-1CD3-4B0A-AF54-2B75C209CD91}" type="pres">
      <dgm:prSet presAssocID="{9588485D-3E5D-46E0-B2B0-81CDB4AB31A4}" presName="sibTrans" presStyleLbl="sibTrans2D1" presStyleIdx="3" presStyleCnt="4"/>
      <dgm:spPr/>
    </dgm:pt>
    <dgm:pt modelId="{028BB451-DEC0-499B-BE57-F577BFFE8778}" type="pres">
      <dgm:prSet presAssocID="{9588485D-3E5D-46E0-B2B0-81CDB4AB31A4}" presName="connectorText" presStyleLbl="sibTrans2D1" presStyleIdx="3" presStyleCnt="4"/>
      <dgm:spPr/>
    </dgm:pt>
    <dgm:pt modelId="{45D86A40-BA0A-49AE-8974-CE48AE850D27}" type="pres">
      <dgm:prSet presAssocID="{AF170E60-57B6-4023-9F7C-B2D91C05B3C7}" presName="node" presStyleLbl="node1" presStyleIdx="4" presStyleCnt="5">
        <dgm:presLayoutVars>
          <dgm:bulletEnabled val="1"/>
        </dgm:presLayoutVars>
      </dgm:prSet>
      <dgm:spPr/>
    </dgm:pt>
  </dgm:ptLst>
  <dgm:cxnLst>
    <dgm:cxn modelId="{EB343F0A-AB51-4BD7-BEE3-3A8D0E788B33}" type="presOf" srcId="{CB66B785-7925-461D-868A-6EFCF6417364}" destId="{7D374356-C7FC-4C84-8931-3E56180DE54D}" srcOrd="0" destOrd="0" presId="urn:microsoft.com/office/officeart/2005/8/layout/process5"/>
    <dgm:cxn modelId="{F30D5C12-A194-462A-AC64-3109A387F63E}" type="presOf" srcId="{D7C41D13-5B25-4DD1-B0DA-7B37AB543647}" destId="{16C5688C-AEFF-423E-9319-154875F9835C}" srcOrd="0" destOrd="0" presId="urn:microsoft.com/office/officeart/2005/8/layout/process5"/>
    <dgm:cxn modelId="{175ABF27-F862-4F91-9DC4-52002A042116}" type="presOf" srcId="{39282CAC-871C-466A-AD52-680CBBD17B8A}" destId="{B097EE6A-73D2-464D-ACE7-7D3D08ACB6DA}" srcOrd="0" destOrd="0" presId="urn:microsoft.com/office/officeart/2005/8/layout/process5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B496143D-47F6-4E18-BB00-CE29D9DFCC49}" type="presOf" srcId="{67D33DD9-1B17-4A13-96A6-EEA33FBE5CD1}" destId="{E92266D7-4632-4108-AF96-DE44FA730316}" srcOrd="0" destOrd="0" presId="urn:microsoft.com/office/officeart/2005/8/layout/process5"/>
    <dgm:cxn modelId="{E39B6E3E-671F-43E0-8BFE-20A1FBD7D148}" type="presOf" srcId="{17DA61F8-9F94-4DF7-8C90-CC86A5459502}" destId="{CE5D2C50-FEAF-4305-AE7E-69F07A4E98B2}" srcOrd="0" destOrd="0" presId="urn:microsoft.com/office/officeart/2005/8/layout/process5"/>
    <dgm:cxn modelId="{88EFE461-3884-43D0-ACC7-B9D336B9EBDD}" type="presOf" srcId="{9588485D-3E5D-46E0-B2B0-81CDB4AB31A4}" destId="{028BB451-DEC0-499B-BE57-F577BFFE8778}" srcOrd="1" destOrd="0" presId="urn:microsoft.com/office/officeart/2005/8/layout/process5"/>
    <dgm:cxn modelId="{8A7FF96A-FE75-4F36-B218-85F26EB545CD}" type="presOf" srcId="{9588485D-3E5D-46E0-B2B0-81CDB4AB31A4}" destId="{304196F2-1CD3-4B0A-AF54-2B75C209CD91}" srcOrd="0" destOrd="0" presId="urn:microsoft.com/office/officeart/2005/8/layout/process5"/>
    <dgm:cxn modelId="{E672C99F-5F6E-46C8-99B2-71AA5B1EB731}" type="presOf" srcId="{AF170E60-57B6-4023-9F7C-B2D91C05B3C7}" destId="{45D86A40-BA0A-49AE-8974-CE48AE850D27}" srcOrd="0" destOrd="0" presId="urn:microsoft.com/office/officeart/2005/8/layout/process5"/>
    <dgm:cxn modelId="{EF8807A1-DE9F-4D10-AD97-3FF38B942535}" type="presOf" srcId="{CC3A165D-3E99-40F6-B4BD-A7245616DFA1}" destId="{551B1CDB-F2B8-46A9-A3E6-B501351ED778}" srcOrd="0" destOrd="0" presId="urn:microsoft.com/office/officeart/2005/8/layout/process5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A2A13C3-096B-42B9-AC6F-B125BF71C104}" type="presOf" srcId="{B8F8860A-3038-4EFC-BA9A-734839D1DE97}" destId="{359D5CBE-4978-4AC0-9CD3-B3AA4FEC4B25}" srcOrd="0" destOrd="0" presId="urn:microsoft.com/office/officeart/2005/8/layout/process5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EDF11BD9-2DDD-4555-96B6-E465E78BD4C7}" type="presOf" srcId="{79739C99-5733-45CA-8AD9-80D557619B87}" destId="{430E34E3-C9C9-419E-A9B4-C21EC967B65A}" srcOrd="0" destOrd="0" presId="urn:microsoft.com/office/officeart/2005/8/layout/process5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353EDDF2-A18A-4181-9323-3FFEEC5CDD17}" type="presOf" srcId="{67D33DD9-1B17-4A13-96A6-EEA33FBE5CD1}" destId="{31AB8F85-3EC7-4E49-9261-D687B13FCFA2}" srcOrd="1" destOrd="0" presId="urn:microsoft.com/office/officeart/2005/8/layout/process5"/>
    <dgm:cxn modelId="{EA6B0AFE-258B-4AB0-A3E5-BD3A8FD621FD}" type="presOf" srcId="{CB66B785-7925-461D-868A-6EFCF6417364}" destId="{331FE297-DE59-410A-8609-E2BF0920B6AE}" srcOrd="1" destOrd="0" presId="urn:microsoft.com/office/officeart/2005/8/layout/process5"/>
    <dgm:cxn modelId="{680ED9FF-0D25-450B-9B0D-8ABD04E36826}" type="presOf" srcId="{39282CAC-871C-466A-AD52-680CBBD17B8A}" destId="{98FEA2BC-EC52-4412-8FA3-1C22E8B89B9D}" srcOrd="1" destOrd="0" presId="urn:microsoft.com/office/officeart/2005/8/layout/process5"/>
    <dgm:cxn modelId="{BF0CCDC9-BFBD-45C9-A5EB-CC103B2A5320}" type="presParOf" srcId="{551B1CDB-F2B8-46A9-A3E6-B501351ED778}" destId="{359D5CBE-4978-4AC0-9CD3-B3AA4FEC4B25}" srcOrd="0" destOrd="0" presId="urn:microsoft.com/office/officeart/2005/8/layout/process5"/>
    <dgm:cxn modelId="{F7C008B7-E3FF-4C00-B9FD-1B1CA6B5DB57}" type="presParOf" srcId="{551B1CDB-F2B8-46A9-A3E6-B501351ED778}" destId="{7D374356-C7FC-4C84-8931-3E56180DE54D}" srcOrd="1" destOrd="0" presId="urn:microsoft.com/office/officeart/2005/8/layout/process5"/>
    <dgm:cxn modelId="{496F681B-D768-4898-BC68-AEF819605F3A}" type="presParOf" srcId="{7D374356-C7FC-4C84-8931-3E56180DE54D}" destId="{331FE297-DE59-410A-8609-E2BF0920B6AE}" srcOrd="0" destOrd="0" presId="urn:microsoft.com/office/officeart/2005/8/layout/process5"/>
    <dgm:cxn modelId="{F52B3836-3C2F-445E-AC5E-CC2237E304B8}" type="presParOf" srcId="{551B1CDB-F2B8-46A9-A3E6-B501351ED778}" destId="{CE5D2C50-FEAF-4305-AE7E-69F07A4E98B2}" srcOrd="2" destOrd="0" presId="urn:microsoft.com/office/officeart/2005/8/layout/process5"/>
    <dgm:cxn modelId="{80214523-598B-4047-AF27-16CB15A9F933}" type="presParOf" srcId="{551B1CDB-F2B8-46A9-A3E6-B501351ED778}" destId="{B097EE6A-73D2-464D-ACE7-7D3D08ACB6DA}" srcOrd="3" destOrd="0" presId="urn:microsoft.com/office/officeart/2005/8/layout/process5"/>
    <dgm:cxn modelId="{CE29F39A-AF05-4D68-9510-B8BA9F00E12D}" type="presParOf" srcId="{B097EE6A-73D2-464D-ACE7-7D3D08ACB6DA}" destId="{98FEA2BC-EC52-4412-8FA3-1C22E8B89B9D}" srcOrd="0" destOrd="0" presId="urn:microsoft.com/office/officeart/2005/8/layout/process5"/>
    <dgm:cxn modelId="{B3AA1DB9-BE8C-4683-9338-A3D8E408E8C1}" type="presParOf" srcId="{551B1CDB-F2B8-46A9-A3E6-B501351ED778}" destId="{16C5688C-AEFF-423E-9319-154875F9835C}" srcOrd="4" destOrd="0" presId="urn:microsoft.com/office/officeart/2005/8/layout/process5"/>
    <dgm:cxn modelId="{DB0C2141-A238-420B-93C7-EED1A81AFC50}" type="presParOf" srcId="{551B1CDB-F2B8-46A9-A3E6-B501351ED778}" destId="{E92266D7-4632-4108-AF96-DE44FA730316}" srcOrd="5" destOrd="0" presId="urn:microsoft.com/office/officeart/2005/8/layout/process5"/>
    <dgm:cxn modelId="{0F6ECAFE-1B5B-4EDF-A6A2-E340FDC395CD}" type="presParOf" srcId="{E92266D7-4632-4108-AF96-DE44FA730316}" destId="{31AB8F85-3EC7-4E49-9261-D687B13FCFA2}" srcOrd="0" destOrd="0" presId="urn:microsoft.com/office/officeart/2005/8/layout/process5"/>
    <dgm:cxn modelId="{7DB1C0DC-B196-4422-8D42-6D15C5B40CC8}" type="presParOf" srcId="{551B1CDB-F2B8-46A9-A3E6-B501351ED778}" destId="{430E34E3-C9C9-419E-A9B4-C21EC967B65A}" srcOrd="6" destOrd="0" presId="urn:microsoft.com/office/officeart/2005/8/layout/process5"/>
    <dgm:cxn modelId="{A197B20F-EA38-46CC-ADCF-467515D85F4F}" type="presParOf" srcId="{551B1CDB-F2B8-46A9-A3E6-B501351ED778}" destId="{304196F2-1CD3-4B0A-AF54-2B75C209CD91}" srcOrd="7" destOrd="0" presId="urn:microsoft.com/office/officeart/2005/8/layout/process5"/>
    <dgm:cxn modelId="{03958CBF-61C8-41D6-85F8-A8297ACF10CF}" type="presParOf" srcId="{304196F2-1CD3-4B0A-AF54-2B75C209CD91}" destId="{028BB451-DEC0-499B-BE57-F577BFFE8778}" srcOrd="0" destOrd="0" presId="urn:microsoft.com/office/officeart/2005/8/layout/process5"/>
    <dgm:cxn modelId="{85B40FFA-2A18-4971-9816-B582A398FC6A}" type="presParOf" srcId="{551B1CDB-F2B8-46A9-A3E6-B501351ED778}" destId="{45D86A40-BA0A-49AE-8974-CE48AE850D2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5" loCatId="process" qsTypeId="urn:microsoft.com/office/officeart/2005/8/quickstyle/simple5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Planning &amp; Requirements Gathering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Design &amp; Architecture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Development &amp; Implementation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 dirty="0"/>
            <a:t>Testing &amp; Quality Assurance (QA)</a:t>
          </a:r>
          <a:endParaRPr lang="en-US" dirty="0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Deployment &amp; Maintenance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551B1CDB-F2B8-46A9-A3E6-B501351ED778}" type="pres">
      <dgm:prSet presAssocID="{CC3A165D-3E99-40F6-B4BD-A7245616DFA1}" presName="diagram" presStyleCnt="0">
        <dgm:presLayoutVars>
          <dgm:dir/>
          <dgm:resizeHandles val="exact"/>
        </dgm:presLayoutVars>
      </dgm:prSet>
      <dgm:spPr/>
    </dgm:pt>
    <dgm:pt modelId="{359D5CBE-4978-4AC0-9CD3-B3AA4FEC4B25}" type="pres">
      <dgm:prSet presAssocID="{B8F8860A-3038-4EFC-BA9A-734839D1DE97}" presName="node" presStyleLbl="node1" presStyleIdx="0" presStyleCnt="5">
        <dgm:presLayoutVars>
          <dgm:bulletEnabled val="1"/>
        </dgm:presLayoutVars>
      </dgm:prSet>
      <dgm:spPr/>
    </dgm:pt>
    <dgm:pt modelId="{7D374356-C7FC-4C84-8931-3E56180DE54D}" type="pres">
      <dgm:prSet presAssocID="{CB66B785-7925-461D-868A-6EFCF6417364}" presName="sibTrans" presStyleLbl="sibTrans2D1" presStyleIdx="0" presStyleCnt="4"/>
      <dgm:spPr/>
    </dgm:pt>
    <dgm:pt modelId="{331FE297-DE59-410A-8609-E2BF0920B6AE}" type="pres">
      <dgm:prSet presAssocID="{CB66B785-7925-461D-868A-6EFCF6417364}" presName="connectorText" presStyleLbl="sibTrans2D1" presStyleIdx="0" presStyleCnt="4"/>
      <dgm:spPr/>
    </dgm:pt>
    <dgm:pt modelId="{CE5D2C50-FEAF-4305-AE7E-69F07A4E98B2}" type="pres">
      <dgm:prSet presAssocID="{17DA61F8-9F94-4DF7-8C90-CC86A5459502}" presName="node" presStyleLbl="node1" presStyleIdx="1" presStyleCnt="5">
        <dgm:presLayoutVars>
          <dgm:bulletEnabled val="1"/>
        </dgm:presLayoutVars>
      </dgm:prSet>
      <dgm:spPr/>
    </dgm:pt>
    <dgm:pt modelId="{B097EE6A-73D2-464D-ACE7-7D3D08ACB6DA}" type="pres">
      <dgm:prSet presAssocID="{39282CAC-871C-466A-AD52-680CBBD17B8A}" presName="sibTrans" presStyleLbl="sibTrans2D1" presStyleIdx="1" presStyleCnt="4"/>
      <dgm:spPr/>
    </dgm:pt>
    <dgm:pt modelId="{98FEA2BC-EC52-4412-8FA3-1C22E8B89B9D}" type="pres">
      <dgm:prSet presAssocID="{39282CAC-871C-466A-AD52-680CBBD17B8A}" presName="connectorText" presStyleLbl="sibTrans2D1" presStyleIdx="1" presStyleCnt="4"/>
      <dgm:spPr/>
    </dgm:pt>
    <dgm:pt modelId="{16C5688C-AEFF-423E-9319-154875F9835C}" type="pres">
      <dgm:prSet presAssocID="{D7C41D13-5B25-4DD1-B0DA-7B37AB543647}" presName="node" presStyleLbl="node1" presStyleIdx="2" presStyleCnt="5">
        <dgm:presLayoutVars>
          <dgm:bulletEnabled val="1"/>
        </dgm:presLayoutVars>
      </dgm:prSet>
      <dgm:spPr/>
    </dgm:pt>
    <dgm:pt modelId="{E92266D7-4632-4108-AF96-DE44FA730316}" type="pres">
      <dgm:prSet presAssocID="{67D33DD9-1B17-4A13-96A6-EEA33FBE5CD1}" presName="sibTrans" presStyleLbl="sibTrans2D1" presStyleIdx="2" presStyleCnt="4"/>
      <dgm:spPr/>
    </dgm:pt>
    <dgm:pt modelId="{31AB8F85-3EC7-4E49-9261-D687B13FCFA2}" type="pres">
      <dgm:prSet presAssocID="{67D33DD9-1B17-4A13-96A6-EEA33FBE5CD1}" presName="connectorText" presStyleLbl="sibTrans2D1" presStyleIdx="2" presStyleCnt="4"/>
      <dgm:spPr/>
    </dgm:pt>
    <dgm:pt modelId="{430E34E3-C9C9-419E-A9B4-C21EC967B65A}" type="pres">
      <dgm:prSet presAssocID="{79739C99-5733-45CA-8AD9-80D557619B87}" presName="node" presStyleLbl="node1" presStyleIdx="3" presStyleCnt="5">
        <dgm:presLayoutVars>
          <dgm:bulletEnabled val="1"/>
        </dgm:presLayoutVars>
      </dgm:prSet>
      <dgm:spPr/>
    </dgm:pt>
    <dgm:pt modelId="{304196F2-1CD3-4B0A-AF54-2B75C209CD91}" type="pres">
      <dgm:prSet presAssocID="{9588485D-3E5D-46E0-B2B0-81CDB4AB31A4}" presName="sibTrans" presStyleLbl="sibTrans2D1" presStyleIdx="3" presStyleCnt="4"/>
      <dgm:spPr/>
    </dgm:pt>
    <dgm:pt modelId="{028BB451-DEC0-499B-BE57-F577BFFE8778}" type="pres">
      <dgm:prSet presAssocID="{9588485D-3E5D-46E0-B2B0-81CDB4AB31A4}" presName="connectorText" presStyleLbl="sibTrans2D1" presStyleIdx="3" presStyleCnt="4"/>
      <dgm:spPr/>
    </dgm:pt>
    <dgm:pt modelId="{45D86A40-BA0A-49AE-8974-CE48AE850D27}" type="pres">
      <dgm:prSet presAssocID="{AF170E60-57B6-4023-9F7C-B2D91C05B3C7}" presName="node" presStyleLbl="node1" presStyleIdx="4" presStyleCnt="5">
        <dgm:presLayoutVars>
          <dgm:bulletEnabled val="1"/>
        </dgm:presLayoutVars>
      </dgm:prSet>
      <dgm:spPr/>
    </dgm:pt>
  </dgm:ptLst>
  <dgm:cxnLst>
    <dgm:cxn modelId="{EB343F0A-AB51-4BD7-BEE3-3A8D0E788B33}" type="presOf" srcId="{CB66B785-7925-461D-868A-6EFCF6417364}" destId="{7D374356-C7FC-4C84-8931-3E56180DE54D}" srcOrd="0" destOrd="0" presId="urn:microsoft.com/office/officeart/2005/8/layout/process5"/>
    <dgm:cxn modelId="{F30D5C12-A194-462A-AC64-3109A387F63E}" type="presOf" srcId="{D7C41D13-5B25-4DD1-B0DA-7B37AB543647}" destId="{16C5688C-AEFF-423E-9319-154875F9835C}" srcOrd="0" destOrd="0" presId="urn:microsoft.com/office/officeart/2005/8/layout/process5"/>
    <dgm:cxn modelId="{175ABF27-F862-4F91-9DC4-52002A042116}" type="presOf" srcId="{39282CAC-871C-466A-AD52-680CBBD17B8A}" destId="{B097EE6A-73D2-464D-ACE7-7D3D08ACB6DA}" srcOrd="0" destOrd="0" presId="urn:microsoft.com/office/officeart/2005/8/layout/process5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B496143D-47F6-4E18-BB00-CE29D9DFCC49}" type="presOf" srcId="{67D33DD9-1B17-4A13-96A6-EEA33FBE5CD1}" destId="{E92266D7-4632-4108-AF96-DE44FA730316}" srcOrd="0" destOrd="0" presId="urn:microsoft.com/office/officeart/2005/8/layout/process5"/>
    <dgm:cxn modelId="{E39B6E3E-671F-43E0-8BFE-20A1FBD7D148}" type="presOf" srcId="{17DA61F8-9F94-4DF7-8C90-CC86A5459502}" destId="{CE5D2C50-FEAF-4305-AE7E-69F07A4E98B2}" srcOrd="0" destOrd="0" presId="urn:microsoft.com/office/officeart/2005/8/layout/process5"/>
    <dgm:cxn modelId="{88EFE461-3884-43D0-ACC7-B9D336B9EBDD}" type="presOf" srcId="{9588485D-3E5D-46E0-B2B0-81CDB4AB31A4}" destId="{028BB451-DEC0-499B-BE57-F577BFFE8778}" srcOrd="1" destOrd="0" presId="urn:microsoft.com/office/officeart/2005/8/layout/process5"/>
    <dgm:cxn modelId="{8A7FF96A-FE75-4F36-B218-85F26EB545CD}" type="presOf" srcId="{9588485D-3E5D-46E0-B2B0-81CDB4AB31A4}" destId="{304196F2-1CD3-4B0A-AF54-2B75C209CD91}" srcOrd="0" destOrd="0" presId="urn:microsoft.com/office/officeart/2005/8/layout/process5"/>
    <dgm:cxn modelId="{E672C99F-5F6E-46C8-99B2-71AA5B1EB731}" type="presOf" srcId="{AF170E60-57B6-4023-9F7C-B2D91C05B3C7}" destId="{45D86A40-BA0A-49AE-8974-CE48AE850D27}" srcOrd="0" destOrd="0" presId="urn:microsoft.com/office/officeart/2005/8/layout/process5"/>
    <dgm:cxn modelId="{EF8807A1-DE9F-4D10-AD97-3FF38B942535}" type="presOf" srcId="{CC3A165D-3E99-40F6-B4BD-A7245616DFA1}" destId="{551B1CDB-F2B8-46A9-A3E6-B501351ED778}" srcOrd="0" destOrd="0" presId="urn:microsoft.com/office/officeart/2005/8/layout/process5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A2A13C3-096B-42B9-AC6F-B125BF71C104}" type="presOf" srcId="{B8F8860A-3038-4EFC-BA9A-734839D1DE97}" destId="{359D5CBE-4978-4AC0-9CD3-B3AA4FEC4B25}" srcOrd="0" destOrd="0" presId="urn:microsoft.com/office/officeart/2005/8/layout/process5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EDF11BD9-2DDD-4555-96B6-E465E78BD4C7}" type="presOf" srcId="{79739C99-5733-45CA-8AD9-80D557619B87}" destId="{430E34E3-C9C9-419E-A9B4-C21EC967B65A}" srcOrd="0" destOrd="0" presId="urn:microsoft.com/office/officeart/2005/8/layout/process5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353EDDF2-A18A-4181-9323-3FFEEC5CDD17}" type="presOf" srcId="{67D33DD9-1B17-4A13-96A6-EEA33FBE5CD1}" destId="{31AB8F85-3EC7-4E49-9261-D687B13FCFA2}" srcOrd="1" destOrd="0" presId="urn:microsoft.com/office/officeart/2005/8/layout/process5"/>
    <dgm:cxn modelId="{EA6B0AFE-258B-4AB0-A3E5-BD3A8FD621FD}" type="presOf" srcId="{CB66B785-7925-461D-868A-6EFCF6417364}" destId="{331FE297-DE59-410A-8609-E2BF0920B6AE}" srcOrd="1" destOrd="0" presId="urn:microsoft.com/office/officeart/2005/8/layout/process5"/>
    <dgm:cxn modelId="{680ED9FF-0D25-450B-9B0D-8ABD04E36826}" type="presOf" srcId="{39282CAC-871C-466A-AD52-680CBBD17B8A}" destId="{98FEA2BC-EC52-4412-8FA3-1C22E8B89B9D}" srcOrd="1" destOrd="0" presId="urn:microsoft.com/office/officeart/2005/8/layout/process5"/>
    <dgm:cxn modelId="{BF0CCDC9-BFBD-45C9-A5EB-CC103B2A5320}" type="presParOf" srcId="{551B1CDB-F2B8-46A9-A3E6-B501351ED778}" destId="{359D5CBE-4978-4AC0-9CD3-B3AA4FEC4B25}" srcOrd="0" destOrd="0" presId="urn:microsoft.com/office/officeart/2005/8/layout/process5"/>
    <dgm:cxn modelId="{F7C008B7-E3FF-4C00-B9FD-1B1CA6B5DB57}" type="presParOf" srcId="{551B1CDB-F2B8-46A9-A3E6-B501351ED778}" destId="{7D374356-C7FC-4C84-8931-3E56180DE54D}" srcOrd="1" destOrd="0" presId="urn:microsoft.com/office/officeart/2005/8/layout/process5"/>
    <dgm:cxn modelId="{496F681B-D768-4898-BC68-AEF819605F3A}" type="presParOf" srcId="{7D374356-C7FC-4C84-8931-3E56180DE54D}" destId="{331FE297-DE59-410A-8609-E2BF0920B6AE}" srcOrd="0" destOrd="0" presId="urn:microsoft.com/office/officeart/2005/8/layout/process5"/>
    <dgm:cxn modelId="{F52B3836-3C2F-445E-AC5E-CC2237E304B8}" type="presParOf" srcId="{551B1CDB-F2B8-46A9-A3E6-B501351ED778}" destId="{CE5D2C50-FEAF-4305-AE7E-69F07A4E98B2}" srcOrd="2" destOrd="0" presId="urn:microsoft.com/office/officeart/2005/8/layout/process5"/>
    <dgm:cxn modelId="{80214523-598B-4047-AF27-16CB15A9F933}" type="presParOf" srcId="{551B1CDB-F2B8-46A9-A3E6-B501351ED778}" destId="{B097EE6A-73D2-464D-ACE7-7D3D08ACB6DA}" srcOrd="3" destOrd="0" presId="urn:microsoft.com/office/officeart/2005/8/layout/process5"/>
    <dgm:cxn modelId="{CE29F39A-AF05-4D68-9510-B8BA9F00E12D}" type="presParOf" srcId="{B097EE6A-73D2-464D-ACE7-7D3D08ACB6DA}" destId="{98FEA2BC-EC52-4412-8FA3-1C22E8B89B9D}" srcOrd="0" destOrd="0" presId="urn:microsoft.com/office/officeart/2005/8/layout/process5"/>
    <dgm:cxn modelId="{B3AA1DB9-BE8C-4683-9338-A3D8E408E8C1}" type="presParOf" srcId="{551B1CDB-F2B8-46A9-A3E6-B501351ED778}" destId="{16C5688C-AEFF-423E-9319-154875F9835C}" srcOrd="4" destOrd="0" presId="urn:microsoft.com/office/officeart/2005/8/layout/process5"/>
    <dgm:cxn modelId="{DB0C2141-A238-420B-93C7-EED1A81AFC50}" type="presParOf" srcId="{551B1CDB-F2B8-46A9-A3E6-B501351ED778}" destId="{E92266D7-4632-4108-AF96-DE44FA730316}" srcOrd="5" destOrd="0" presId="urn:microsoft.com/office/officeart/2005/8/layout/process5"/>
    <dgm:cxn modelId="{0F6ECAFE-1B5B-4EDF-A6A2-E340FDC395CD}" type="presParOf" srcId="{E92266D7-4632-4108-AF96-DE44FA730316}" destId="{31AB8F85-3EC7-4E49-9261-D687B13FCFA2}" srcOrd="0" destOrd="0" presId="urn:microsoft.com/office/officeart/2005/8/layout/process5"/>
    <dgm:cxn modelId="{7DB1C0DC-B196-4422-8D42-6D15C5B40CC8}" type="presParOf" srcId="{551B1CDB-F2B8-46A9-A3E6-B501351ED778}" destId="{430E34E3-C9C9-419E-A9B4-C21EC967B65A}" srcOrd="6" destOrd="0" presId="urn:microsoft.com/office/officeart/2005/8/layout/process5"/>
    <dgm:cxn modelId="{A197B20F-EA38-46CC-ADCF-467515D85F4F}" type="presParOf" srcId="{551B1CDB-F2B8-46A9-A3E6-B501351ED778}" destId="{304196F2-1CD3-4B0A-AF54-2B75C209CD91}" srcOrd="7" destOrd="0" presId="urn:microsoft.com/office/officeart/2005/8/layout/process5"/>
    <dgm:cxn modelId="{03958CBF-61C8-41D6-85F8-A8297ACF10CF}" type="presParOf" srcId="{304196F2-1CD3-4B0A-AF54-2B75C209CD91}" destId="{028BB451-DEC0-499B-BE57-F577BFFE8778}" srcOrd="0" destOrd="0" presId="urn:microsoft.com/office/officeart/2005/8/layout/process5"/>
    <dgm:cxn modelId="{85B40FFA-2A18-4971-9816-B582A398FC6A}" type="presParOf" srcId="{551B1CDB-F2B8-46A9-A3E6-B501351ED778}" destId="{45D86A40-BA0A-49AE-8974-CE48AE850D2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C3A165D-3E99-40F6-B4BD-A7245616DFA1}" type="doc">
      <dgm:prSet loTypeId="urn:microsoft.com/office/officeart/2005/8/layout/process5" loCatId="process" qsTypeId="urn:microsoft.com/office/officeart/2005/8/quickstyle/simple5" qsCatId="simple" csTypeId="urn:microsoft.com/office/officeart/2005/8/colors/colorful2" csCatId="colorful" phldr="1"/>
      <dgm:spPr/>
    </dgm:pt>
    <dgm:pt modelId="{B8F8860A-3038-4EFC-BA9A-734839D1DE97}">
      <dgm:prSet phldrT="[Text]"/>
      <dgm:spPr/>
      <dgm:t>
        <a:bodyPr/>
        <a:lstStyle/>
        <a:p>
          <a:r>
            <a:rPr lang="en-US" b="1" i="0" dirty="0"/>
            <a:t>Planning &amp; Requirements Gathering</a:t>
          </a:r>
          <a:endParaRPr lang="en-US" dirty="0"/>
        </a:p>
      </dgm:t>
    </dgm:pt>
    <dgm:pt modelId="{EC6CE10B-5DCB-463A-AB0E-667B49C32E4D}" type="parTrans" cxnId="{F3ABA5BE-6E0E-4A23-A5E7-01C302FA0F66}">
      <dgm:prSet/>
      <dgm:spPr/>
      <dgm:t>
        <a:bodyPr/>
        <a:lstStyle/>
        <a:p>
          <a:endParaRPr lang="en-US"/>
        </a:p>
      </dgm:t>
    </dgm:pt>
    <dgm:pt modelId="{CB66B785-7925-461D-868A-6EFCF6417364}" type="sibTrans" cxnId="{F3ABA5BE-6E0E-4A23-A5E7-01C302FA0F66}">
      <dgm:prSet/>
      <dgm:spPr/>
      <dgm:t>
        <a:bodyPr/>
        <a:lstStyle/>
        <a:p>
          <a:endParaRPr lang="en-US"/>
        </a:p>
      </dgm:t>
    </dgm:pt>
    <dgm:pt modelId="{17DA61F8-9F94-4DF7-8C90-CC86A5459502}">
      <dgm:prSet phldrT="[Text]"/>
      <dgm:spPr/>
      <dgm:t>
        <a:bodyPr/>
        <a:lstStyle/>
        <a:p>
          <a:r>
            <a:rPr lang="en-US" b="1" i="0" dirty="0"/>
            <a:t>Design &amp; Architecture</a:t>
          </a:r>
          <a:endParaRPr lang="en-US" dirty="0"/>
        </a:p>
      </dgm:t>
    </dgm:pt>
    <dgm:pt modelId="{2426FAC8-DA2E-41EA-BDA2-F04A23D6A053}" type="parTrans" cxnId="{A9FEB8E6-4FA0-4EF8-8368-057F43B709F5}">
      <dgm:prSet/>
      <dgm:spPr/>
      <dgm:t>
        <a:bodyPr/>
        <a:lstStyle/>
        <a:p>
          <a:endParaRPr lang="en-US"/>
        </a:p>
      </dgm:t>
    </dgm:pt>
    <dgm:pt modelId="{39282CAC-871C-466A-AD52-680CBBD17B8A}" type="sibTrans" cxnId="{A9FEB8E6-4FA0-4EF8-8368-057F43B709F5}">
      <dgm:prSet/>
      <dgm:spPr/>
      <dgm:t>
        <a:bodyPr/>
        <a:lstStyle/>
        <a:p>
          <a:endParaRPr lang="en-US"/>
        </a:p>
      </dgm:t>
    </dgm:pt>
    <dgm:pt modelId="{D7C41D13-5B25-4DD1-B0DA-7B37AB543647}">
      <dgm:prSet phldrT="[Text]"/>
      <dgm:spPr/>
      <dgm:t>
        <a:bodyPr/>
        <a:lstStyle/>
        <a:p>
          <a:r>
            <a:rPr lang="en-US" b="1" i="0" dirty="0"/>
            <a:t>Development &amp; Implementation</a:t>
          </a:r>
          <a:endParaRPr lang="en-US" dirty="0"/>
        </a:p>
      </dgm:t>
    </dgm:pt>
    <dgm:pt modelId="{3F9552C3-19E1-41A7-BFCC-7105C4F55A14}" type="parTrans" cxnId="{559500D9-D9A6-43F2-8239-B8500E115866}">
      <dgm:prSet/>
      <dgm:spPr/>
      <dgm:t>
        <a:bodyPr/>
        <a:lstStyle/>
        <a:p>
          <a:endParaRPr lang="en-US"/>
        </a:p>
      </dgm:t>
    </dgm:pt>
    <dgm:pt modelId="{67D33DD9-1B17-4A13-96A6-EEA33FBE5CD1}" type="sibTrans" cxnId="{559500D9-D9A6-43F2-8239-B8500E115866}">
      <dgm:prSet/>
      <dgm:spPr/>
      <dgm:t>
        <a:bodyPr/>
        <a:lstStyle/>
        <a:p>
          <a:endParaRPr lang="en-US"/>
        </a:p>
      </dgm:t>
    </dgm:pt>
    <dgm:pt modelId="{79739C99-5733-45CA-8AD9-80D557619B87}">
      <dgm:prSet/>
      <dgm:spPr/>
      <dgm:t>
        <a:bodyPr/>
        <a:lstStyle/>
        <a:p>
          <a:r>
            <a:rPr lang="en-US" b="1" i="0" dirty="0"/>
            <a:t>Testing &amp; Quality Assurance (QA)</a:t>
          </a:r>
          <a:endParaRPr lang="en-US" dirty="0"/>
        </a:p>
      </dgm:t>
    </dgm:pt>
    <dgm:pt modelId="{A9CA8E43-4090-4C55-84DB-0895294F82CD}" type="parTrans" cxnId="{B565BBCF-456E-43D6-BCEC-50DD837E6D31}">
      <dgm:prSet/>
      <dgm:spPr/>
      <dgm:t>
        <a:bodyPr/>
        <a:lstStyle/>
        <a:p>
          <a:endParaRPr lang="en-US"/>
        </a:p>
      </dgm:t>
    </dgm:pt>
    <dgm:pt modelId="{9588485D-3E5D-46E0-B2B0-81CDB4AB31A4}" type="sibTrans" cxnId="{B565BBCF-456E-43D6-BCEC-50DD837E6D31}">
      <dgm:prSet/>
      <dgm:spPr/>
      <dgm:t>
        <a:bodyPr/>
        <a:lstStyle/>
        <a:p>
          <a:endParaRPr lang="en-US"/>
        </a:p>
      </dgm:t>
    </dgm:pt>
    <dgm:pt modelId="{AF170E60-57B6-4023-9F7C-B2D91C05B3C7}">
      <dgm:prSet/>
      <dgm:spPr/>
      <dgm:t>
        <a:bodyPr/>
        <a:lstStyle/>
        <a:p>
          <a:r>
            <a:rPr lang="en-US" b="1" i="0" dirty="0"/>
            <a:t>Deployment &amp; Maintenance</a:t>
          </a:r>
          <a:endParaRPr lang="en-US" dirty="0"/>
        </a:p>
      </dgm:t>
    </dgm:pt>
    <dgm:pt modelId="{149BECF8-6C99-449D-A8FC-AD3025E4C40D}" type="parTrans" cxnId="{A916252D-3188-468F-8F85-FE7D4CE3C06D}">
      <dgm:prSet/>
      <dgm:spPr/>
      <dgm:t>
        <a:bodyPr/>
        <a:lstStyle/>
        <a:p>
          <a:endParaRPr lang="en-US"/>
        </a:p>
      </dgm:t>
    </dgm:pt>
    <dgm:pt modelId="{59687841-1013-4AB5-8AFE-9CCD012D4AAE}" type="sibTrans" cxnId="{A916252D-3188-468F-8F85-FE7D4CE3C06D}">
      <dgm:prSet/>
      <dgm:spPr/>
      <dgm:t>
        <a:bodyPr/>
        <a:lstStyle/>
        <a:p>
          <a:endParaRPr lang="en-US"/>
        </a:p>
      </dgm:t>
    </dgm:pt>
    <dgm:pt modelId="{551B1CDB-F2B8-46A9-A3E6-B501351ED778}" type="pres">
      <dgm:prSet presAssocID="{CC3A165D-3E99-40F6-B4BD-A7245616DFA1}" presName="diagram" presStyleCnt="0">
        <dgm:presLayoutVars>
          <dgm:dir/>
          <dgm:resizeHandles val="exact"/>
        </dgm:presLayoutVars>
      </dgm:prSet>
      <dgm:spPr/>
    </dgm:pt>
    <dgm:pt modelId="{359D5CBE-4978-4AC0-9CD3-B3AA4FEC4B25}" type="pres">
      <dgm:prSet presAssocID="{B8F8860A-3038-4EFC-BA9A-734839D1DE97}" presName="node" presStyleLbl="node1" presStyleIdx="0" presStyleCnt="5">
        <dgm:presLayoutVars>
          <dgm:bulletEnabled val="1"/>
        </dgm:presLayoutVars>
      </dgm:prSet>
      <dgm:spPr/>
    </dgm:pt>
    <dgm:pt modelId="{7D374356-C7FC-4C84-8931-3E56180DE54D}" type="pres">
      <dgm:prSet presAssocID="{CB66B785-7925-461D-868A-6EFCF6417364}" presName="sibTrans" presStyleLbl="sibTrans2D1" presStyleIdx="0" presStyleCnt="4"/>
      <dgm:spPr/>
    </dgm:pt>
    <dgm:pt modelId="{331FE297-DE59-410A-8609-E2BF0920B6AE}" type="pres">
      <dgm:prSet presAssocID="{CB66B785-7925-461D-868A-6EFCF6417364}" presName="connectorText" presStyleLbl="sibTrans2D1" presStyleIdx="0" presStyleCnt="4"/>
      <dgm:spPr/>
    </dgm:pt>
    <dgm:pt modelId="{CE5D2C50-FEAF-4305-AE7E-69F07A4E98B2}" type="pres">
      <dgm:prSet presAssocID="{17DA61F8-9F94-4DF7-8C90-CC86A5459502}" presName="node" presStyleLbl="node1" presStyleIdx="1" presStyleCnt="5">
        <dgm:presLayoutVars>
          <dgm:bulletEnabled val="1"/>
        </dgm:presLayoutVars>
      </dgm:prSet>
      <dgm:spPr/>
    </dgm:pt>
    <dgm:pt modelId="{B097EE6A-73D2-464D-ACE7-7D3D08ACB6DA}" type="pres">
      <dgm:prSet presAssocID="{39282CAC-871C-466A-AD52-680CBBD17B8A}" presName="sibTrans" presStyleLbl="sibTrans2D1" presStyleIdx="1" presStyleCnt="4"/>
      <dgm:spPr/>
    </dgm:pt>
    <dgm:pt modelId="{98FEA2BC-EC52-4412-8FA3-1C22E8B89B9D}" type="pres">
      <dgm:prSet presAssocID="{39282CAC-871C-466A-AD52-680CBBD17B8A}" presName="connectorText" presStyleLbl="sibTrans2D1" presStyleIdx="1" presStyleCnt="4"/>
      <dgm:spPr/>
    </dgm:pt>
    <dgm:pt modelId="{16C5688C-AEFF-423E-9319-154875F9835C}" type="pres">
      <dgm:prSet presAssocID="{D7C41D13-5B25-4DD1-B0DA-7B37AB543647}" presName="node" presStyleLbl="node1" presStyleIdx="2" presStyleCnt="5">
        <dgm:presLayoutVars>
          <dgm:bulletEnabled val="1"/>
        </dgm:presLayoutVars>
      </dgm:prSet>
      <dgm:spPr/>
    </dgm:pt>
    <dgm:pt modelId="{E92266D7-4632-4108-AF96-DE44FA730316}" type="pres">
      <dgm:prSet presAssocID="{67D33DD9-1B17-4A13-96A6-EEA33FBE5CD1}" presName="sibTrans" presStyleLbl="sibTrans2D1" presStyleIdx="2" presStyleCnt="4"/>
      <dgm:spPr/>
    </dgm:pt>
    <dgm:pt modelId="{31AB8F85-3EC7-4E49-9261-D687B13FCFA2}" type="pres">
      <dgm:prSet presAssocID="{67D33DD9-1B17-4A13-96A6-EEA33FBE5CD1}" presName="connectorText" presStyleLbl="sibTrans2D1" presStyleIdx="2" presStyleCnt="4"/>
      <dgm:spPr/>
    </dgm:pt>
    <dgm:pt modelId="{430E34E3-C9C9-419E-A9B4-C21EC967B65A}" type="pres">
      <dgm:prSet presAssocID="{79739C99-5733-45CA-8AD9-80D557619B87}" presName="node" presStyleLbl="node1" presStyleIdx="3" presStyleCnt="5">
        <dgm:presLayoutVars>
          <dgm:bulletEnabled val="1"/>
        </dgm:presLayoutVars>
      </dgm:prSet>
      <dgm:spPr/>
    </dgm:pt>
    <dgm:pt modelId="{304196F2-1CD3-4B0A-AF54-2B75C209CD91}" type="pres">
      <dgm:prSet presAssocID="{9588485D-3E5D-46E0-B2B0-81CDB4AB31A4}" presName="sibTrans" presStyleLbl="sibTrans2D1" presStyleIdx="3" presStyleCnt="4"/>
      <dgm:spPr/>
    </dgm:pt>
    <dgm:pt modelId="{028BB451-DEC0-499B-BE57-F577BFFE8778}" type="pres">
      <dgm:prSet presAssocID="{9588485D-3E5D-46E0-B2B0-81CDB4AB31A4}" presName="connectorText" presStyleLbl="sibTrans2D1" presStyleIdx="3" presStyleCnt="4"/>
      <dgm:spPr/>
    </dgm:pt>
    <dgm:pt modelId="{45D86A40-BA0A-49AE-8974-CE48AE850D27}" type="pres">
      <dgm:prSet presAssocID="{AF170E60-57B6-4023-9F7C-B2D91C05B3C7}" presName="node" presStyleLbl="node1" presStyleIdx="4" presStyleCnt="5">
        <dgm:presLayoutVars>
          <dgm:bulletEnabled val="1"/>
        </dgm:presLayoutVars>
      </dgm:prSet>
      <dgm:spPr/>
    </dgm:pt>
  </dgm:ptLst>
  <dgm:cxnLst>
    <dgm:cxn modelId="{EB343F0A-AB51-4BD7-BEE3-3A8D0E788B33}" type="presOf" srcId="{CB66B785-7925-461D-868A-6EFCF6417364}" destId="{7D374356-C7FC-4C84-8931-3E56180DE54D}" srcOrd="0" destOrd="0" presId="urn:microsoft.com/office/officeart/2005/8/layout/process5"/>
    <dgm:cxn modelId="{F30D5C12-A194-462A-AC64-3109A387F63E}" type="presOf" srcId="{D7C41D13-5B25-4DD1-B0DA-7B37AB543647}" destId="{16C5688C-AEFF-423E-9319-154875F9835C}" srcOrd="0" destOrd="0" presId="urn:microsoft.com/office/officeart/2005/8/layout/process5"/>
    <dgm:cxn modelId="{175ABF27-F862-4F91-9DC4-52002A042116}" type="presOf" srcId="{39282CAC-871C-466A-AD52-680CBBD17B8A}" destId="{B097EE6A-73D2-464D-ACE7-7D3D08ACB6DA}" srcOrd="0" destOrd="0" presId="urn:microsoft.com/office/officeart/2005/8/layout/process5"/>
    <dgm:cxn modelId="{A916252D-3188-468F-8F85-FE7D4CE3C06D}" srcId="{CC3A165D-3E99-40F6-B4BD-A7245616DFA1}" destId="{AF170E60-57B6-4023-9F7C-B2D91C05B3C7}" srcOrd="4" destOrd="0" parTransId="{149BECF8-6C99-449D-A8FC-AD3025E4C40D}" sibTransId="{59687841-1013-4AB5-8AFE-9CCD012D4AAE}"/>
    <dgm:cxn modelId="{B496143D-47F6-4E18-BB00-CE29D9DFCC49}" type="presOf" srcId="{67D33DD9-1B17-4A13-96A6-EEA33FBE5CD1}" destId="{E92266D7-4632-4108-AF96-DE44FA730316}" srcOrd="0" destOrd="0" presId="urn:microsoft.com/office/officeart/2005/8/layout/process5"/>
    <dgm:cxn modelId="{E39B6E3E-671F-43E0-8BFE-20A1FBD7D148}" type="presOf" srcId="{17DA61F8-9F94-4DF7-8C90-CC86A5459502}" destId="{CE5D2C50-FEAF-4305-AE7E-69F07A4E98B2}" srcOrd="0" destOrd="0" presId="urn:microsoft.com/office/officeart/2005/8/layout/process5"/>
    <dgm:cxn modelId="{88EFE461-3884-43D0-ACC7-B9D336B9EBDD}" type="presOf" srcId="{9588485D-3E5D-46E0-B2B0-81CDB4AB31A4}" destId="{028BB451-DEC0-499B-BE57-F577BFFE8778}" srcOrd="1" destOrd="0" presId="urn:microsoft.com/office/officeart/2005/8/layout/process5"/>
    <dgm:cxn modelId="{8A7FF96A-FE75-4F36-B218-85F26EB545CD}" type="presOf" srcId="{9588485D-3E5D-46E0-B2B0-81CDB4AB31A4}" destId="{304196F2-1CD3-4B0A-AF54-2B75C209CD91}" srcOrd="0" destOrd="0" presId="urn:microsoft.com/office/officeart/2005/8/layout/process5"/>
    <dgm:cxn modelId="{E672C99F-5F6E-46C8-99B2-71AA5B1EB731}" type="presOf" srcId="{AF170E60-57B6-4023-9F7C-B2D91C05B3C7}" destId="{45D86A40-BA0A-49AE-8974-CE48AE850D27}" srcOrd="0" destOrd="0" presId="urn:microsoft.com/office/officeart/2005/8/layout/process5"/>
    <dgm:cxn modelId="{EF8807A1-DE9F-4D10-AD97-3FF38B942535}" type="presOf" srcId="{CC3A165D-3E99-40F6-B4BD-A7245616DFA1}" destId="{551B1CDB-F2B8-46A9-A3E6-B501351ED778}" srcOrd="0" destOrd="0" presId="urn:microsoft.com/office/officeart/2005/8/layout/process5"/>
    <dgm:cxn modelId="{F3ABA5BE-6E0E-4A23-A5E7-01C302FA0F66}" srcId="{CC3A165D-3E99-40F6-B4BD-A7245616DFA1}" destId="{B8F8860A-3038-4EFC-BA9A-734839D1DE97}" srcOrd="0" destOrd="0" parTransId="{EC6CE10B-5DCB-463A-AB0E-667B49C32E4D}" sibTransId="{CB66B785-7925-461D-868A-6EFCF6417364}"/>
    <dgm:cxn modelId="{BA2A13C3-096B-42B9-AC6F-B125BF71C104}" type="presOf" srcId="{B8F8860A-3038-4EFC-BA9A-734839D1DE97}" destId="{359D5CBE-4978-4AC0-9CD3-B3AA4FEC4B25}" srcOrd="0" destOrd="0" presId="urn:microsoft.com/office/officeart/2005/8/layout/process5"/>
    <dgm:cxn modelId="{B565BBCF-456E-43D6-BCEC-50DD837E6D31}" srcId="{CC3A165D-3E99-40F6-B4BD-A7245616DFA1}" destId="{79739C99-5733-45CA-8AD9-80D557619B87}" srcOrd="3" destOrd="0" parTransId="{A9CA8E43-4090-4C55-84DB-0895294F82CD}" sibTransId="{9588485D-3E5D-46E0-B2B0-81CDB4AB31A4}"/>
    <dgm:cxn modelId="{559500D9-D9A6-43F2-8239-B8500E115866}" srcId="{CC3A165D-3E99-40F6-B4BD-A7245616DFA1}" destId="{D7C41D13-5B25-4DD1-B0DA-7B37AB543647}" srcOrd="2" destOrd="0" parTransId="{3F9552C3-19E1-41A7-BFCC-7105C4F55A14}" sibTransId="{67D33DD9-1B17-4A13-96A6-EEA33FBE5CD1}"/>
    <dgm:cxn modelId="{EDF11BD9-2DDD-4555-96B6-E465E78BD4C7}" type="presOf" srcId="{79739C99-5733-45CA-8AD9-80D557619B87}" destId="{430E34E3-C9C9-419E-A9B4-C21EC967B65A}" srcOrd="0" destOrd="0" presId="urn:microsoft.com/office/officeart/2005/8/layout/process5"/>
    <dgm:cxn modelId="{A9FEB8E6-4FA0-4EF8-8368-057F43B709F5}" srcId="{CC3A165D-3E99-40F6-B4BD-A7245616DFA1}" destId="{17DA61F8-9F94-4DF7-8C90-CC86A5459502}" srcOrd="1" destOrd="0" parTransId="{2426FAC8-DA2E-41EA-BDA2-F04A23D6A053}" sibTransId="{39282CAC-871C-466A-AD52-680CBBD17B8A}"/>
    <dgm:cxn modelId="{353EDDF2-A18A-4181-9323-3FFEEC5CDD17}" type="presOf" srcId="{67D33DD9-1B17-4A13-96A6-EEA33FBE5CD1}" destId="{31AB8F85-3EC7-4E49-9261-D687B13FCFA2}" srcOrd="1" destOrd="0" presId="urn:microsoft.com/office/officeart/2005/8/layout/process5"/>
    <dgm:cxn modelId="{EA6B0AFE-258B-4AB0-A3E5-BD3A8FD621FD}" type="presOf" srcId="{CB66B785-7925-461D-868A-6EFCF6417364}" destId="{331FE297-DE59-410A-8609-E2BF0920B6AE}" srcOrd="1" destOrd="0" presId="urn:microsoft.com/office/officeart/2005/8/layout/process5"/>
    <dgm:cxn modelId="{680ED9FF-0D25-450B-9B0D-8ABD04E36826}" type="presOf" srcId="{39282CAC-871C-466A-AD52-680CBBD17B8A}" destId="{98FEA2BC-EC52-4412-8FA3-1C22E8B89B9D}" srcOrd="1" destOrd="0" presId="urn:microsoft.com/office/officeart/2005/8/layout/process5"/>
    <dgm:cxn modelId="{BF0CCDC9-BFBD-45C9-A5EB-CC103B2A5320}" type="presParOf" srcId="{551B1CDB-F2B8-46A9-A3E6-B501351ED778}" destId="{359D5CBE-4978-4AC0-9CD3-B3AA4FEC4B25}" srcOrd="0" destOrd="0" presId="urn:microsoft.com/office/officeart/2005/8/layout/process5"/>
    <dgm:cxn modelId="{F7C008B7-E3FF-4C00-B9FD-1B1CA6B5DB57}" type="presParOf" srcId="{551B1CDB-F2B8-46A9-A3E6-B501351ED778}" destId="{7D374356-C7FC-4C84-8931-3E56180DE54D}" srcOrd="1" destOrd="0" presId="urn:microsoft.com/office/officeart/2005/8/layout/process5"/>
    <dgm:cxn modelId="{496F681B-D768-4898-BC68-AEF819605F3A}" type="presParOf" srcId="{7D374356-C7FC-4C84-8931-3E56180DE54D}" destId="{331FE297-DE59-410A-8609-E2BF0920B6AE}" srcOrd="0" destOrd="0" presId="urn:microsoft.com/office/officeart/2005/8/layout/process5"/>
    <dgm:cxn modelId="{F52B3836-3C2F-445E-AC5E-CC2237E304B8}" type="presParOf" srcId="{551B1CDB-F2B8-46A9-A3E6-B501351ED778}" destId="{CE5D2C50-FEAF-4305-AE7E-69F07A4E98B2}" srcOrd="2" destOrd="0" presId="urn:microsoft.com/office/officeart/2005/8/layout/process5"/>
    <dgm:cxn modelId="{80214523-598B-4047-AF27-16CB15A9F933}" type="presParOf" srcId="{551B1CDB-F2B8-46A9-A3E6-B501351ED778}" destId="{B097EE6A-73D2-464D-ACE7-7D3D08ACB6DA}" srcOrd="3" destOrd="0" presId="urn:microsoft.com/office/officeart/2005/8/layout/process5"/>
    <dgm:cxn modelId="{CE29F39A-AF05-4D68-9510-B8BA9F00E12D}" type="presParOf" srcId="{B097EE6A-73D2-464D-ACE7-7D3D08ACB6DA}" destId="{98FEA2BC-EC52-4412-8FA3-1C22E8B89B9D}" srcOrd="0" destOrd="0" presId="urn:microsoft.com/office/officeart/2005/8/layout/process5"/>
    <dgm:cxn modelId="{B3AA1DB9-BE8C-4683-9338-A3D8E408E8C1}" type="presParOf" srcId="{551B1CDB-F2B8-46A9-A3E6-B501351ED778}" destId="{16C5688C-AEFF-423E-9319-154875F9835C}" srcOrd="4" destOrd="0" presId="urn:microsoft.com/office/officeart/2005/8/layout/process5"/>
    <dgm:cxn modelId="{DB0C2141-A238-420B-93C7-EED1A81AFC50}" type="presParOf" srcId="{551B1CDB-F2B8-46A9-A3E6-B501351ED778}" destId="{E92266D7-4632-4108-AF96-DE44FA730316}" srcOrd="5" destOrd="0" presId="urn:microsoft.com/office/officeart/2005/8/layout/process5"/>
    <dgm:cxn modelId="{0F6ECAFE-1B5B-4EDF-A6A2-E340FDC395CD}" type="presParOf" srcId="{E92266D7-4632-4108-AF96-DE44FA730316}" destId="{31AB8F85-3EC7-4E49-9261-D687B13FCFA2}" srcOrd="0" destOrd="0" presId="urn:microsoft.com/office/officeart/2005/8/layout/process5"/>
    <dgm:cxn modelId="{7DB1C0DC-B196-4422-8D42-6D15C5B40CC8}" type="presParOf" srcId="{551B1CDB-F2B8-46A9-A3E6-B501351ED778}" destId="{430E34E3-C9C9-419E-A9B4-C21EC967B65A}" srcOrd="6" destOrd="0" presId="urn:microsoft.com/office/officeart/2005/8/layout/process5"/>
    <dgm:cxn modelId="{A197B20F-EA38-46CC-ADCF-467515D85F4F}" type="presParOf" srcId="{551B1CDB-F2B8-46A9-A3E6-B501351ED778}" destId="{304196F2-1CD3-4B0A-AF54-2B75C209CD91}" srcOrd="7" destOrd="0" presId="urn:microsoft.com/office/officeart/2005/8/layout/process5"/>
    <dgm:cxn modelId="{03958CBF-61C8-41D6-85F8-A8297ACF10CF}" type="presParOf" srcId="{304196F2-1CD3-4B0A-AF54-2B75C209CD91}" destId="{028BB451-DEC0-499B-BE57-F577BFFE8778}" srcOrd="0" destOrd="0" presId="urn:microsoft.com/office/officeart/2005/8/layout/process5"/>
    <dgm:cxn modelId="{85B40FFA-2A18-4971-9816-B582A398FC6A}" type="presParOf" srcId="{551B1CDB-F2B8-46A9-A3E6-B501351ED778}" destId="{45D86A40-BA0A-49AE-8974-CE48AE850D2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D5CBE-4978-4AC0-9CD3-B3AA4FEC4B25}">
      <dsp:nvSpPr>
        <dsp:cNvPr id="0" name=""/>
        <dsp:cNvSpPr/>
      </dsp:nvSpPr>
      <dsp:spPr>
        <a:xfrm>
          <a:off x="909084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Planning &amp; Requirements Gathering</a:t>
          </a:r>
          <a:endParaRPr lang="en-US" sz="1900" kern="1200" dirty="0"/>
        </a:p>
      </dsp:txBody>
      <dsp:txXfrm>
        <a:off x="941755" y="32770"/>
        <a:ext cx="1793766" cy="1050122"/>
      </dsp:txXfrm>
    </dsp:sp>
    <dsp:sp modelId="{7D374356-C7FC-4C84-8931-3E56180DE54D}">
      <dsp:nvSpPr>
        <dsp:cNvPr id="0" name=""/>
        <dsp:cNvSpPr/>
      </dsp:nvSpPr>
      <dsp:spPr>
        <a:xfrm>
          <a:off x="2931793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931793" y="419514"/>
        <a:ext cx="275891" cy="276634"/>
      </dsp:txXfrm>
    </dsp:sp>
    <dsp:sp modelId="{CE5D2C50-FEAF-4305-AE7E-69F07A4E98B2}">
      <dsp:nvSpPr>
        <dsp:cNvPr id="0" name=""/>
        <dsp:cNvSpPr/>
      </dsp:nvSpPr>
      <dsp:spPr>
        <a:xfrm>
          <a:off x="3511835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shade val="51000"/>
                <a:satMod val="130000"/>
              </a:schemeClr>
            </a:gs>
            <a:gs pos="80000">
              <a:schemeClr val="accent2">
                <a:hueOff val="1170380"/>
                <a:satOff val="-1460"/>
                <a:lumOff val="343"/>
                <a:alphaOff val="0"/>
                <a:shade val="93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Design &amp; Architecture</a:t>
          </a:r>
          <a:endParaRPr lang="en-US" sz="1900" kern="1200" dirty="0"/>
        </a:p>
      </dsp:txBody>
      <dsp:txXfrm>
        <a:off x="3544506" y="32770"/>
        <a:ext cx="1793766" cy="1050122"/>
      </dsp:txXfrm>
    </dsp:sp>
    <dsp:sp modelId="{B097EE6A-73D2-464D-ACE7-7D3D08ACB6DA}">
      <dsp:nvSpPr>
        <dsp:cNvPr id="0" name=""/>
        <dsp:cNvSpPr/>
      </dsp:nvSpPr>
      <dsp:spPr>
        <a:xfrm>
          <a:off x="5534544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534544" y="419514"/>
        <a:ext cx="275891" cy="276634"/>
      </dsp:txXfrm>
    </dsp:sp>
    <dsp:sp modelId="{16C5688C-AEFF-423E-9319-154875F9835C}">
      <dsp:nvSpPr>
        <dsp:cNvPr id="0" name=""/>
        <dsp:cNvSpPr/>
      </dsp:nvSpPr>
      <dsp:spPr>
        <a:xfrm>
          <a:off x="6114586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Development &amp; Implementation</a:t>
          </a:r>
          <a:endParaRPr lang="en-US" sz="1900" kern="1200" dirty="0"/>
        </a:p>
      </dsp:txBody>
      <dsp:txXfrm>
        <a:off x="6147257" y="32770"/>
        <a:ext cx="1793766" cy="1050122"/>
      </dsp:txXfrm>
    </dsp:sp>
    <dsp:sp modelId="{E92266D7-4632-4108-AF96-DE44FA730316}">
      <dsp:nvSpPr>
        <dsp:cNvPr id="0" name=""/>
        <dsp:cNvSpPr/>
      </dsp:nvSpPr>
      <dsp:spPr>
        <a:xfrm>
          <a:off x="8137296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8137296" y="419514"/>
        <a:ext cx="275891" cy="276634"/>
      </dsp:txXfrm>
    </dsp:sp>
    <dsp:sp modelId="{430E34E3-C9C9-419E-A9B4-C21EC967B65A}">
      <dsp:nvSpPr>
        <dsp:cNvPr id="0" name=""/>
        <dsp:cNvSpPr/>
      </dsp:nvSpPr>
      <dsp:spPr>
        <a:xfrm>
          <a:off x="8717337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shade val="51000"/>
                <a:satMod val="130000"/>
              </a:schemeClr>
            </a:gs>
            <a:gs pos="80000">
              <a:schemeClr val="accent2">
                <a:hueOff val="3511139"/>
                <a:satOff val="-4379"/>
                <a:lumOff val="1030"/>
                <a:alphaOff val="0"/>
                <a:shade val="93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Testing &amp; Quality Assurance (QA)</a:t>
          </a:r>
          <a:endParaRPr lang="en-US" sz="1900" kern="1200" dirty="0"/>
        </a:p>
      </dsp:txBody>
      <dsp:txXfrm>
        <a:off x="8750008" y="32770"/>
        <a:ext cx="1793766" cy="1050122"/>
      </dsp:txXfrm>
    </dsp:sp>
    <dsp:sp modelId="{304196F2-1CD3-4B0A-AF54-2B75C209CD91}">
      <dsp:nvSpPr>
        <dsp:cNvPr id="0" name=""/>
        <dsp:cNvSpPr/>
      </dsp:nvSpPr>
      <dsp:spPr>
        <a:xfrm rot="5400000">
          <a:off x="9449826" y="1245701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9508575" y="1279165"/>
        <a:ext cx="276634" cy="275891"/>
      </dsp:txXfrm>
    </dsp:sp>
    <dsp:sp modelId="{45D86A40-BA0A-49AE-8974-CE48AE850D27}">
      <dsp:nvSpPr>
        <dsp:cNvPr id="0" name=""/>
        <dsp:cNvSpPr/>
      </dsp:nvSpPr>
      <dsp:spPr>
        <a:xfrm>
          <a:off x="8717337" y="1859207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Deployment &amp; Maintenance</a:t>
          </a:r>
          <a:endParaRPr lang="en-US" sz="1900" kern="1200" dirty="0"/>
        </a:p>
      </dsp:txBody>
      <dsp:txXfrm>
        <a:off x="8750008" y="1891878"/>
        <a:ext cx="1793766" cy="10501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D5CBE-4978-4AC0-9CD3-B3AA4FEC4B25}">
      <dsp:nvSpPr>
        <dsp:cNvPr id="0" name=""/>
        <dsp:cNvSpPr/>
      </dsp:nvSpPr>
      <dsp:spPr>
        <a:xfrm>
          <a:off x="909084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Planning &amp; Requirements Gathering</a:t>
          </a:r>
          <a:endParaRPr lang="en-US" sz="1900" kern="1200" dirty="0"/>
        </a:p>
      </dsp:txBody>
      <dsp:txXfrm>
        <a:off x="941755" y="32770"/>
        <a:ext cx="1793766" cy="1050122"/>
      </dsp:txXfrm>
    </dsp:sp>
    <dsp:sp modelId="{7D374356-C7FC-4C84-8931-3E56180DE54D}">
      <dsp:nvSpPr>
        <dsp:cNvPr id="0" name=""/>
        <dsp:cNvSpPr/>
      </dsp:nvSpPr>
      <dsp:spPr>
        <a:xfrm>
          <a:off x="2931793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931793" y="419514"/>
        <a:ext cx="275891" cy="276634"/>
      </dsp:txXfrm>
    </dsp:sp>
    <dsp:sp modelId="{CE5D2C50-FEAF-4305-AE7E-69F07A4E98B2}">
      <dsp:nvSpPr>
        <dsp:cNvPr id="0" name=""/>
        <dsp:cNvSpPr/>
      </dsp:nvSpPr>
      <dsp:spPr>
        <a:xfrm>
          <a:off x="3511835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shade val="51000"/>
                <a:satMod val="130000"/>
              </a:schemeClr>
            </a:gs>
            <a:gs pos="80000">
              <a:schemeClr val="accent2">
                <a:hueOff val="1170380"/>
                <a:satOff val="-1460"/>
                <a:lumOff val="343"/>
                <a:alphaOff val="0"/>
                <a:shade val="93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Design &amp; Architecture</a:t>
          </a:r>
          <a:endParaRPr lang="en-US" sz="1900" kern="1200" dirty="0"/>
        </a:p>
      </dsp:txBody>
      <dsp:txXfrm>
        <a:off x="3544506" y="32770"/>
        <a:ext cx="1793766" cy="1050122"/>
      </dsp:txXfrm>
    </dsp:sp>
    <dsp:sp modelId="{B097EE6A-73D2-464D-ACE7-7D3D08ACB6DA}">
      <dsp:nvSpPr>
        <dsp:cNvPr id="0" name=""/>
        <dsp:cNvSpPr/>
      </dsp:nvSpPr>
      <dsp:spPr>
        <a:xfrm>
          <a:off x="5534544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534544" y="419514"/>
        <a:ext cx="275891" cy="276634"/>
      </dsp:txXfrm>
    </dsp:sp>
    <dsp:sp modelId="{16C5688C-AEFF-423E-9319-154875F9835C}">
      <dsp:nvSpPr>
        <dsp:cNvPr id="0" name=""/>
        <dsp:cNvSpPr/>
      </dsp:nvSpPr>
      <dsp:spPr>
        <a:xfrm>
          <a:off x="6114586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Development &amp; Implementation</a:t>
          </a:r>
          <a:endParaRPr lang="en-US" sz="1900" kern="1200" dirty="0"/>
        </a:p>
      </dsp:txBody>
      <dsp:txXfrm>
        <a:off x="6147257" y="32770"/>
        <a:ext cx="1793766" cy="1050122"/>
      </dsp:txXfrm>
    </dsp:sp>
    <dsp:sp modelId="{E92266D7-4632-4108-AF96-DE44FA730316}">
      <dsp:nvSpPr>
        <dsp:cNvPr id="0" name=""/>
        <dsp:cNvSpPr/>
      </dsp:nvSpPr>
      <dsp:spPr>
        <a:xfrm>
          <a:off x="8137296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8137296" y="419514"/>
        <a:ext cx="275891" cy="276634"/>
      </dsp:txXfrm>
    </dsp:sp>
    <dsp:sp modelId="{430E34E3-C9C9-419E-A9B4-C21EC967B65A}">
      <dsp:nvSpPr>
        <dsp:cNvPr id="0" name=""/>
        <dsp:cNvSpPr/>
      </dsp:nvSpPr>
      <dsp:spPr>
        <a:xfrm>
          <a:off x="8717337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shade val="51000"/>
                <a:satMod val="130000"/>
              </a:schemeClr>
            </a:gs>
            <a:gs pos="80000">
              <a:schemeClr val="accent2">
                <a:hueOff val="3511139"/>
                <a:satOff val="-4379"/>
                <a:lumOff val="1030"/>
                <a:alphaOff val="0"/>
                <a:shade val="93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Testing &amp; Quality Assurance (QA)</a:t>
          </a:r>
          <a:endParaRPr lang="en-US" sz="1900" kern="1200" dirty="0"/>
        </a:p>
      </dsp:txBody>
      <dsp:txXfrm>
        <a:off x="8750008" y="32770"/>
        <a:ext cx="1793766" cy="1050122"/>
      </dsp:txXfrm>
    </dsp:sp>
    <dsp:sp modelId="{304196F2-1CD3-4B0A-AF54-2B75C209CD91}">
      <dsp:nvSpPr>
        <dsp:cNvPr id="0" name=""/>
        <dsp:cNvSpPr/>
      </dsp:nvSpPr>
      <dsp:spPr>
        <a:xfrm rot="5400000">
          <a:off x="9449826" y="1245701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9508575" y="1279165"/>
        <a:ext cx="276634" cy="275891"/>
      </dsp:txXfrm>
    </dsp:sp>
    <dsp:sp modelId="{45D86A40-BA0A-49AE-8974-CE48AE850D27}">
      <dsp:nvSpPr>
        <dsp:cNvPr id="0" name=""/>
        <dsp:cNvSpPr/>
      </dsp:nvSpPr>
      <dsp:spPr>
        <a:xfrm>
          <a:off x="8717337" y="1859207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Deployment &amp; Maintenance</a:t>
          </a:r>
          <a:endParaRPr lang="en-US" sz="1900" kern="1200" dirty="0"/>
        </a:p>
      </dsp:txBody>
      <dsp:txXfrm>
        <a:off x="8750008" y="1891878"/>
        <a:ext cx="1793766" cy="10501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D5CBE-4978-4AC0-9CD3-B3AA4FEC4B25}">
      <dsp:nvSpPr>
        <dsp:cNvPr id="0" name=""/>
        <dsp:cNvSpPr/>
      </dsp:nvSpPr>
      <dsp:spPr>
        <a:xfrm>
          <a:off x="909084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Planning &amp; Requirements Gathering</a:t>
          </a:r>
          <a:endParaRPr lang="en-US" sz="1900" kern="1200" dirty="0"/>
        </a:p>
      </dsp:txBody>
      <dsp:txXfrm>
        <a:off x="941755" y="32770"/>
        <a:ext cx="1793766" cy="1050122"/>
      </dsp:txXfrm>
    </dsp:sp>
    <dsp:sp modelId="{7D374356-C7FC-4C84-8931-3E56180DE54D}">
      <dsp:nvSpPr>
        <dsp:cNvPr id="0" name=""/>
        <dsp:cNvSpPr/>
      </dsp:nvSpPr>
      <dsp:spPr>
        <a:xfrm>
          <a:off x="2931793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931793" y="419514"/>
        <a:ext cx="275891" cy="276634"/>
      </dsp:txXfrm>
    </dsp:sp>
    <dsp:sp modelId="{CE5D2C50-FEAF-4305-AE7E-69F07A4E98B2}">
      <dsp:nvSpPr>
        <dsp:cNvPr id="0" name=""/>
        <dsp:cNvSpPr/>
      </dsp:nvSpPr>
      <dsp:spPr>
        <a:xfrm>
          <a:off x="3511835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shade val="51000"/>
                <a:satMod val="130000"/>
              </a:schemeClr>
            </a:gs>
            <a:gs pos="80000">
              <a:schemeClr val="accent2">
                <a:hueOff val="1170380"/>
                <a:satOff val="-1460"/>
                <a:lumOff val="343"/>
                <a:alphaOff val="0"/>
                <a:shade val="93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Design &amp; Architecture</a:t>
          </a:r>
          <a:endParaRPr lang="en-US" sz="1900" kern="1200" dirty="0"/>
        </a:p>
      </dsp:txBody>
      <dsp:txXfrm>
        <a:off x="3544506" y="32770"/>
        <a:ext cx="1793766" cy="1050122"/>
      </dsp:txXfrm>
    </dsp:sp>
    <dsp:sp modelId="{B097EE6A-73D2-464D-ACE7-7D3D08ACB6DA}">
      <dsp:nvSpPr>
        <dsp:cNvPr id="0" name=""/>
        <dsp:cNvSpPr/>
      </dsp:nvSpPr>
      <dsp:spPr>
        <a:xfrm>
          <a:off x="5534544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534544" y="419514"/>
        <a:ext cx="275891" cy="276634"/>
      </dsp:txXfrm>
    </dsp:sp>
    <dsp:sp modelId="{16C5688C-AEFF-423E-9319-154875F9835C}">
      <dsp:nvSpPr>
        <dsp:cNvPr id="0" name=""/>
        <dsp:cNvSpPr/>
      </dsp:nvSpPr>
      <dsp:spPr>
        <a:xfrm>
          <a:off x="6114586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Development &amp; Implementation</a:t>
          </a:r>
          <a:endParaRPr lang="en-US" sz="1900" kern="1200" dirty="0"/>
        </a:p>
      </dsp:txBody>
      <dsp:txXfrm>
        <a:off x="6147257" y="32770"/>
        <a:ext cx="1793766" cy="1050122"/>
      </dsp:txXfrm>
    </dsp:sp>
    <dsp:sp modelId="{E92266D7-4632-4108-AF96-DE44FA730316}">
      <dsp:nvSpPr>
        <dsp:cNvPr id="0" name=""/>
        <dsp:cNvSpPr/>
      </dsp:nvSpPr>
      <dsp:spPr>
        <a:xfrm>
          <a:off x="8137296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8137296" y="419514"/>
        <a:ext cx="275891" cy="276634"/>
      </dsp:txXfrm>
    </dsp:sp>
    <dsp:sp modelId="{430E34E3-C9C9-419E-A9B4-C21EC967B65A}">
      <dsp:nvSpPr>
        <dsp:cNvPr id="0" name=""/>
        <dsp:cNvSpPr/>
      </dsp:nvSpPr>
      <dsp:spPr>
        <a:xfrm>
          <a:off x="8717337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shade val="51000"/>
                <a:satMod val="130000"/>
              </a:schemeClr>
            </a:gs>
            <a:gs pos="80000">
              <a:schemeClr val="accent2">
                <a:hueOff val="3511139"/>
                <a:satOff val="-4379"/>
                <a:lumOff val="1030"/>
                <a:alphaOff val="0"/>
                <a:shade val="93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Testing &amp; Quality Assurance (QA)</a:t>
          </a:r>
          <a:endParaRPr lang="en-US" sz="1900" kern="1200" dirty="0"/>
        </a:p>
      </dsp:txBody>
      <dsp:txXfrm>
        <a:off x="8750008" y="32770"/>
        <a:ext cx="1793766" cy="1050122"/>
      </dsp:txXfrm>
    </dsp:sp>
    <dsp:sp modelId="{304196F2-1CD3-4B0A-AF54-2B75C209CD91}">
      <dsp:nvSpPr>
        <dsp:cNvPr id="0" name=""/>
        <dsp:cNvSpPr/>
      </dsp:nvSpPr>
      <dsp:spPr>
        <a:xfrm rot="5400000">
          <a:off x="9449826" y="1245701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9508575" y="1279165"/>
        <a:ext cx="276634" cy="275891"/>
      </dsp:txXfrm>
    </dsp:sp>
    <dsp:sp modelId="{45D86A40-BA0A-49AE-8974-CE48AE850D27}">
      <dsp:nvSpPr>
        <dsp:cNvPr id="0" name=""/>
        <dsp:cNvSpPr/>
      </dsp:nvSpPr>
      <dsp:spPr>
        <a:xfrm>
          <a:off x="8717337" y="1859207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Deployment &amp; Maintenance</a:t>
          </a:r>
          <a:endParaRPr lang="en-US" sz="1900" kern="1200" dirty="0"/>
        </a:p>
      </dsp:txBody>
      <dsp:txXfrm>
        <a:off x="8750008" y="1891878"/>
        <a:ext cx="1793766" cy="10501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D5CBE-4978-4AC0-9CD3-B3AA4FEC4B25}">
      <dsp:nvSpPr>
        <dsp:cNvPr id="0" name=""/>
        <dsp:cNvSpPr/>
      </dsp:nvSpPr>
      <dsp:spPr>
        <a:xfrm>
          <a:off x="909084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Planning &amp; Requirements Gathering</a:t>
          </a:r>
          <a:endParaRPr lang="en-US" sz="1900" kern="1200" dirty="0"/>
        </a:p>
      </dsp:txBody>
      <dsp:txXfrm>
        <a:off x="941755" y="32770"/>
        <a:ext cx="1793766" cy="1050122"/>
      </dsp:txXfrm>
    </dsp:sp>
    <dsp:sp modelId="{7D374356-C7FC-4C84-8931-3E56180DE54D}">
      <dsp:nvSpPr>
        <dsp:cNvPr id="0" name=""/>
        <dsp:cNvSpPr/>
      </dsp:nvSpPr>
      <dsp:spPr>
        <a:xfrm>
          <a:off x="2931793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931793" y="419514"/>
        <a:ext cx="275891" cy="276634"/>
      </dsp:txXfrm>
    </dsp:sp>
    <dsp:sp modelId="{CE5D2C50-FEAF-4305-AE7E-69F07A4E98B2}">
      <dsp:nvSpPr>
        <dsp:cNvPr id="0" name=""/>
        <dsp:cNvSpPr/>
      </dsp:nvSpPr>
      <dsp:spPr>
        <a:xfrm>
          <a:off x="3511835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shade val="51000"/>
                <a:satMod val="130000"/>
              </a:schemeClr>
            </a:gs>
            <a:gs pos="80000">
              <a:schemeClr val="accent2">
                <a:hueOff val="1170380"/>
                <a:satOff val="-1460"/>
                <a:lumOff val="343"/>
                <a:alphaOff val="0"/>
                <a:shade val="93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Design &amp; Architecture</a:t>
          </a:r>
          <a:endParaRPr lang="en-US" sz="1900" kern="1200" dirty="0"/>
        </a:p>
      </dsp:txBody>
      <dsp:txXfrm>
        <a:off x="3544506" y="32770"/>
        <a:ext cx="1793766" cy="1050122"/>
      </dsp:txXfrm>
    </dsp:sp>
    <dsp:sp modelId="{B097EE6A-73D2-464D-ACE7-7D3D08ACB6DA}">
      <dsp:nvSpPr>
        <dsp:cNvPr id="0" name=""/>
        <dsp:cNvSpPr/>
      </dsp:nvSpPr>
      <dsp:spPr>
        <a:xfrm>
          <a:off x="5534544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534544" y="419514"/>
        <a:ext cx="275891" cy="276634"/>
      </dsp:txXfrm>
    </dsp:sp>
    <dsp:sp modelId="{16C5688C-AEFF-423E-9319-154875F9835C}">
      <dsp:nvSpPr>
        <dsp:cNvPr id="0" name=""/>
        <dsp:cNvSpPr/>
      </dsp:nvSpPr>
      <dsp:spPr>
        <a:xfrm>
          <a:off x="6114586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Development &amp; Implementation</a:t>
          </a:r>
          <a:endParaRPr lang="en-US" sz="1900" kern="1200" dirty="0"/>
        </a:p>
      </dsp:txBody>
      <dsp:txXfrm>
        <a:off x="6147257" y="32770"/>
        <a:ext cx="1793766" cy="1050122"/>
      </dsp:txXfrm>
    </dsp:sp>
    <dsp:sp modelId="{E92266D7-4632-4108-AF96-DE44FA730316}">
      <dsp:nvSpPr>
        <dsp:cNvPr id="0" name=""/>
        <dsp:cNvSpPr/>
      </dsp:nvSpPr>
      <dsp:spPr>
        <a:xfrm>
          <a:off x="8137296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8137296" y="419514"/>
        <a:ext cx="275891" cy="276634"/>
      </dsp:txXfrm>
    </dsp:sp>
    <dsp:sp modelId="{430E34E3-C9C9-419E-A9B4-C21EC967B65A}">
      <dsp:nvSpPr>
        <dsp:cNvPr id="0" name=""/>
        <dsp:cNvSpPr/>
      </dsp:nvSpPr>
      <dsp:spPr>
        <a:xfrm>
          <a:off x="8717337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shade val="51000"/>
                <a:satMod val="130000"/>
              </a:schemeClr>
            </a:gs>
            <a:gs pos="80000">
              <a:schemeClr val="accent2">
                <a:hueOff val="3511139"/>
                <a:satOff val="-4379"/>
                <a:lumOff val="1030"/>
                <a:alphaOff val="0"/>
                <a:shade val="93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Testing &amp; Quality Assurance (QA)</a:t>
          </a:r>
          <a:endParaRPr lang="en-US" sz="1900" kern="1200" dirty="0"/>
        </a:p>
      </dsp:txBody>
      <dsp:txXfrm>
        <a:off x="8750008" y="32770"/>
        <a:ext cx="1793766" cy="1050122"/>
      </dsp:txXfrm>
    </dsp:sp>
    <dsp:sp modelId="{304196F2-1CD3-4B0A-AF54-2B75C209CD91}">
      <dsp:nvSpPr>
        <dsp:cNvPr id="0" name=""/>
        <dsp:cNvSpPr/>
      </dsp:nvSpPr>
      <dsp:spPr>
        <a:xfrm rot="5400000">
          <a:off x="9449826" y="1245701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9508575" y="1279165"/>
        <a:ext cx="276634" cy="275891"/>
      </dsp:txXfrm>
    </dsp:sp>
    <dsp:sp modelId="{45D86A40-BA0A-49AE-8974-CE48AE850D27}">
      <dsp:nvSpPr>
        <dsp:cNvPr id="0" name=""/>
        <dsp:cNvSpPr/>
      </dsp:nvSpPr>
      <dsp:spPr>
        <a:xfrm>
          <a:off x="8717337" y="1859207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Deployment &amp; Maintenance</a:t>
          </a:r>
          <a:endParaRPr lang="en-US" sz="1900" kern="1200" dirty="0"/>
        </a:p>
      </dsp:txBody>
      <dsp:txXfrm>
        <a:off x="8750008" y="1891878"/>
        <a:ext cx="1793766" cy="10501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D5CBE-4978-4AC0-9CD3-B3AA4FEC4B25}">
      <dsp:nvSpPr>
        <dsp:cNvPr id="0" name=""/>
        <dsp:cNvSpPr/>
      </dsp:nvSpPr>
      <dsp:spPr>
        <a:xfrm>
          <a:off x="909084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Planning &amp; Requirements Gathering</a:t>
          </a:r>
          <a:endParaRPr lang="en-US" sz="1900" kern="1200" dirty="0"/>
        </a:p>
      </dsp:txBody>
      <dsp:txXfrm>
        <a:off x="941755" y="32770"/>
        <a:ext cx="1793766" cy="1050122"/>
      </dsp:txXfrm>
    </dsp:sp>
    <dsp:sp modelId="{7D374356-C7FC-4C84-8931-3E56180DE54D}">
      <dsp:nvSpPr>
        <dsp:cNvPr id="0" name=""/>
        <dsp:cNvSpPr/>
      </dsp:nvSpPr>
      <dsp:spPr>
        <a:xfrm>
          <a:off x="2931793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931793" y="419514"/>
        <a:ext cx="275891" cy="276634"/>
      </dsp:txXfrm>
    </dsp:sp>
    <dsp:sp modelId="{CE5D2C50-FEAF-4305-AE7E-69F07A4E98B2}">
      <dsp:nvSpPr>
        <dsp:cNvPr id="0" name=""/>
        <dsp:cNvSpPr/>
      </dsp:nvSpPr>
      <dsp:spPr>
        <a:xfrm>
          <a:off x="3511835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shade val="51000"/>
                <a:satMod val="130000"/>
              </a:schemeClr>
            </a:gs>
            <a:gs pos="80000">
              <a:schemeClr val="accent2">
                <a:hueOff val="1170380"/>
                <a:satOff val="-1460"/>
                <a:lumOff val="343"/>
                <a:alphaOff val="0"/>
                <a:shade val="93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Design &amp; Architecture</a:t>
          </a:r>
          <a:endParaRPr lang="en-US" sz="1900" kern="1200" dirty="0"/>
        </a:p>
      </dsp:txBody>
      <dsp:txXfrm>
        <a:off x="3544506" y="32770"/>
        <a:ext cx="1793766" cy="1050122"/>
      </dsp:txXfrm>
    </dsp:sp>
    <dsp:sp modelId="{B097EE6A-73D2-464D-ACE7-7D3D08ACB6DA}">
      <dsp:nvSpPr>
        <dsp:cNvPr id="0" name=""/>
        <dsp:cNvSpPr/>
      </dsp:nvSpPr>
      <dsp:spPr>
        <a:xfrm>
          <a:off x="5534544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534544" y="419514"/>
        <a:ext cx="275891" cy="276634"/>
      </dsp:txXfrm>
    </dsp:sp>
    <dsp:sp modelId="{16C5688C-AEFF-423E-9319-154875F9835C}">
      <dsp:nvSpPr>
        <dsp:cNvPr id="0" name=""/>
        <dsp:cNvSpPr/>
      </dsp:nvSpPr>
      <dsp:spPr>
        <a:xfrm>
          <a:off x="6114586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Development &amp; Implementation</a:t>
          </a:r>
          <a:endParaRPr lang="en-US" sz="1900" kern="1200" dirty="0"/>
        </a:p>
      </dsp:txBody>
      <dsp:txXfrm>
        <a:off x="6147257" y="32770"/>
        <a:ext cx="1793766" cy="1050122"/>
      </dsp:txXfrm>
    </dsp:sp>
    <dsp:sp modelId="{E92266D7-4632-4108-AF96-DE44FA730316}">
      <dsp:nvSpPr>
        <dsp:cNvPr id="0" name=""/>
        <dsp:cNvSpPr/>
      </dsp:nvSpPr>
      <dsp:spPr>
        <a:xfrm>
          <a:off x="8137296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8137296" y="419514"/>
        <a:ext cx="275891" cy="276634"/>
      </dsp:txXfrm>
    </dsp:sp>
    <dsp:sp modelId="{430E34E3-C9C9-419E-A9B4-C21EC967B65A}">
      <dsp:nvSpPr>
        <dsp:cNvPr id="0" name=""/>
        <dsp:cNvSpPr/>
      </dsp:nvSpPr>
      <dsp:spPr>
        <a:xfrm>
          <a:off x="8717337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shade val="51000"/>
                <a:satMod val="130000"/>
              </a:schemeClr>
            </a:gs>
            <a:gs pos="80000">
              <a:schemeClr val="accent2">
                <a:hueOff val="3511139"/>
                <a:satOff val="-4379"/>
                <a:lumOff val="1030"/>
                <a:alphaOff val="0"/>
                <a:shade val="93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Testing &amp; Quality Assurance (QA)</a:t>
          </a:r>
          <a:endParaRPr lang="en-US" sz="1900" kern="1200" dirty="0"/>
        </a:p>
      </dsp:txBody>
      <dsp:txXfrm>
        <a:off x="8750008" y="32770"/>
        <a:ext cx="1793766" cy="1050122"/>
      </dsp:txXfrm>
    </dsp:sp>
    <dsp:sp modelId="{304196F2-1CD3-4B0A-AF54-2B75C209CD91}">
      <dsp:nvSpPr>
        <dsp:cNvPr id="0" name=""/>
        <dsp:cNvSpPr/>
      </dsp:nvSpPr>
      <dsp:spPr>
        <a:xfrm rot="5400000">
          <a:off x="9449826" y="1245701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9508575" y="1279165"/>
        <a:ext cx="276634" cy="275891"/>
      </dsp:txXfrm>
    </dsp:sp>
    <dsp:sp modelId="{45D86A40-BA0A-49AE-8974-CE48AE850D27}">
      <dsp:nvSpPr>
        <dsp:cNvPr id="0" name=""/>
        <dsp:cNvSpPr/>
      </dsp:nvSpPr>
      <dsp:spPr>
        <a:xfrm>
          <a:off x="8717337" y="1859207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Deployment &amp; Maintenance</a:t>
          </a:r>
          <a:endParaRPr lang="en-US" sz="1900" kern="1200" dirty="0"/>
        </a:p>
      </dsp:txBody>
      <dsp:txXfrm>
        <a:off x="8750008" y="1891878"/>
        <a:ext cx="1793766" cy="10501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D5CBE-4978-4AC0-9CD3-B3AA4FEC4B25}">
      <dsp:nvSpPr>
        <dsp:cNvPr id="0" name=""/>
        <dsp:cNvSpPr/>
      </dsp:nvSpPr>
      <dsp:spPr>
        <a:xfrm>
          <a:off x="909084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Planning &amp; Requirements Gathering</a:t>
          </a:r>
          <a:endParaRPr lang="en-US" sz="1900" kern="1200" dirty="0"/>
        </a:p>
      </dsp:txBody>
      <dsp:txXfrm>
        <a:off x="941755" y="32770"/>
        <a:ext cx="1793766" cy="1050122"/>
      </dsp:txXfrm>
    </dsp:sp>
    <dsp:sp modelId="{7D374356-C7FC-4C84-8931-3E56180DE54D}">
      <dsp:nvSpPr>
        <dsp:cNvPr id="0" name=""/>
        <dsp:cNvSpPr/>
      </dsp:nvSpPr>
      <dsp:spPr>
        <a:xfrm>
          <a:off x="2931793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931793" y="419514"/>
        <a:ext cx="275891" cy="276634"/>
      </dsp:txXfrm>
    </dsp:sp>
    <dsp:sp modelId="{CE5D2C50-FEAF-4305-AE7E-69F07A4E98B2}">
      <dsp:nvSpPr>
        <dsp:cNvPr id="0" name=""/>
        <dsp:cNvSpPr/>
      </dsp:nvSpPr>
      <dsp:spPr>
        <a:xfrm>
          <a:off x="3511835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shade val="51000"/>
                <a:satMod val="130000"/>
              </a:schemeClr>
            </a:gs>
            <a:gs pos="80000">
              <a:schemeClr val="accent2">
                <a:hueOff val="1170380"/>
                <a:satOff val="-1460"/>
                <a:lumOff val="343"/>
                <a:alphaOff val="0"/>
                <a:shade val="93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Design &amp; Architecture</a:t>
          </a:r>
          <a:endParaRPr lang="en-US" sz="1900" kern="1200" dirty="0"/>
        </a:p>
      </dsp:txBody>
      <dsp:txXfrm>
        <a:off x="3544506" y="32770"/>
        <a:ext cx="1793766" cy="1050122"/>
      </dsp:txXfrm>
    </dsp:sp>
    <dsp:sp modelId="{B097EE6A-73D2-464D-ACE7-7D3D08ACB6DA}">
      <dsp:nvSpPr>
        <dsp:cNvPr id="0" name=""/>
        <dsp:cNvSpPr/>
      </dsp:nvSpPr>
      <dsp:spPr>
        <a:xfrm>
          <a:off x="5534544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534544" y="419514"/>
        <a:ext cx="275891" cy="276634"/>
      </dsp:txXfrm>
    </dsp:sp>
    <dsp:sp modelId="{16C5688C-AEFF-423E-9319-154875F9835C}">
      <dsp:nvSpPr>
        <dsp:cNvPr id="0" name=""/>
        <dsp:cNvSpPr/>
      </dsp:nvSpPr>
      <dsp:spPr>
        <a:xfrm>
          <a:off x="6114586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Development &amp; Implementation</a:t>
          </a:r>
          <a:endParaRPr lang="en-US" sz="1900" kern="1200" dirty="0"/>
        </a:p>
      </dsp:txBody>
      <dsp:txXfrm>
        <a:off x="6147257" y="32770"/>
        <a:ext cx="1793766" cy="1050122"/>
      </dsp:txXfrm>
    </dsp:sp>
    <dsp:sp modelId="{E92266D7-4632-4108-AF96-DE44FA730316}">
      <dsp:nvSpPr>
        <dsp:cNvPr id="0" name=""/>
        <dsp:cNvSpPr/>
      </dsp:nvSpPr>
      <dsp:spPr>
        <a:xfrm>
          <a:off x="8137296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8137296" y="419514"/>
        <a:ext cx="275891" cy="276634"/>
      </dsp:txXfrm>
    </dsp:sp>
    <dsp:sp modelId="{430E34E3-C9C9-419E-A9B4-C21EC967B65A}">
      <dsp:nvSpPr>
        <dsp:cNvPr id="0" name=""/>
        <dsp:cNvSpPr/>
      </dsp:nvSpPr>
      <dsp:spPr>
        <a:xfrm>
          <a:off x="8717337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shade val="51000"/>
                <a:satMod val="130000"/>
              </a:schemeClr>
            </a:gs>
            <a:gs pos="80000">
              <a:schemeClr val="accent2">
                <a:hueOff val="3511139"/>
                <a:satOff val="-4379"/>
                <a:lumOff val="1030"/>
                <a:alphaOff val="0"/>
                <a:shade val="93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Testing &amp; Quality Assurance (QA)</a:t>
          </a:r>
          <a:endParaRPr lang="en-US" sz="1900" kern="1200" dirty="0"/>
        </a:p>
      </dsp:txBody>
      <dsp:txXfrm>
        <a:off x="8750008" y="32770"/>
        <a:ext cx="1793766" cy="1050122"/>
      </dsp:txXfrm>
    </dsp:sp>
    <dsp:sp modelId="{304196F2-1CD3-4B0A-AF54-2B75C209CD91}">
      <dsp:nvSpPr>
        <dsp:cNvPr id="0" name=""/>
        <dsp:cNvSpPr/>
      </dsp:nvSpPr>
      <dsp:spPr>
        <a:xfrm rot="5400000">
          <a:off x="9449826" y="1245701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9508575" y="1279165"/>
        <a:ext cx="276634" cy="275891"/>
      </dsp:txXfrm>
    </dsp:sp>
    <dsp:sp modelId="{45D86A40-BA0A-49AE-8974-CE48AE850D27}">
      <dsp:nvSpPr>
        <dsp:cNvPr id="0" name=""/>
        <dsp:cNvSpPr/>
      </dsp:nvSpPr>
      <dsp:spPr>
        <a:xfrm>
          <a:off x="8717337" y="1859207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Deployment &amp; Maintenance</a:t>
          </a:r>
          <a:endParaRPr lang="en-US" sz="1900" kern="1200" dirty="0"/>
        </a:p>
      </dsp:txBody>
      <dsp:txXfrm>
        <a:off x="8750008" y="1891878"/>
        <a:ext cx="1793766" cy="105012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D5CBE-4978-4AC0-9CD3-B3AA4FEC4B25}">
      <dsp:nvSpPr>
        <dsp:cNvPr id="0" name=""/>
        <dsp:cNvSpPr/>
      </dsp:nvSpPr>
      <dsp:spPr>
        <a:xfrm>
          <a:off x="909084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Planning &amp; Requirements Gathering</a:t>
          </a:r>
          <a:endParaRPr lang="en-US" sz="1900" kern="1200" dirty="0"/>
        </a:p>
      </dsp:txBody>
      <dsp:txXfrm>
        <a:off x="941755" y="32770"/>
        <a:ext cx="1793766" cy="1050122"/>
      </dsp:txXfrm>
    </dsp:sp>
    <dsp:sp modelId="{7D374356-C7FC-4C84-8931-3E56180DE54D}">
      <dsp:nvSpPr>
        <dsp:cNvPr id="0" name=""/>
        <dsp:cNvSpPr/>
      </dsp:nvSpPr>
      <dsp:spPr>
        <a:xfrm>
          <a:off x="2931793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931793" y="419514"/>
        <a:ext cx="275891" cy="276634"/>
      </dsp:txXfrm>
    </dsp:sp>
    <dsp:sp modelId="{CE5D2C50-FEAF-4305-AE7E-69F07A4E98B2}">
      <dsp:nvSpPr>
        <dsp:cNvPr id="0" name=""/>
        <dsp:cNvSpPr/>
      </dsp:nvSpPr>
      <dsp:spPr>
        <a:xfrm>
          <a:off x="3511835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shade val="51000"/>
                <a:satMod val="130000"/>
              </a:schemeClr>
            </a:gs>
            <a:gs pos="80000">
              <a:schemeClr val="accent2">
                <a:hueOff val="1170380"/>
                <a:satOff val="-1460"/>
                <a:lumOff val="343"/>
                <a:alphaOff val="0"/>
                <a:shade val="93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Design &amp; Architecture</a:t>
          </a:r>
          <a:endParaRPr lang="en-US" sz="1900" kern="1200" dirty="0"/>
        </a:p>
      </dsp:txBody>
      <dsp:txXfrm>
        <a:off x="3544506" y="32770"/>
        <a:ext cx="1793766" cy="1050122"/>
      </dsp:txXfrm>
    </dsp:sp>
    <dsp:sp modelId="{B097EE6A-73D2-464D-ACE7-7D3D08ACB6DA}">
      <dsp:nvSpPr>
        <dsp:cNvPr id="0" name=""/>
        <dsp:cNvSpPr/>
      </dsp:nvSpPr>
      <dsp:spPr>
        <a:xfrm>
          <a:off x="5534544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534544" y="419514"/>
        <a:ext cx="275891" cy="276634"/>
      </dsp:txXfrm>
    </dsp:sp>
    <dsp:sp modelId="{16C5688C-AEFF-423E-9319-154875F9835C}">
      <dsp:nvSpPr>
        <dsp:cNvPr id="0" name=""/>
        <dsp:cNvSpPr/>
      </dsp:nvSpPr>
      <dsp:spPr>
        <a:xfrm>
          <a:off x="6114586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Development &amp; Implementation</a:t>
          </a:r>
          <a:endParaRPr lang="en-US" sz="1900" kern="1200" dirty="0"/>
        </a:p>
      </dsp:txBody>
      <dsp:txXfrm>
        <a:off x="6147257" y="32770"/>
        <a:ext cx="1793766" cy="1050122"/>
      </dsp:txXfrm>
    </dsp:sp>
    <dsp:sp modelId="{E92266D7-4632-4108-AF96-DE44FA730316}">
      <dsp:nvSpPr>
        <dsp:cNvPr id="0" name=""/>
        <dsp:cNvSpPr/>
      </dsp:nvSpPr>
      <dsp:spPr>
        <a:xfrm>
          <a:off x="8137296" y="327302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8137296" y="419514"/>
        <a:ext cx="275891" cy="276634"/>
      </dsp:txXfrm>
    </dsp:sp>
    <dsp:sp modelId="{430E34E3-C9C9-419E-A9B4-C21EC967B65A}">
      <dsp:nvSpPr>
        <dsp:cNvPr id="0" name=""/>
        <dsp:cNvSpPr/>
      </dsp:nvSpPr>
      <dsp:spPr>
        <a:xfrm>
          <a:off x="8717337" y="99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shade val="51000"/>
                <a:satMod val="130000"/>
              </a:schemeClr>
            </a:gs>
            <a:gs pos="80000">
              <a:schemeClr val="accent2">
                <a:hueOff val="3511139"/>
                <a:satOff val="-4379"/>
                <a:lumOff val="1030"/>
                <a:alphaOff val="0"/>
                <a:shade val="93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Testing &amp; Quality Assurance (QA)</a:t>
          </a:r>
          <a:endParaRPr lang="en-US" sz="1900" kern="1200" dirty="0"/>
        </a:p>
      </dsp:txBody>
      <dsp:txXfrm>
        <a:off x="8750008" y="32770"/>
        <a:ext cx="1793766" cy="1050122"/>
      </dsp:txXfrm>
    </dsp:sp>
    <dsp:sp modelId="{304196F2-1CD3-4B0A-AF54-2B75C209CD91}">
      <dsp:nvSpPr>
        <dsp:cNvPr id="0" name=""/>
        <dsp:cNvSpPr/>
      </dsp:nvSpPr>
      <dsp:spPr>
        <a:xfrm rot="5400000">
          <a:off x="9449826" y="1245701"/>
          <a:ext cx="394130" cy="4610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9508575" y="1279165"/>
        <a:ext cx="276634" cy="275891"/>
      </dsp:txXfrm>
    </dsp:sp>
    <dsp:sp modelId="{45D86A40-BA0A-49AE-8974-CE48AE850D27}">
      <dsp:nvSpPr>
        <dsp:cNvPr id="0" name=""/>
        <dsp:cNvSpPr/>
      </dsp:nvSpPr>
      <dsp:spPr>
        <a:xfrm>
          <a:off x="8717337" y="1859207"/>
          <a:ext cx="1859108" cy="11154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Deployment &amp; Maintenance</a:t>
          </a:r>
          <a:endParaRPr lang="en-US" sz="1900" kern="1200" dirty="0"/>
        </a:p>
      </dsp:txBody>
      <dsp:txXfrm>
        <a:off x="8750008" y="1891878"/>
        <a:ext cx="1793766" cy="1050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285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169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874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256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341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40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7" y="813880"/>
            <a:ext cx="11963399" cy="163121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The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Software Development Life Cycle (SDLC) is a structured framework 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that guides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software development projects 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from conception to launch and beyond.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1F1F1F"/>
              </a:solidFill>
              <a:highlight>
                <a:srgbClr val="FFFFFF"/>
              </a:highlight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SDLC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ensures high-quality, efficient software creation within budget and time constraints. Here's a breakdown of the SDLC with key documents associated with each phase:</a:t>
            </a:r>
            <a:endParaRPr lang="en-US" sz="6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0493141"/>
              </p:ext>
            </p:extLst>
          </p:nvPr>
        </p:nvGraphicFramePr>
        <p:xfrm>
          <a:off x="410635" y="3352800"/>
          <a:ext cx="11485530" cy="2974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93BB2DC-3CBA-63EF-E73E-61B1F550D3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4071406"/>
              </p:ext>
            </p:extLst>
          </p:nvPr>
        </p:nvGraphicFramePr>
        <p:xfrm>
          <a:off x="397434" y="3597595"/>
          <a:ext cx="11485530" cy="2974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95835" y="533400"/>
            <a:ext cx="11688728" cy="2396865"/>
          </a:xfrm>
          <a:prstGeom prst="wedgeRectCallout">
            <a:avLst>
              <a:gd name="adj1" fmla="val -34255"/>
              <a:gd name="adj2" fmla="val 7892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1. Planning &amp; Requirements Gathering:</a:t>
            </a:r>
            <a:br>
              <a:rPr lang="en-US" sz="20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Key Documents:</a:t>
            </a:r>
            <a:endParaRPr lang="en-US" sz="20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Project Charter: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Defines project goals, scope, stakeholders, and high-level requirements.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Feasibility Study: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Assesses the technical, economic, and operational viability of the project.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Business Requirements Document (BRD):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Outlines the functional needs of the software from a business perspective.</a:t>
            </a:r>
          </a:p>
        </p:txBody>
      </p:sp>
    </p:spTree>
    <p:extLst>
      <p:ext uri="{BB962C8B-B14F-4D97-AF65-F5344CB8AC3E}">
        <p14:creationId xmlns:p14="http://schemas.microsoft.com/office/powerpoint/2010/main" val="240511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93BB2DC-3CBA-63EF-E73E-61B1F550D327}"/>
              </a:ext>
            </a:extLst>
          </p:cNvPr>
          <p:cNvGraphicFramePr/>
          <p:nvPr/>
        </p:nvGraphicFramePr>
        <p:xfrm>
          <a:off x="397434" y="3597595"/>
          <a:ext cx="11485530" cy="2974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95835" y="720465"/>
            <a:ext cx="11688728" cy="2209800"/>
          </a:xfrm>
          <a:prstGeom prst="wedgeRectCallout">
            <a:avLst>
              <a:gd name="adj1" fmla="val -11891"/>
              <a:gd name="adj2" fmla="val 803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2. Design &amp; Architecture:</a:t>
            </a:r>
            <a:endParaRPr lang="en-US" sz="18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Key Documents:</a:t>
            </a:r>
            <a:endParaRPr lang="en-US" sz="18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Software Requirement Specification (SRS):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1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Detailed technical document outlining functional and non-functional requirements.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System Architecture Document: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1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Defines the overall system design, including hardware, software, network infrastructure, and data flow.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User Interface (UI) Wireframes or Mockups: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1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Visual representations of the software's user interface layout and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200767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93BB2DC-3CBA-63EF-E73E-61B1F550D327}"/>
              </a:ext>
            </a:extLst>
          </p:cNvPr>
          <p:cNvGraphicFramePr/>
          <p:nvPr/>
        </p:nvGraphicFramePr>
        <p:xfrm>
          <a:off x="397434" y="3597595"/>
          <a:ext cx="11485530" cy="2974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95835" y="720465"/>
            <a:ext cx="11688728" cy="2209800"/>
          </a:xfrm>
          <a:prstGeom prst="wedgeRectCallout">
            <a:avLst>
              <a:gd name="adj1" fmla="val 10013"/>
              <a:gd name="adj2" fmla="val 8087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3. Development &amp; Implementation:</a:t>
            </a:r>
          </a:p>
          <a:p>
            <a:pPr algn="l"/>
            <a:endParaRPr lang="en-US" sz="18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Key Documents:</a:t>
            </a:r>
            <a:endParaRPr lang="en-US" sz="18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Source Code: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1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The actual programming code that makes the software function.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Unit Test Plans &amp; Results: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1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Documents detailing the testing strategy for individual code modules.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Integration Test Plans &amp; Results:</a:t>
            </a:r>
            <a:r>
              <a:rPr lang="en-US" sz="18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 Documents outlining the testing approach for ensuring seamless integration between different software components.</a:t>
            </a:r>
          </a:p>
        </p:txBody>
      </p:sp>
    </p:spTree>
    <p:extLst>
      <p:ext uri="{BB962C8B-B14F-4D97-AF65-F5344CB8AC3E}">
        <p14:creationId xmlns:p14="http://schemas.microsoft.com/office/powerpoint/2010/main" val="347334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93BB2DC-3CBA-63EF-E73E-61B1F550D327}"/>
              </a:ext>
            </a:extLst>
          </p:cNvPr>
          <p:cNvGraphicFramePr/>
          <p:nvPr/>
        </p:nvGraphicFramePr>
        <p:xfrm>
          <a:off x="397434" y="3597595"/>
          <a:ext cx="11485530" cy="2974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95835" y="720465"/>
            <a:ext cx="11688728" cy="2470730"/>
          </a:xfrm>
          <a:prstGeom prst="wedgeRectCallout">
            <a:avLst>
              <a:gd name="adj1" fmla="val 34402"/>
              <a:gd name="adj2" fmla="val 6917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4. Testing &amp; Quality Assurance (QA):</a:t>
            </a:r>
          </a:p>
          <a:p>
            <a:pPr algn="l"/>
            <a:endParaRPr lang="en-US" sz="20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Key Documents:</a:t>
            </a:r>
            <a:endParaRPr lang="en-US" sz="20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Test Plan: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Comprehensive document outlining the overall testing strategy, including types of testing (functional, non-functional, etc.) and testing procedures.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Test Cases: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Specific test scenarios designed to verify functionalities and identify potential defects.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Defect Tracking Log</a:t>
            </a:r>
            <a:r>
              <a:rPr lang="en-US" sz="20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: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 Records identified bugs, their severity, and their resolution status.</a:t>
            </a:r>
          </a:p>
        </p:txBody>
      </p:sp>
    </p:spTree>
    <p:extLst>
      <p:ext uri="{BB962C8B-B14F-4D97-AF65-F5344CB8AC3E}">
        <p14:creationId xmlns:p14="http://schemas.microsoft.com/office/powerpoint/2010/main" val="382201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33A7545-A281-C8EC-44B4-340AE9DF1D36}"/>
              </a:ext>
            </a:extLst>
          </p:cNvPr>
          <p:cNvSpPr/>
          <p:nvPr/>
        </p:nvSpPr>
        <p:spPr>
          <a:xfrm>
            <a:off x="295835" y="720465"/>
            <a:ext cx="11688728" cy="2209800"/>
          </a:xfrm>
          <a:prstGeom prst="wedgeRectCallout">
            <a:avLst>
              <a:gd name="adj1" fmla="val 26119"/>
              <a:gd name="adj2" fmla="val 16217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5. Deployment &amp; Maintenance:</a:t>
            </a:r>
          </a:p>
          <a:p>
            <a:pPr algn="l"/>
            <a:endParaRPr lang="en-US" sz="20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Key Documents:</a:t>
            </a:r>
            <a:endParaRPr lang="en-US" sz="2000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Deployment Plan: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Outlines the strategy for releasing the software to the production environment.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Release Notes: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Documents new features, bug fixes, and known issues in the deployed software version.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Maintenance Plan: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Defines the strategy for addressing post-deployment issues, bug fixes, and future enhancements.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93BB2DC-3CBA-63EF-E73E-61B1F550D327}"/>
              </a:ext>
            </a:extLst>
          </p:cNvPr>
          <p:cNvGraphicFramePr/>
          <p:nvPr/>
        </p:nvGraphicFramePr>
        <p:xfrm>
          <a:off x="397434" y="3597595"/>
          <a:ext cx="11485530" cy="2974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</p:spTree>
    <p:extLst>
      <p:ext uri="{BB962C8B-B14F-4D97-AF65-F5344CB8AC3E}">
        <p14:creationId xmlns:p14="http://schemas.microsoft.com/office/powerpoint/2010/main" val="390915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43096" y="53371"/>
            <a:ext cx="8305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Guide to Software Development Life Cycle (SDLC) Phases and Key Documents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7" y="813880"/>
            <a:ext cx="11963399" cy="101566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It's important to note that the specific documents used may vary depending on the chosen SDLC model and the development team's preferences.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However, these key documents serve as a foundation for effective communication, collaboration, and quality control throughout the software development lifecycle.</a:t>
            </a:r>
            <a:endParaRPr lang="en-US" sz="8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C554491-2071-EB35-61C3-A67D72507BF3}"/>
              </a:ext>
            </a:extLst>
          </p:cNvPr>
          <p:cNvGraphicFramePr/>
          <p:nvPr/>
        </p:nvGraphicFramePr>
        <p:xfrm>
          <a:off x="410635" y="3352800"/>
          <a:ext cx="11485530" cy="2974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00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91901</TotalTime>
  <Words>650</Words>
  <Application>Microsoft Office PowerPoint</Application>
  <PresentationFormat>Widescreen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Google Sans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10024</cp:revision>
  <dcterms:created xsi:type="dcterms:W3CDTF">2006-08-16T00:00:00Z</dcterms:created>
  <dcterms:modified xsi:type="dcterms:W3CDTF">2024-04-28T08:19:38Z</dcterms:modified>
</cp:coreProperties>
</file>