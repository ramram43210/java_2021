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3"/>
  </p:notesMasterIdLst>
  <p:sldIdLst>
    <p:sldId id="478" r:id="rId2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456"/>
    <a:srgbClr val="FF5050"/>
    <a:srgbClr val="33CCFF"/>
    <a:srgbClr val="151B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7" autoAdjust="0"/>
    <p:restoredTop sz="94291" autoAdjust="0"/>
  </p:normalViewPr>
  <p:slideViewPr>
    <p:cSldViewPr>
      <p:cViewPr varScale="1">
        <p:scale>
          <a:sx n="71" d="100"/>
          <a:sy n="71" d="100"/>
        </p:scale>
        <p:origin x="1248" y="91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5/30/2024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848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7471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46C491-DBC3-A60F-6EAA-0F9285847D45}"/>
              </a:ext>
            </a:extLst>
          </p:cNvPr>
          <p:cNvSpPr/>
          <p:nvPr/>
        </p:nvSpPr>
        <p:spPr>
          <a:xfrm>
            <a:off x="3586844" y="51972"/>
            <a:ext cx="5018311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How to Connect to MongoDB Atlas Using Java</a:t>
            </a:r>
          </a:p>
        </p:txBody>
      </p:sp>
      <p:pic>
        <p:nvPicPr>
          <p:cNvPr id="1026" name="Picture 2" descr="Clip art,Line,Logo,Graphics #125924 - Free Icon Library">
            <a:extLst>
              <a:ext uri="{FF2B5EF4-FFF2-40B4-BE49-F238E27FC236}">
                <a16:creationId xmlns:a16="http://schemas.microsoft.com/office/drawing/2014/main" id="{0AFE49EA-CB32-D4DE-8BD4-1538F801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3733800"/>
            <a:ext cx="2362200" cy="23622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653CB1AF-28FF-CA5E-CF8A-E019E50266A0}"/>
              </a:ext>
            </a:extLst>
          </p:cNvPr>
          <p:cNvSpPr/>
          <p:nvPr/>
        </p:nvSpPr>
        <p:spPr>
          <a:xfrm>
            <a:off x="1600201" y="4305300"/>
            <a:ext cx="2209800" cy="1219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Java Program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1D48A00-C461-26AB-0269-37CEFE7E99B0}"/>
              </a:ext>
            </a:extLst>
          </p:cNvPr>
          <p:cNvCxnSpPr>
            <a:cxnSpLocks/>
            <a:stCxn id="4" idx="6"/>
            <a:endCxn id="1026" idx="1"/>
          </p:cNvCxnSpPr>
          <p:nvPr/>
        </p:nvCxnSpPr>
        <p:spPr>
          <a:xfrm>
            <a:off x="3810001" y="4914900"/>
            <a:ext cx="457199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28" name="Picture 4" descr="Connect Terraform and MongoDB Atlas | StrongDM">
            <a:extLst>
              <a:ext uri="{FF2B5EF4-FFF2-40B4-BE49-F238E27FC236}">
                <a16:creationId xmlns:a16="http://schemas.microsoft.com/office/drawing/2014/main" id="{89CF8EFB-DC3D-FC1F-7DDB-CEF11E1A4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0200" y="4495800"/>
            <a:ext cx="1371599" cy="1371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C5359A-7D15-3D64-89B9-D893BA0D9C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884" y="806784"/>
            <a:ext cx="11446232" cy="221761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4070404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93230</TotalTime>
  <Words>11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10006</cp:revision>
  <dcterms:created xsi:type="dcterms:W3CDTF">2006-08-16T00:00:00Z</dcterms:created>
  <dcterms:modified xsi:type="dcterms:W3CDTF">2024-05-30T04:37:51Z</dcterms:modified>
</cp:coreProperties>
</file>