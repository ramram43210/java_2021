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9"/>
  </p:notesMasterIdLst>
  <p:sldIdLst>
    <p:sldId id="474" r:id="rId2"/>
    <p:sldId id="476" r:id="rId3"/>
    <p:sldId id="478" r:id="rId4"/>
    <p:sldId id="482" r:id="rId5"/>
    <p:sldId id="483" r:id="rId6"/>
    <p:sldId id="484" r:id="rId7"/>
    <p:sldId id="481" r:id="rId8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291" autoAdjust="0"/>
  </p:normalViewPr>
  <p:slideViewPr>
    <p:cSldViewPr>
      <p:cViewPr varScale="1">
        <p:scale>
          <a:sx n="72" d="100"/>
          <a:sy n="72" d="100"/>
        </p:scale>
        <p:origin x="1123" y="62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8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67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42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233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63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63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lookup,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or Domain Name System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lookup, is the process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translating a domain name (like </a:t>
            </a:r>
            <a:r>
              <a:rPr lang="en-US" sz="2000" b="0" i="0" u="none" strike="noStrike" dirty="0">
                <a:solidFill>
                  <a:srgbClr val="FF0000"/>
                </a:solidFill>
                <a:effectLst/>
                <a:latin typeface="Sö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www.example.com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) into an IP address (like 192.0.2.1)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that computers use to communicate with each other over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network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450525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What is DNS?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C6A3E-43EC-3C33-0913-7E72D258A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133600"/>
            <a:ext cx="7180983" cy="453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56966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Local Cache Check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When you enter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 name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into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 browser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your computer first checks its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local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cache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to see if it has recently looked up the domain name. If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is found in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cache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and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has not expired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the lookup process ends here, and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browser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can connect 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using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cached IP address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Operating System Resolver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 name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is not found in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local cache or has expired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your computer's operating system resolver takes over. It sends a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query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to the configured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typically your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Internet Service Provider's (ISP) DNS server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7" y="2659539"/>
            <a:ext cx="6725274" cy="405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5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3. DNS Resolver Query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then sends a query 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root DNS servers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asking them to provide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of the </a:t>
            </a:r>
          </a:p>
          <a:p>
            <a:pPr algn="l"/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responsible 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top-level domain (like .com, </a:t>
            </a:r>
            <a:r>
              <a:rPr lang="en-US" sz="1600" b="0" i="0" dirty="0" err="1">
                <a:solidFill>
                  <a:srgbClr val="FF0000"/>
                </a:solidFill>
                <a:effectLst/>
                <a:latin typeface="Söhne"/>
              </a:rPr>
              <a:t>.net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, etc.)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of the requested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 name.</a:t>
            </a:r>
            <a:b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FF0000"/>
              </a:solidFill>
              <a:effectLst/>
              <a:latin typeface="Söhne"/>
            </a:endParaRP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Root DNS Servers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: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root DNS servers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respond to the resolver's query with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addresses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of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top-level domain (TLD) DNS servers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responsible 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requested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domain name's TLD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4F6DF-0897-3E00-E996-15FE4AF4E1F9}"/>
              </a:ext>
            </a:extLst>
          </p:cNvPr>
          <p:cNvSpPr txBox="1"/>
          <p:nvPr/>
        </p:nvSpPr>
        <p:spPr>
          <a:xfrm>
            <a:off x="226808" y="542533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</p:spTree>
    <p:extLst>
      <p:ext uri="{BB962C8B-B14F-4D97-AF65-F5344CB8AC3E}">
        <p14:creationId xmlns:p14="http://schemas.microsoft.com/office/powerpoint/2010/main" val="41487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FF0000"/>
                </a:solidFill>
                <a:latin typeface="Söhne"/>
              </a:rPr>
              <a:t>4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. TLD DNS Servers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then sends a query to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TLD DNS servers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, asking them to provide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the IP address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of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authoritative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DNS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responsible 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second-level domain (like example.com)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of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requested domain name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Authoritative DNS Server Query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: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TLD DNS servers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respond with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IP address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of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authoritative DNS server 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Söhne"/>
              </a:rPr>
              <a:t>requested domain name.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4F6DF-0897-3E00-E996-15FE4AF4E1F9}"/>
              </a:ext>
            </a:extLst>
          </p:cNvPr>
          <p:cNvSpPr txBox="1"/>
          <p:nvPr/>
        </p:nvSpPr>
        <p:spPr>
          <a:xfrm>
            <a:off x="226808" y="542533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</p:spTree>
    <p:extLst>
      <p:ext uri="{BB962C8B-B14F-4D97-AF65-F5344CB8AC3E}">
        <p14:creationId xmlns:p14="http://schemas.microsoft.com/office/powerpoint/2010/main" val="286354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38499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  <a:latin typeface="Söhne"/>
              </a:rPr>
              <a:t>5.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Söhne"/>
              </a:rPr>
              <a:t>Authoritative DNS Server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Finally,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DNS resolver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sends a query to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authoritative DNS server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, asking it to provide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associated with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requested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domain name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4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400" b="1" dirty="0">
                <a:solidFill>
                  <a:srgbClr val="FF0000"/>
                </a:solidFill>
                <a:latin typeface="Söhne"/>
              </a:rPr>
              <a:t>6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Söhne"/>
              </a:rPr>
              <a:t>. Response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authoritative DNS server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responds to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DNS resolver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 with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of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requested domain name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sz="1400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en-US" sz="1400" b="1" i="0" dirty="0">
                <a:solidFill>
                  <a:srgbClr val="FF0000"/>
                </a:solidFill>
                <a:effectLst/>
                <a:latin typeface="Söhne"/>
              </a:rPr>
              <a:t>Cache Update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DNS resolver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 caches the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locally for future use, reducing the need for repeated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DNS lookups 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for the same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Söhne"/>
              </a:rPr>
              <a:t>domain name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4F6DF-0897-3E00-E996-15FE4AF4E1F9}"/>
              </a:ext>
            </a:extLst>
          </p:cNvPr>
          <p:cNvSpPr txBox="1"/>
          <p:nvPr/>
        </p:nvSpPr>
        <p:spPr>
          <a:xfrm>
            <a:off x="226808" y="542533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</p:spTree>
    <p:extLst>
      <p:ext uri="{BB962C8B-B14F-4D97-AF65-F5344CB8AC3E}">
        <p14:creationId xmlns:p14="http://schemas.microsoft.com/office/powerpoint/2010/main" val="388987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70788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  <a:latin typeface="Söhne"/>
              </a:rPr>
              <a:t>7 &amp; 8 &amp; 9.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Söhne"/>
              </a:rPr>
              <a:t>Connection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With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obtained from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 lookup process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your computer can establish a connection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hosting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associated with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domain name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4F6DF-0897-3E00-E996-15FE4AF4E1F9}"/>
              </a:ext>
            </a:extLst>
          </p:cNvPr>
          <p:cNvSpPr txBox="1"/>
          <p:nvPr/>
        </p:nvSpPr>
        <p:spPr>
          <a:xfrm>
            <a:off x="226808" y="542533"/>
            <a:ext cx="3110403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Steps involved in a DNS lookup:</a:t>
            </a:r>
          </a:p>
        </p:txBody>
      </p:sp>
    </p:spTree>
    <p:extLst>
      <p:ext uri="{BB962C8B-B14F-4D97-AF65-F5344CB8AC3E}">
        <p14:creationId xmlns:p14="http://schemas.microsoft.com/office/powerpoint/2010/main" val="286907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01566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These steps are crucial in ensuring that users can access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on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using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domain names rather than </a:t>
            </a:r>
            <a:r>
              <a:rPr lang="en-US" sz="2000" b="0" i="0">
                <a:solidFill>
                  <a:srgbClr val="FF0000"/>
                </a:solidFill>
                <a:effectLst/>
                <a:latin typeface="Söhne"/>
              </a:rPr>
              <a:t>complex IP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addresses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 lookup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is a fundamental part of how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functions, enabling seamless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communication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between devices across the globe.</a:t>
            </a:r>
            <a:endParaRPr lang="en-US" sz="44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07709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5480-99FE-2F61-67F6-94F4E8014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126" y="2430627"/>
            <a:ext cx="7104783" cy="4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9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91851</TotalTime>
  <Words>580</Words>
  <Application>Microsoft Office PowerPoint</Application>
  <PresentationFormat>Widescreen</PresentationFormat>
  <Paragraphs>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9982</cp:revision>
  <dcterms:created xsi:type="dcterms:W3CDTF">2006-08-16T00:00:00Z</dcterms:created>
  <dcterms:modified xsi:type="dcterms:W3CDTF">2024-04-08T08:09:52Z</dcterms:modified>
</cp:coreProperties>
</file>