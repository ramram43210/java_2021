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notesMasterIdLst>
    <p:notesMasterId r:id="rId7"/>
  </p:notesMasterIdLst>
  <p:sldIdLst>
    <p:sldId id="474" r:id="rId2"/>
    <p:sldId id="475" r:id="rId3"/>
    <p:sldId id="476" r:id="rId4"/>
    <p:sldId id="477" r:id="rId5"/>
    <p:sldId id="478" r:id="rId6"/>
  </p:sldIdLst>
  <p:sldSz cx="12192000" cy="6858000"/>
  <p:notesSz cx="6858000" cy="9144000"/>
  <p:defaultTextStyle>
    <a:defPPr>
      <a:defRPr lang="en-US"/>
    </a:defPPr>
    <a:lvl1pPr marL="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77" autoAdjust="0"/>
    <p:restoredTop sz="94291" autoAdjust="0"/>
  </p:normalViewPr>
  <p:slideViewPr>
    <p:cSldViewPr>
      <p:cViewPr varScale="1">
        <p:scale>
          <a:sx n="72" d="100"/>
          <a:sy n="72" d="100"/>
        </p:scale>
        <p:origin x="1123" y="62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4EC6-3890-417B-9308-14EFBD00FA63}" type="datetimeFigureOut">
              <a:rPr lang="en-US" smtClean="0"/>
              <a:t>4/5/2024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C400-BD9D-4609-A213-F91E97500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888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7606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5358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0659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694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1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2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6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4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9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5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20"/>
            <a:ext cx="5386919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82"/>
            <a:ext cx="538691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20"/>
            <a:ext cx="538903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82"/>
            <a:ext cx="5389035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3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0" y="273050"/>
            <a:ext cx="4011086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5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0" y="1435111"/>
            <a:ext cx="4011086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2" indent="0">
              <a:buNone/>
              <a:defRPr sz="3735"/>
            </a:lvl2pPr>
            <a:lvl3pPr marL="1219165" indent="0">
              <a:buNone/>
              <a:defRPr sz="3200"/>
            </a:lvl3pPr>
            <a:lvl4pPr marL="1828747" indent="0">
              <a:buNone/>
              <a:defRPr sz="2667"/>
            </a:lvl4pPr>
            <a:lvl5pPr marL="2438331" indent="0">
              <a:buNone/>
              <a:defRPr sz="2667"/>
            </a:lvl5pPr>
            <a:lvl6pPr marL="3047912" indent="0">
              <a:buNone/>
              <a:defRPr sz="2667"/>
            </a:lvl6pPr>
            <a:lvl7pPr marL="3657494" indent="0">
              <a:buNone/>
              <a:defRPr sz="2667"/>
            </a:lvl7pPr>
            <a:lvl8pPr marL="4267075" indent="0">
              <a:buNone/>
              <a:defRPr sz="2667"/>
            </a:lvl8pPr>
            <a:lvl9pPr marL="4876659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1614"/>
            <a:ext cx="2743200" cy="4291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01614"/>
            <a:ext cx="8026400" cy="4291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4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ctr" defTabSz="1219165" rtl="0" eaLnBrk="1" latinLnBrk="0" hangingPunct="1"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8" indent="-457188" algn="l" defTabSz="1219165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2" indent="-380990" algn="l" defTabSz="1219165" rtl="0" eaLnBrk="1" latinLnBrk="0" hangingPunct="1">
        <a:spcBef>
          <a:spcPct val="20000"/>
        </a:spcBef>
        <a:buFont typeface="Arial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955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39" indent="-304792" algn="l" defTabSz="1219165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21" indent="-304792" algn="l" defTabSz="1219165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04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86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67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51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47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1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94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7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59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07436" y="961207"/>
            <a:ext cx="11832164" cy="830997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DNS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 is like a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translator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 for the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internet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. It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converts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 the human-readable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website names 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(like </a:t>
            </a:r>
            <a:r>
              <a:rPr lang="en-US" sz="2400" b="0" i="0" u="none" strike="noStrike" dirty="0">
                <a:effectLst/>
                <a:latin typeface="Söhne"/>
                <a:hlinkClick r:id="rId3"/>
              </a:rPr>
              <a:t>www.google.com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) into machine-readable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Söhne"/>
              </a:rPr>
              <a:t>IP addresses 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(like 172.217.3.196).</a:t>
            </a:r>
            <a:endParaRPr lang="en-US" sz="4800" b="0" i="0" dirty="0">
              <a:solidFill>
                <a:srgbClr val="1F1F1F"/>
              </a:solidFill>
              <a:effectLst/>
              <a:latin typeface="Google San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580D99-3D07-C52E-63F6-3920154ED2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2057400"/>
            <a:ext cx="8302628" cy="46344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D1BC91-471D-C9CD-39B4-2D0792D039D3}"/>
              </a:ext>
            </a:extLst>
          </p:cNvPr>
          <p:cNvSpPr txBox="1"/>
          <p:nvPr/>
        </p:nvSpPr>
        <p:spPr>
          <a:xfrm>
            <a:off x="226808" y="542533"/>
            <a:ext cx="1450525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What is DNS?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478D61-4C92-7941-58A9-5E82685F356E}"/>
              </a:ext>
            </a:extLst>
          </p:cNvPr>
          <p:cNvSpPr/>
          <p:nvPr/>
        </p:nvSpPr>
        <p:spPr>
          <a:xfrm>
            <a:off x="3905249" y="25434"/>
            <a:ext cx="43815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Understanding DNS: A Beginner's Guide</a:t>
            </a:r>
          </a:p>
        </p:txBody>
      </p:sp>
    </p:spTree>
    <p:extLst>
      <p:ext uri="{BB962C8B-B14F-4D97-AF65-F5344CB8AC3E}">
        <p14:creationId xmlns:p14="http://schemas.microsoft.com/office/powerpoint/2010/main" val="27738096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38462" y="925841"/>
            <a:ext cx="11736592" cy="1938992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When you type a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website name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into your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browser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, your computer sends a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request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to a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DNS server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  <a:b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sz="2000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DNS server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checks its records to find the corresponding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IP address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for that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website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  <a:b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sz="2000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Once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IP address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is found, your computer uses it to connect to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website's server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and load the webpage.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580D99-3D07-C52E-63F6-3920154ED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3124200"/>
            <a:ext cx="6477000" cy="36153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D1BC91-471D-C9CD-39B4-2D0792D039D3}"/>
              </a:ext>
            </a:extLst>
          </p:cNvPr>
          <p:cNvSpPr txBox="1"/>
          <p:nvPr/>
        </p:nvSpPr>
        <p:spPr>
          <a:xfrm>
            <a:off x="226808" y="542533"/>
            <a:ext cx="2196627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How does DNS work?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20169A-DB14-9A8F-B011-9BEE05C0F336}"/>
              </a:ext>
            </a:extLst>
          </p:cNvPr>
          <p:cNvSpPr/>
          <p:nvPr/>
        </p:nvSpPr>
        <p:spPr>
          <a:xfrm>
            <a:off x="3905249" y="25434"/>
            <a:ext cx="43815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Understanding DNS: A Beginner's Guide</a:t>
            </a:r>
          </a:p>
        </p:txBody>
      </p:sp>
    </p:spTree>
    <p:extLst>
      <p:ext uri="{BB962C8B-B14F-4D97-AF65-F5344CB8AC3E}">
        <p14:creationId xmlns:p14="http://schemas.microsoft.com/office/powerpoint/2010/main" val="435508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38462" y="925841"/>
            <a:ext cx="11736592" cy="1323439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DNS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makes it easy for us to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navigate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internet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using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names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instead of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numbers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  <a:b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sz="2000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Imagine if you had to remember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IP address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for every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website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you wanted to visit – it would be very hard!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580D99-3D07-C52E-63F6-3920154ED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799" y="2438400"/>
            <a:ext cx="7578515" cy="42302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D1BC91-471D-C9CD-39B4-2D0792D039D3}"/>
              </a:ext>
            </a:extLst>
          </p:cNvPr>
          <p:cNvSpPr txBox="1"/>
          <p:nvPr/>
        </p:nvSpPr>
        <p:spPr>
          <a:xfrm>
            <a:off x="226808" y="542533"/>
            <a:ext cx="2092624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Why is it important?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497E28-2E04-0DA3-B813-2AF6921BDE65}"/>
              </a:ext>
            </a:extLst>
          </p:cNvPr>
          <p:cNvSpPr/>
          <p:nvPr/>
        </p:nvSpPr>
        <p:spPr>
          <a:xfrm>
            <a:off x="3905249" y="25434"/>
            <a:ext cx="43815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Understanding DNS: A Beginner's Guide</a:t>
            </a:r>
          </a:p>
        </p:txBody>
      </p:sp>
    </p:spTree>
    <p:extLst>
      <p:ext uri="{BB962C8B-B14F-4D97-AF65-F5344CB8AC3E}">
        <p14:creationId xmlns:p14="http://schemas.microsoft.com/office/powerpoint/2010/main" val="2096766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28600" y="1011902"/>
            <a:ext cx="11736592" cy="707886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Think of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DNS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as a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phonebook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. When you want to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call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a friend, you look up their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name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in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phonebook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to find their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phone number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.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DNS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does the same thing, but for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websites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580D99-3D07-C52E-63F6-3920154ED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100" y="1981200"/>
            <a:ext cx="8305800" cy="46362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D1BC91-471D-C9CD-39B4-2D0792D039D3}"/>
              </a:ext>
            </a:extLst>
          </p:cNvPr>
          <p:cNvSpPr txBox="1"/>
          <p:nvPr/>
        </p:nvSpPr>
        <p:spPr>
          <a:xfrm>
            <a:off x="226808" y="542533"/>
            <a:ext cx="977191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C36E24-C9E6-DE2D-2C8F-DC039FA079C7}"/>
              </a:ext>
            </a:extLst>
          </p:cNvPr>
          <p:cNvSpPr/>
          <p:nvPr/>
        </p:nvSpPr>
        <p:spPr>
          <a:xfrm>
            <a:off x="3905249" y="25434"/>
            <a:ext cx="43815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Understanding DNS: A Beginner's Guide</a:t>
            </a:r>
          </a:p>
        </p:txBody>
      </p:sp>
    </p:spTree>
    <p:extLst>
      <p:ext uri="{BB962C8B-B14F-4D97-AF65-F5344CB8AC3E}">
        <p14:creationId xmlns:p14="http://schemas.microsoft.com/office/powerpoint/2010/main" val="3889294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28600" y="1011902"/>
            <a:ext cx="11736592" cy="1323439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DNS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helps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computers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find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websites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on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internet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by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translating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their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names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into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IP addresses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  <a:b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sz="2000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171450" indent="-17145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It's a crucial part of how the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internet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works, making it simple and easy for us to browse the web without needing to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remember complex numbers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580D99-3D07-C52E-63F6-3920154ED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101" y="2429435"/>
            <a:ext cx="7933798" cy="44285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D1BC91-471D-C9CD-39B4-2D0792D039D3}"/>
              </a:ext>
            </a:extLst>
          </p:cNvPr>
          <p:cNvSpPr txBox="1"/>
          <p:nvPr/>
        </p:nvSpPr>
        <p:spPr>
          <a:xfrm>
            <a:off x="226808" y="542533"/>
            <a:ext cx="1372042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In Summary: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00D3A3-F258-61A2-4E50-2348F5F33FD5}"/>
              </a:ext>
            </a:extLst>
          </p:cNvPr>
          <p:cNvSpPr/>
          <p:nvPr/>
        </p:nvSpPr>
        <p:spPr>
          <a:xfrm>
            <a:off x="3905249" y="25434"/>
            <a:ext cx="43815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Understanding DNS: A Beginner's Guide</a:t>
            </a:r>
          </a:p>
        </p:txBody>
      </p:sp>
    </p:spTree>
    <p:extLst>
      <p:ext uri="{BB962C8B-B14F-4D97-AF65-F5344CB8AC3E}">
        <p14:creationId xmlns:p14="http://schemas.microsoft.com/office/powerpoint/2010/main" val="3043352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91763</TotalTime>
  <Words>268</Words>
  <Application>Microsoft Office PowerPoint</Application>
  <PresentationFormat>Widescreen</PresentationFormat>
  <Paragraphs>24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Google Sans</vt:lpstr>
      <vt:lpstr>Söhne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 N</cp:lastModifiedBy>
  <cp:revision>9957</cp:revision>
  <dcterms:created xsi:type="dcterms:W3CDTF">2006-08-16T00:00:00Z</dcterms:created>
  <dcterms:modified xsi:type="dcterms:W3CDTF">2024-04-05T08:07:08Z</dcterms:modified>
</cp:coreProperties>
</file>