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4"/>
  </p:notesMasterIdLst>
  <p:sldIdLst>
    <p:sldId id="484" r:id="rId2"/>
    <p:sldId id="486" r:id="rId3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5/25/2024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6512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9A85-288B-E361-50DA-2EA40DC9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F2D5E-8975-CB6A-429F-3AF7703AF5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95D44-D359-F6C5-FAC6-9B388D3A72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457C5-2DE4-6EDB-B36C-FDBD8DD2D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4084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14" name="Rectangle 13"/>
          <p:cNvSpPr/>
          <p:nvPr/>
        </p:nvSpPr>
        <p:spPr>
          <a:xfrm>
            <a:off x="2362200" y="29263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difference between MongoDB and MongoDB Atlas?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3846DA-4E16-B6C3-2822-A38993B0BFC3}"/>
              </a:ext>
            </a:extLst>
          </p:cNvPr>
          <p:cNvSpPr/>
          <p:nvPr/>
        </p:nvSpPr>
        <p:spPr>
          <a:xfrm>
            <a:off x="141818" y="632574"/>
            <a:ext cx="11908364" cy="58338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The key difference between </a:t>
            </a:r>
            <a:r>
              <a:rPr lang="en-US" sz="1900" b="0" i="0" dirty="0">
                <a:solidFill>
                  <a:srgbClr val="FF0000"/>
                </a:solidFill>
                <a:effectLst/>
                <a:latin typeface="Google Sans"/>
              </a:rPr>
              <a:t>MongoDB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 and </a:t>
            </a:r>
            <a:r>
              <a:rPr lang="en-US" sz="1900" b="0" i="0" dirty="0">
                <a:solidFill>
                  <a:srgbClr val="FF0000"/>
                </a:solidFill>
                <a:effectLst/>
                <a:latin typeface="Google Sans"/>
              </a:rPr>
              <a:t>MongoDB Atlas 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lies in their </a:t>
            </a:r>
            <a:r>
              <a:rPr lang="en-US" sz="1900" b="1" i="0" dirty="0">
                <a:solidFill>
                  <a:srgbClr val="FF0000"/>
                </a:solidFill>
                <a:effectLst/>
                <a:latin typeface="Google Sans"/>
              </a:rPr>
              <a:t>deployment</a:t>
            </a:r>
            <a:r>
              <a:rPr lang="en-US" sz="1900" b="1" i="0" dirty="0">
                <a:solidFill>
                  <a:srgbClr val="1F1F1F"/>
                </a:solidFill>
                <a:effectLst/>
                <a:latin typeface="Google Sans"/>
              </a:rPr>
              <a:t> and </a:t>
            </a:r>
            <a:r>
              <a:rPr lang="en-US" sz="1900" b="1" i="0" dirty="0">
                <a:solidFill>
                  <a:srgbClr val="FF0000"/>
                </a:solidFill>
                <a:effectLst/>
                <a:latin typeface="Google Sans"/>
              </a:rPr>
              <a:t>management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:</a:t>
            </a:r>
            <a:b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9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/>
            <a:r>
              <a:rPr lang="en-US" sz="1900" b="1" i="0" dirty="0">
                <a:solidFill>
                  <a:srgbClr val="FF0000"/>
                </a:solidFill>
                <a:effectLst/>
                <a:latin typeface="Google Sans"/>
              </a:rPr>
              <a:t>MongoDB:</a:t>
            </a:r>
            <a:br>
              <a:rPr lang="en-US" sz="1900" b="1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9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1080638" lvl="1" indent="-457200">
              <a:buFont typeface="+mj-lt"/>
              <a:buAutoNum type="arabicPeriod"/>
            </a:pPr>
            <a:r>
              <a:rPr lang="en-US" sz="19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Open-source document database:</a:t>
            </a:r>
            <a:r>
              <a:rPr lang="en-US" sz="1900" b="0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 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You download and install it on your own servers or cloud infrastructure.</a:t>
            </a:r>
          </a:p>
          <a:p>
            <a:pPr marL="1080638" lvl="1" indent="-457200">
              <a:buFont typeface="+mj-lt"/>
              <a:buAutoNum type="arabicPeriod"/>
            </a:pPr>
            <a:r>
              <a:rPr lang="en-US" sz="19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Self-managed: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 You are responsible for all aspects of setup, configuration, maintenance, security, and scaling.</a:t>
            </a:r>
          </a:p>
          <a:p>
            <a:pPr marL="1080638" lvl="1" indent="-457200">
              <a:buFont typeface="+mj-lt"/>
              <a:buAutoNum type="arabicPeriod"/>
            </a:pPr>
            <a:r>
              <a:rPr lang="en-US" sz="19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Flexible: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 Offers the most control and customization options.</a:t>
            </a:r>
          </a:p>
          <a:p>
            <a:pPr marL="1080638" lvl="1" indent="-457200">
              <a:buFont typeface="+mj-lt"/>
              <a:buAutoNum type="arabicPeriod"/>
            </a:pPr>
            <a:r>
              <a:rPr lang="en-US" sz="19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Free to use:</a:t>
            </a:r>
            <a:r>
              <a:rPr lang="en-US" sz="1900" b="0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 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You only pay for your cloud infrastructure resources.</a:t>
            </a:r>
          </a:p>
          <a:p>
            <a:pPr marL="1080638" lvl="1" indent="-457200">
              <a:buFont typeface="+mj-lt"/>
              <a:buAutoNum type="arabicPeriod"/>
            </a:pPr>
            <a:r>
              <a:rPr lang="en-US" sz="19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Requires technical expertise:</a:t>
            </a:r>
            <a:r>
              <a:rPr lang="en-US" sz="1900" b="0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 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Managing it yourself demands significant knowledge and effort.</a:t>
            </a:r>
            <a:b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9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algn="l"/>
            <a:r>
              <a:rPr lang="en-US" sz="1900" b="1" i="0" dirty="0">
                <a:solidFill>
                  <a:srgbClr val="FF0000"/>
                </a:solidFill>
                <a:effectLst/>
                <a:latin typeface="Google Sans"/>
              </a:rPr>
              <a:t>MongoDB Atlas:</a:t>
            </a:r>
            <a:br>
              <a:rPr lang="en-US" sz="1900" b="1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19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966338" lvl="1" indent="-342900">
              <a:buFont typeface="+mj-lt"/>
              <a:buAutoNum type="arabicPeriod"/>
            </a:pPr>
            <a:r>
              <a:rPr lang="en-US" sz="19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Fully managed cloud database service:</a:t>
            </a:r>
            <a:r>
              <a:rPr lang="en-US" sz="1900" b="0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 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Built on top of MongoDB, but hosted and managed by the MongoDB team.</a:t>
            </a:r>
          </a:p>
          <a:p>
            <a:pPr marL="966338" lvl="1" indent="-342900">
              <a:buFont typeface="+mj-lt"/>
              <a:buAutoNum type="arabicPeriod"/>
            </a:pPr>
            <a:r>
              <a:rPr lang="en-US" sz="19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Automated &amp; Scalable:</a:t>
            </a:r>
            <a:r>
              <a:rPr lang="en-US" sz="1900" b="0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 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Provides automatic provisioning, backups, scaling, and security updates.</a:t>
            </a:r>
          </a:p>
          <a:p>
            <a:pPr marL="966338" lvl="1" indent="-342900">
              <a:buFont typeface="+mj-lt"/>
              <a:buAutoNum type="arabicPeriod"/>
            </a:pPr>
            <a:r>
              <a:rPr lang="en-US" sz="19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Focus on ease of use:</a:t>
            </a:r>
            <a:r>
              <a:rPr lang="en-US" sz="1900" b="0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 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Offers a user-friendly interface and tools for managing your database.</a:t>
            </a:r>
          </a:p>
          <a:p>
            <a:pPr marL="966338" lvl="1" indent="-342900">
              <a:buFont typeface="+mj-lt"/>
              <a:buAutoNum type="arabicPeriod"/>
            </a:pPr>
            <a:r>
              <a:rPr lang="en-US" sz="19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Various pricing plans:</a:t>
            </a:r>
            <a:r>
              <a:rPr lang="en-US" sz="1900" b="0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 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Pay-as-you-go pricing based on usage and chosen features.</a:t>
            </a:r>
          </a:p>
          <a:p>
            <a:pPr marL="966338" lvl="1" indent="-342900">
              <a:buFont typeface="+mj-lt"/>
              <a:buAutoNum type="arabicPeriod"/>
            </a:pPr>
            <a:r>
              <a:rPr lang="en-US" sz="19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Reduced operational burden:</a:t>
            </a:r>
            <a:r>
              <a:rPr lang="en-US" sz="1900" b="0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 </a:t>
            </a:r>
            <a:r>
              <a:rPr lang="en-US" sz="1900" b="0" i="0" dirty="0">
                <a:solidFill>
                  <a:srgbClr val="1F1F1F"/>
                </a:solidFill>
                <a:effectLst/>
                <a:latin typeface="Google Sans"/>
              </a:rPr>
              <a:t>Less technical expertise required compared to self-management.</a:t>
            </a:r>
          </a:p>
        </p:txBody>
      </p:sp>
    </p:spTree>
    <p:extLst>
      <p:ext uri="{BB962C8B-B14F-4D97-AF65-F5344CB8AC3E}">
        <p14:creationId xmlns:p14="http://schemas.microsoft.com/office/powerpoint/2010/main" val="4175630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4DDF5-F5A3-03CA-18B0-593663DC6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>
            <a:extLst>
              <a:ext uri="{FF2B5EF4-FFF2-40B4-BE49-F238E27FC236}">
                <a16:creationId xmlns:a16="http://schemas.microsoft.com/office/drawing/2014/main" id="{AFC02F38-0EE0-4CC7-3476-50038E1B88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endParaRPr lang="en-US" sz="1400" dirty="0"/>
          </a:p>
        </p:txBody>
      </p:sp>
      <p:sp>
        <p:nvSpPr>
          <p:cNvPr id="2" name="AutoShape 2" descr="Image result for file">
            <a:extLst>
              <a:ext uri="{FF2B5EF4-FFF2-40B4-BE49-F238E27FC236}">
                <a16:creationId xmlns:a16="http://schemas.microsoft.com/office/drawing/2014/main" id="{05592798-2FE3-B3A0-8CD3-51AF4E4440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E36671A-DA24-215C-6A44-E8586D451AC4}"/>
              </a:ext>
            </a:extLst>
          </p:cNvPr>
          <p:cNvSpPr/>
          <p:nvPr/>
        </p:nvSpPr>
        <p:spPr>
          <a:xfrm>
            <a:off x="141818" y="731354"/>
            <a:ext cx="11908364" cy="57954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glow rad="1397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en-US" sz="20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In summary:</a:t>
            </a:r>
            <a:b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Choose </a:t>
            </a:r>
            <a: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  <a:t>MongoDB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 if you prioritize full control, customization, and cost-effectiveness, and have the technical expertise to manage it yourself.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Choose </a:t>
            </a:r>
            <a: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  <a:t>MongoDB Atlas 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if you value ease of use, automated management, scalability, and security, and are willing to pay for the convenience.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chemeClr val="accent6">
                  <a:lumMod val="50000"/>
                </a:schemeClr>
              </a:solidFill>
              <a:effectLst/>
              <a:latin typeface="Google Sans"/>
            </a:endParaRPr>
          </a:p>
          <a:p>
            <a:pPr algn="l"/>
            <a:r>
              <a:rPr lang="en-US" sz="2000" b="1" i="0" dirty="0">
                <a:solidFill>
                  <a:schemeClr val="accent6">
                    <a:lumMod val="50000"/>
                  </a:schemeClr>
                </a:solidFill>
                <a:effectLst/>
                <a:latin typeface="Google Sans"/>
              </a:rPr>
              <a:t>Additional Considerations:</a:t>
            </a:r>
            <a:b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  <a:t>Security: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 Atlas offers additional security features compared to self-managed MongoDB.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  <a:t>Performance: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 Atlas can optimize performance automatically, while self-managed MongoDB requires manual tuning.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  <a:t>Developer experience: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 Atlas provides various developer tools and integrations.</a:t>
            </a:r>
            <a:b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</a:br>
            <a:endParaRPr lang="en-US" sz="2000" b="0" i="0" dirty="0">
              <a:solidFill>
                <a:srgbClr val="1F1F1F"/>
              </a:solidFill>
              <a:effectLst/>
              <a:latin typeface="Google Sans"/>
            </a:endParaRP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i="0" dirty="0">
                <a:solidFill>
                  <a:srgbClr val="1F1F1F"/>
                </a:solidFill>
                <a:effectLst/>
                <a:latin typeface="Google Sans"/>
              </a:rPr>
              <a:t>Compliance:</a:t>
            </a:r>
            <a:r>
              <a:rPr lang="en-US" sz="2000" b="0" i="0" dirty="0">
                <a:solidFill>
                  <a:srgbClr val="1F1F1F"/>
                </a:solidFill>
                <a:effectLst/>
                <a:latin typeface="Google Sans"/>
              </a:rPr>
              <a:t> Atlas offers features for compliance with specific regulations.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F8E0F8-6541-0EE9-D076-20B34F94D2F3}"/>
              </a:ext>
            </a:extLst>
          </p:cNvPr>
          <p:cNvSpPr/>
          <p:nvPr/>
        </p:nvSpPr>
        <p:spPr>
          <a:xfrm>
            <a:off x="2362200" y="29263"/>
            <a:ext cx="6781800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What is the difference between MongoDB and Atlas MongoDB?</a:t>
            </a:r>
          </a:p>
        </p:txBody>
      </p:sp>
    </p:spTree>
    <p:extLst>
      <p:ext uri="{BB962C8B-B14F-4D97-AF65-F5344CB8AC3E}">
        <p14:creationId xmlns:p14="http://schemas.microsoft.com/office/powerpoint/2010/main" val="245043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91565</TotalTime>
  <Words>310</Words>
  <Application>Microsoft Office PowerPoint</Application>
  <PresentationFormat>Widescreen</PresentationFormat>
  <Paragraphs>25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Google Sans</vt:lpstr>
      <vt:lpstr>Wingdings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10012</cp:revision>
  <dcterms:created xsi:type="dcterms:W3CDTF">2006-08-16T00:00:00Z</dcterms:created>
  <dcterms:modified xsi:type="dcterms:W3CDTF">2024-05-25T04:47:10Z</dcterms:modified>
</cp:coreProperties>
</file>