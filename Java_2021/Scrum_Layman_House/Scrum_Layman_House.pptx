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5"/>
  </p:notesMasterIdLst>
  <p:sldIdLst>
    <p:sldId id="475" r:id="rId2"/>
    <p:sldId id="473" r:id="rId3"/>
    <p:sldId id="474" r:id="rId4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esh N" initials="RN" lastIdx="1" clrIdx="0">
    <p:extLst>
      <p:ext uri="{19B8F6BF-5375-455C-9EA6-DF929625EA0E}">
        <p15:presenceInfo xmlns:p15="http://schemas.microsoft.com/office/powerpoint/2012/main" userId="10c340b3cc87b96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1" autoAdjust="0"/>
    <p:restoredTop sz="94291" autoAdjust="0"/>
  </p:normalViewPr>
  <p:slideViewPr>
    <p:cSldViewPr>
      <p:cViewPr varScale="1">
        <p:scale>
          <a:sx n="71" d="100"/>
          <a:sy n="71" d="100"/>
        </p:scale>
        <p:origin x="1099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09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225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0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380318" y="33992"/>
            <a:ext cx="5410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Explained Simply: What You Need to Know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581055"/>
            <a:ext cx="11755964" cy="317009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Imagine you're part of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working on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like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building a new house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You have a group of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people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with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different skills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—carpenters, plumbers, electricians—all working together to complete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house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Now, think of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as a way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organize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manage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this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team's work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effectively.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project is broken down into smaller parts called "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." Each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like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short race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where the team works intensely to finish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specific part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of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For example, in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one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team might focus on building the walls of the house.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During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team holds quick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daily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meetings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called "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stand-ups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" to discuss progress and any challenges. These meetings are short and focused, usually standing up to keep them brief.</a:t>
            </a:r>
          </a:p>
        </p:txBody>
      </p:sp>
      <p:pic>
        <p:nvPicPr>
          <p:cNvPr id="1026" name="Picture 2" descr="5 Things to Consider Before Build a House">
            <a:extLst>
              <a:ext uri="{FF2B5EF4-FFF2-40B4-BE49-F238E27FC236}">
                <a16:creationId xmlns:a16="http://schemas.microsoft.com/office/drawing/2014/main" id="{91217393-05E3-D407-CD72-AF65012B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39019"/>
            <a:ext cx="7391400" cy="282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358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380318" y="33992"/>
            <a:ext cx="5410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Explained Simply: What You Need to Know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05DA6-4EF9-EB0E-94C5-017DBC9DCF70}"/>
              </a:ext>
            </a:extLst>
          </p:cNvPr>
          <p:cNvSpPr txBox="1"/>
          <p:nvPr/>
        </p:nvSpPr>
        <p:spPr>
          <a:xfrm>
            <a:off x="207436" y="581055"/>
            <a:ext cx="11755964" cy="317009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the beginning of each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team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decides what they can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accomplish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based on their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capacity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the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project's requirements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This is called "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planning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.“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At the end of each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the team shows what they've completed to the project owner or stakeholders. This is called the "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review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." They also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reflect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on what went well and what could be improved in a meeting called "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 retrospective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.“</a:t>
            </a:r>
            <a:b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</a:br>
            <a:endParaRPr lang="en-US" sz="20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171450" indent="-17145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idea behind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to be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flexible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adapt to changes quickly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It's like running a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series of short races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(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sprints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) instead of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one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long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marathon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This allows the team to respond to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feedback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make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adjustments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</a:t>
            </a:r>
            <a:r>
              <a:rPr lang="en-US" sz="2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deliver value </a:t>
            </a: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to customers sooner.</a:t>
            </a:r>
          </a:p>
        </p:txBody>
      </p:sp>
      <p:pic>
        <p:nvPicPr>
          <p:cNvPr id="5" name="Picture 2" descr="5 Things to Consider Before Build a House">
            <a:extLst>
              <a:ext uri="{FF2B5EF4-FFF2-40B4-BE49-F238E27FC236}">
                <a16:creationId xmlns:a16="http://schemas.microsoft.com/office/drawing/2014/main" id="{598F76EC-B41D-C46E-BE14-01429B0AE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839019"/>
            <a:ext cx="7391400" cy="2829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729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613835" y="28998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32CC46-37AA-1E07-46A7-484FC3D881EC}"/>
              </a:ext>
            </a:extLst>
          </p:cNvPr>
          <p:cNvSpPr/>
          <p:nvPr/>
        </p:nvSpPr>
        <p:spPr>
          <a:xfrm>
            <a:off x="3380318" y="33992"/>
            <a:ext cx="54102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Scrum Explained Simply: What You Need to Know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F7848-873F-1C2B-87DD-7C1001F1C790}"/>
              </a:ext>
            </a:extLst>
          </p:cNvPr>
          <p:cNvSpPr txBox="1"/>
          <p:nvPr/>
        </p:nvSpPr>
        <p:spPr>
          <a:xfrm>
            <a:off x="218018" y="3011888"/>
            <a:ext cx="11755964" cy="1200329"/>
          </a:xfrm>
          <a:prstGeom prst="rect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Overall,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Scrum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helps teams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collaborate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efficiently, stay focused on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goals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, and continuously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improve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their work. It's like having a 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Söhne"/>
              </a:rPr>
              <a:t>structured game plan </a:t>
            </a:r>
            <a:r>
              <a:rPr lang="en-US" sz="24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that helps the team achieve success step by step.</a:t>
            </a:r>
            <a:endParaRPr lang="en-US" sz="3600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9DBB7-9FDD-4495-D6CB-B7CB76D12100}"/>
              </a:ext>
            </a:extLst>
          </p:cNvPr>
          <p:cNvSpPr txBox="1"/>
          <p:nvPr/>
        </p:nvSpPr>
        <p:spPr>
          <a:xfrm>
            <a:off x="5395359" y="2514600"/>
            <a:ext cx="140128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70545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91861</TotalTime>
  <Words>348</Words>
  <Application>Microsoft Office PowerPoint</Application>
  <PresentationFormat>Widescreen</PresentationFormat>
  <Paragraphs>14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10057</cp:revision>
  <dcterms:created xsi:type="dcterms:W3CDTF">2006-08-16T00:00:00Z</dcterms:created>
  <dcterms:modified xsi:type="dcterms:W3CDTF">2024-05-07T03:11:58Z</dcterms:modified>
</cp:coreProperties>
</file>