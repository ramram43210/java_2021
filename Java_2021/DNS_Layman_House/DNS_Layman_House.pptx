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8"/>
  </p:notesMasterIdLst>
  <p:sldIdLst>
    <p:sldId id="472" r:id="rId2"/>
    <p:sldId id="474" r:id="rId3"/>
    <p:sldId id="475" r:id="rId4"/>
    <p:sldId id="477" r:id="rId5"/>
    <p:sldId id="479" r:id="rId6"/>
    <p:sldId id="473" r:id="rId7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157" y="67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88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760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359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181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991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hyperlink" Target="http://www.example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3009898" y="29261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Demystifying DNS: Navigating the Internet's Address Book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522605"/>
            <a:ext cx="11963399" cy="1631216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Imagine you're trying to find someone's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house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in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city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you've never been to before. You know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person's name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but you don't know their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address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So, what do you do? You might ask someone who knows the area well for directions, right?</a:t>
            </a:r>
            <a:b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Well,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DNS (Domain Name System)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is a bit like that helpful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person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giving you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directions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but for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internet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23" y="2193285"/>
            <a:ext cx="8280353" cy="46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785104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Söhne"/>
              </a:rPr>
              <a:t>1. Names to Numbers:</a:t>
            </a:r>
            <a:br>
              <a:rPr lang="en-US" sz="1800" b="1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Every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device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connected to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internet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, like computers, smartphones, and servers, has a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unique identification number 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called an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IP address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. It's like a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phone number 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for each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device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b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But remembering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IP addresses 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for all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websites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you want to visit would be really difficult. That's where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DNS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comes in.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674" y="2971800"/>
            <a:ext cx="6724651" cy="37536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815049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How DNS Works?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009898" y="29261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Demystifying DNS: Navigating the Internet's Address Book</a:t>
            </a:r>
          </a:p>
        </p:txBody>
      </p:sp>
    </p:spTree>
    <p:extLst>
      <p:ext uri="{BB962C8B-B14F-4D97-AF65-F5344CB8AC3E}">
        <p14:creationId xmlns:p14="http://schemas.microsoft.com/office/powerpoint/2010/main" val="277380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38462" y="925841"/>
            <a:ext cx="11736592" cy="2831544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800" b="1" i="0" dirty="0">
                <a:solidFill>
                  <a:srgbClr val="FF0000"/>
                </a:solidFill>
                <a:effectLst/>
                <a:latin typeface="Söhne"/>
              </a:rPr>
              <a:t>2. Translating Names to Numbers:</a:t>
            </a:r>
            <a:br>
              <a:rPr lang="en-US" sz="1600" b="1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6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When you type a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name into your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browser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, like "</a:t>
            </a:r>
            <a:r>
              <a:rPr lang="en-US" sz="1600" b="0" i="0" u="none" strike="noStrike" dirty="0">
                <a:solidFill>
                  <a:srgbClr val="0D0D0D"/>
                </a:solidFill>
                <a:effectLst/>
                <a:latin typeface="Söhne"/>
                <a:hlinkClick r:id="rId3"/>
              </a:rPr>
              <a:t>www.</a:t>
            </a:r>
            <a:r>
              <a:rPr lang="en-US" sz="1600" dirty="0">
                <a:solidFill>
                  <a:srgbClr val="0D0D0D"/>
                </a:solidFill>
                <a:latin typeface="Söhne"/>
                <a:hlinkClick r:id="rId3"/>
              </a:rPr>
              <a:t>google</a:t>
            </a:r>
            <a:r>
              <a:rPr lang="en-US" sz="1600" b="0" i="0" u="none" strike="noStrike" dirty="0">
                <a:solidFill>
                  <a:srgbClr val="0D0D0D"/>
                </a:solidFill>
                <a:effectLst/>
                <a:latin typeface="Söhne"/>
                <a:hlinkClick r:id="rId3"/>
              </a:rPr>
              <a:t>.com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," your computer doesn't know where that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is located. It needs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to connect.</a:t>
            </a:r>
            <a:b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6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So, your computer sends a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request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to a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server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, asking, "Hey, what's the IP address for </a:t>
            </a:r>
            <a:r>
              <a:rPr lang="en-US" sz="1600" b="0" i="0" u="none" strike="noStrike" dirty="0">
                <a:solidFill>
                  <a:srgbClr val="0D0D0D"/>
                </a:solidFill>
                <a:effectLst/>
                <a:latin typeface="Söhne"/>
                <a:hlinkClick r:id="rId4"/>
              </a:rPr>
              <a:t>www.</a:t>
            </a:r>
            <a:r>
              <a:rPr lang="en-US" sz="1600" dirty="0">
                <a:solidFill>
                  <a:srgbClr val="0D0D0D"/>
                </a:solidFill>
                <a:latin typeface="Söhne"/>
                <a:hlinkClick r:id="rId3"/>
              </a:rPr>
              <a:t> google</a:t>
            </a:r>
            <a:r>
              <a:rPr lang="en-US" sz="1600" b="0" i="0" u="none" strike="noStrike" dirty="0">
                <a:solidFill>
                  <a:srgbClr val="0D0D0D"/>
                </a:solidFill>
                <a:effectLst/>
                <a:latin typeface="Söhne"/>
                <a:hlinkClick r:id="rId4"/>
              </a:rPr>
              <a:t>.com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?“</a:t>
            </a:r>
            <a:b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6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server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knows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for that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because it's like a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giant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directory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that matches website names to their IP addresses.</a:t>
            </a:r>
            <a:b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</a:br>
            <a:endParaRPr lang="en-US" sz="1600" b="0" i="0" dirty="0">
              <a:solidFill>
                <a:srgbClr val="FF0000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It tells your computer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IP address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, and then your computer can connect to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3861402"/>
            <a:ext cx="5029200" cy="28072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815049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How DNS Works?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E9953-5573-32DF-AD06-25AA5D92EBF1}"/>
              </a:ext>
            </a:extLst>
          </p:cNvPr>
          <p:cNvSpPr/>
          <p:nvPr/>
        </p:nvSpPr>
        <p:spPr>
          <a:xfrm>
            <a:off x="3009898" y="29261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Demystifying DNS: Navigating the Internet's Address Book</a:t>
            </a:r>
          </a:p>
        </p:txBody>
      </p:sp>
    </p:spTree>
    <p:extLst>
      <p:ext uri="{BB962C8B-B14F-4D97-AF65-F5344CB8AC3E}">
        <p14:creationId xmlns:p14="http://schemas.microsoft.com/office/powerpoint/2010/main" val="43550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38462" y="925841"/>
            <a:ext cx="11736592" cy="224676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Söhne"/>
              </a:rPr>
              <a:t>3. Fast and Efficient:</a:t>
            </a:r>
            <a:br>
              <a:rPr lang="en-US" sz="2000" b="1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is super fast and efficient. It's like having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massive address book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for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entire internet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and it helps your computer find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websites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quickly and easily.</a:t>
            </a:r>
            <a:b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Just like how you can quickly find a friend's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house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with the right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address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helps your computer find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websites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with their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IP addresses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3351375"/>
            <a:ext cx="6172200" cy="34452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815049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How DNS Works?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3992DC-04C3-F35E-80FD-239F04AB4254}"/>
              </a:ext>
            </a:extLst>
          </p:cNvPr>
          <p:cNvSpPr/>
          <p:nvPr/>
        </p:nvSpPr>
        <p:spPr>
          <a:xfrm>
            <a:off x="3009898" y="29261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Demystifying DNS: Navigating the Internet's Address Book</a:t>
            </a:r>
          </a:p>
        </p:txBody>
      </p:sp>
    </p:spTree>
    <p:extLst>
      <p:ext uri="{BB962C8B-B14F-4D97-AF65-F5344CB8AC3E}">
        <p14:creationId xmlns:p14="http://schemas.microsoft.com/office/powerpoint/2010/main" val="309535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32537" y="718589"/>
            <a:ext cx="11736592" cy="120032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In short,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DNS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is like the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internet's address book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helping your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devices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find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websites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by translating human-friendly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website names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into computer-readable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IP addresses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. It's an essential part of how we navigate the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internet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every day!</a:t>
            </a:r>
            <a:endParaRPr lang="en-US" sz="4800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2393273"/>
            <a:ext cx="7683074" cy="42886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2FDC20-BB0B-77B0-C778-EDEB6A09848E}"/>
              </a:ext>
            </a:extLst>
          </p:cNvPr>
          <p:cNvSpPr/>
          <p:nvPr/>
        </p:nvSpPr>
        <p:spPr>
          <a:xfrm>
            <a:off x="3009898" y="29261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Demystifying DNS: Navigating the Internet's Address Book</a:t>
            </a:r>
          </a:p>
        </p:txBody>
      </p:sp>
    </p:spTree>
    <p:extLst>
      <p:ext uri="{BB962C8B-B14F-4D97-AF65-F5344CB8AC3E}">
        <p14:creationId xmlns:p14="http://schemas.microsoft.com/office/powerpoint/2010/main" val="9605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scover Chrome's Built-in Browser Tools - Google Chrome">
            <a:extLst>
              <a:ext uri="{FF2B5EF4-FFF2-40B4-BE49-F238E27FC236}">
                <a16:creationId xmlns:a16="http://schemas.microsoft.com/office/drawing/2014/main" id="{AF396DF8-F501-8789-B1D8-2FBE44396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09635"/>
            <a:ext cx="3171507" cy="1914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 dns server icon - OpenW3 Technology Blog">
            <a:extLst>
              <a:ext uri="{FF2B5EF4-FFF2-40B4-BE49-F238E27FC236}">
                <a16:creationId xmlns:a16="http://schemas.microsoft.com/office/drawing/2014/main" id="{5DA663DA-F027-266C-4B75-C3A459B5B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5334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ta server, database, datacenter, main server, server icon - Download on  Iconfinder">
            <a:extLst>
              <a:ext uri="{FF2B5EF4-FFF2-40B4-BE49-F238E27FC236}">
                <a16:creationId xmlns:a16="http://schemas.microsoft.com/office/drawing/2014/main" id="{BCA55B17-6251-8EED-F7FD-37FCCD353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095" y="3666670"/>
            <a:ext cx="25908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DB6AA1-899D-080C-DCCE-AFA33132091C}"/>
              </a:ext>
            </a:extLst>
          </p:cNvPr>
          <p:cNvSpPr txBox="1"/>
          <p:nvPr/>
        </p:nvSpPr>
        <p:spPr>
          <a:xfrm>
            <a:off x="873068" y="4690835"/>
            <a:ext cx="2644570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User with Web Browser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88FF24-D210-45E6-B61A-E0EB31F8AA3A}"/>
              </a:ext>
            </a:extLst>
          </p:cNvPr>
          <p:cNvSpPr txBox="1"/>
          <p:nvPr/>
        </p:nvSpPr>
        <p:spPr>
          <a:xfrm>
            <a:off x="8458200" y="133290"/>
            <a:ext cx="1353127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DNS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BE03B7-508E-84C7-D649-CC884F6A1A80}"/>
              </a:ext>
            </a:extLst>
          </p:cNvPr>
          <p:cNvSpPr txBox="1"/>
          <p:nvPr/>
        </p:nvSpPr>
        <p:spPr>
          <a:xfrm>
            <a:off x="8956734" y="6280457"/>
            <a:ext cx="854593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Server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BEB2F0-2676-C468-63B8-51F7CFF2D105}"/>
              </a:ext>
            </a:extLst>
          </p:cNvPr>
          <p:cNvCxnSpPr>
            <a:cxnSpLocks/>
          </p:cNvCxnSpPr>
          <p:nvPr/>
        </p:nvCxnSpPr>
        <p:spPr>
          <a:xfrm flipV="1">
            <a:off x="3657600" y="1420278"/>
            <a:ext cx="4448495" cy="170392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3B6C68-ADD7-2496-72F3-A864712A1C5B}"/>
              </a:ext>
            </a:extLst>
          </p:cNvPr>
          <p:cNvCxnSpPr>
            <a:cxnSpLocks/>
          </p:cNvCxnSpPr>
          <p:nvPr/>
        </p:nvCxnSpPr>
        <p:spPr>
          <a:xfrm flipH="1">
            <a:off x="3635930" y="2286000"/>
            <a:ext cx="4470165" cy="115762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FDDD27-161C-E67E-8250-EFE46E914543}"/>
              </a:ext>
            </a:extLst>
          </p:cNvPr>
          <p:cNvCxnSpPr>
            <a:cxnSpLocks/>
          </p:cNvCxnSpPr>
          <p:nvPr/>
        </p:nvCxnSpPr>
        <p:spPr>
          <a:xfrm>
            <a:off x="3657600" y="3922145"/>
            <a:ext cx="5016764" cy="96874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3C3DBF-CCF2-C913-7A06-22BC750424B3}"/>
              </a:ext>
            </a:extLst>
          </p:cNvPr>
          <p:cNvCxnSpPr>
            <a:cxnSpLocks/>
          </p:cNvCxnSpPr>
          <p:nvPr/>
        </p:nvCxnSpPr>
        <p:spPr>
          <a:xfrm flipH="1" flipV="1">
            <a:off x="3641103" y="4309350"/>
            <a:ext cx="4969497" cy="112401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5DB7E89-B968-0168-603D-D084EB259F77}"/>
              </a:ext>
            </a:extLst>
          </p:cNvPr>
          <p:cNvSpPr txBox="1"/>
          <p:nvPr/>
        </p:nvSpPr>
        <p:spPr>
          <a:xfrm rot="20335794">
            <a:off x="4409896" y="2023200"/>
            <a:ext cx="2291076" cy="307777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1.Requests www.google.com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4CCC75-70D8-55A5-04E8-308DA49FE13A}"/>
              </a:ext>
            </a:extLst>
          </p:cNvPr>
          <p:cNvSpPr txBox="1"/>
          <p:nvPr/>
        </p:nvSpPr>
        <p:spPr>
          <a:xfrm rot="20658175">
            <a:off x="4833586" y="2938904"/>
            <a:ext cx="2220031" cy="307777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2.Provides IP:104.101.221.9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A51812-D476-30CD-E16A-8F66A084BB88}"/>
              </a:ext>
            </a:extLst>
          </p:cNvPr>
          <p:cNvSpPr txBox="1"/>
          <p:nvPr/>
        </p:nvSpPr>
        <p:spPr>
          <a:xfrm rot="677261">
            <a:off x="4813628" y="4119295"/>
            <a:ext cx="3404522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3.Makes HTTPS Request to IP:104.101.221.9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B8080D-E049-690F-9D3A-7224A8B2F4EC}"/>
              </a:ext>
            </a:extLst>
          </p:cNvPr>
          <p:cNvSpPr txBox="1"/>
          <p:nvPr/>
        </p:nvSpPr>
        <p:spPr>
          <a:xfrm rot="677261">
            <a:off x="5397247" y="4992477"/>
            <a:ext cx="1525674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4.HTTPS Response</a:t>
            </a: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2BE93B6E-C0FB-92FC-BF31-5C04024EAFF9}"/>
              </a:ext>
            </a:extLst>
          </p:cNvPr>
          <p:cNvSpPr/>
          <p:nvPr/>
        </p:nvSpPr>
        <p:spPr>
          <a:xfrm>
            <a:off x="10351378" y="4572000"/>
            <a:ext cx="1764421" cy="457200"/>
          </a:xfrm>
          <a:prstGeom prst="wedgeRoundRectCallout">
            <a:avLst>
              <a:gd name="adj1" fmla="val -66560"/>
              <a:gd name="adj2" fmla="val -5981"/>
              <a:gd name="adj3" fmla="val 16667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IP:104.101.221.9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9087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91761</TotalTime>
  <Words>455</Words>
  <Application>Microsoft Office PowerPoint</Application>
  <PresentationFormat>Widescreen</PresentationFormat>
  <Paragraphs>36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9940</cp:revision>
  <dcterms:created xsi:type="dcterms:W3CDTF">2006-08-16T00:00:00Z</dcterms:created>
  <dcterms:modified xsi:type="dcterms:W3CDTF">2024-04-02T08:25:38Z</dcterms:modified>
</cp:coreProperties>
</file>