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72" r:id="rId1"/>
  </p:sldMasterIdLst>
  <p:notesMasterIdLst>
    <p:notesMasterId r:id="rId4"/>
  </p:notesMasterIdLst>
  <p:sldIdLst>
    <p:sldId id="478" r:id="rId2"/>
    <p:sldId id="479" r:id="rId3"/>
  </p:sldIdLst>
  <p:sldSz cx="12192000" cy="6858000"/>
  <p:notesSz cx="6858000" cy="9144000"/>
  <p:defaultTextStyle>
    <a:defPPr>
      <a:defRPr lang="en-US"/>
    </a:defPPr>
    <a:lvl1pPr marL="0" algn="l" defTabSz="1246876" rtl="0" eaLnBrk="1" latinLnBrk="0" hangingPunct="1">
      <a:defRPr sz="2454" kern="1200">
        <a:solidFill>
          <a:schemeClr val="tx1"/>
        </a:solidFill>
        <a:latin typeface="+mn-lt"/>
        <a:ea typeface="+mn-ea"/>
        <a:cs typeface="+mn-cs"/>
      </a:defRPr>
    </a:lvl1pPr>
    <a:lvl2pPr marL="623438" algn="l" defTabSz="1246876" rtl="0" eaLnBrk="1" latinLnBrk="0" hangingPunct="1">
      <a:defRPr sz="2454" kern="1200">
        <a:solidFill>
          <a:schemeClr val="tx1"/>
        </a:solidFill>
        <a:latin typeface="+mn-lt"/>
        <a:ea typeface="+mn-ea"/>
        <a:cs typeface="+mn-cs"/>
      </a:defRPr>
    </a:lvl2pPr>
    <a:lvl3pPr marL="1246876" algn="l" defTabSz="1246876" rtl="0" eaLnBrk="1" latinLnBrk="0" hangingPunct="1">
      <a:defRPr sz="2454" kern="1200">
        <a:solidFill>
          <a:schemeClr val="tx1"/>
        </a:solidFill>
        <a:latin typeface="+mn-lt"/>
        <a:ea typeface="+mn-ea"/>
        <a:cs typeface="+mn-cs"/>
      </a:defRPr>
    </a:lvl3pPr>
    <a:lvl4pPr marL="1870314" algn="l" defTabSz="1246876" rtl="0" eaLnBrk="1" latinLnBrk="0" hangingPunct="1">
      <a:defRPr sz="2454" kern="1200">
        <a:solidFill>
          <a:schemeClr val="tx1"/>
        </a:solidFill>
        <a:latin typeface="+mn-lt"/>
        <a:ea typeface="+mn-ea"/>
        <a:cs typeface="+mn-cs"/>
      </a:defRPr>
    </a:lvl4pPr>
    <a:lvl5pPr marL="2493752" algn="l" defTabSz="1246876" rtl="0" eaLnBrk="1" latinLnBrk="0" hangingPunct="1">
      <a:defRPr sz="2454" kern="1200">
        <a:solidFill>
          <a:schemeClr val="tx1"/>
        </a:solidFill>
        <a:latin typeface="+mn-lt"/>
        <a:ea typeface="+mn-ea"/>
        <a:cs typeface="+mn-cs"/>
      </a:defRPr>
    </a:lvl5pPr>
    <a:lvl6pPr marL="3117190" algn="l" defTabSz="1246876" rtl="0" eaLnBrk="1" latinLnBrk="0" hangingPunct="1">
      <a:defRPr sz="2454" kern="1200">
        <a:solidFill>
          <a:schemeClr val="tx1"/>
        </a:solidFill>
        <a:latin typeface="+mn-lt"/>
        <a:ea typeface="+mn-ea"/>
        <a:cs typeface="+mn-cs"/>
      </a:defRPr>
    </a:lvl6pPr>
    <a:lvl7pPr marL="3740628" algn="l" defTabSz="1246876" rtl="0" eaLnBrk="1" latinLnBrk="0" hangingPunct="1">
      <a:defRPr sz="2454" kern="1200">
        <a:solidFill>
          <a:schemeClr val="tx1"/>
        </a:solidFill>
        <a:latin typeface="+mn-lt"/>
        <a:ea typeface="+mn-ea"/>
        <a:cs typeface="+mn-cs"/>
      </a:defRPr>
    </a:lvl7pPr>
    <a:lvl8pPr marL="4364065" algn="l" defTabSz="1246876" rtl="0" eaLnBrk="1" latinLnBrk="0" hangingPunct="1">
      <a:defRPr sz="2454" kern="1200">
        <a:solidFill>
          <a:schemeClr val="tx1"/>
        </a:solidFill>
        <a:latin typeface="+mn-lt"/>
        <a:ea typeface="+mn-ea"/>
        <a:cs typeface="+mn-cs"/>
      </a:defRPr>
    </a:lvl8pPr>
    <a:lvl9pPr marL="4987503" algn="l" defTabSz="1246876" rtl="0" eaLnBrk="1" latinLnBrk="0" hangingPunct="1">
      <a:defRPr sz="245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E456"/>
    <a:srgbClr val="FF5050"/>
    <a:srgbClr val="33CCFF"/>
    <a:srgbClr val="151B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37" autoAdjust="0"/>
    <p:restoredTop sz="94291" autoAdjust="0"/>
  </p:normalViewPr>
  <p:slideViewPr>
    <p:cSldViewPr>
      <p:cViewPr varScale="1">
        <p:scale>
          <a:sx n="71" d="100"/>
          <a:sy n="71" d="100"/>
        </p:scale>
        <p:origin x="1248" y="91"/>
      </p:cViewPr>
      <p:guideLst>
        <p:guide orient="horz" pos="2161"/>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274EC6-3890-417B-9308-14EFBD00FA63}" type="datetimeFigureOut">
              <a:rPr lang="en-US" smtClean="0"/>
              <a:t>6/11/2024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83C400-BD9D-4609-A213-F91E9750031E}" type="slidenum">
              <a:rPr lang="en-US" smtClean="0"/>
              <a:t>‹#›</a:t>
            </a:fld>
            <a:endParaRPr lang="en-US" dirty="0"/>
          </a:p>
        </p:txBody>
      </p:sp>
    </p:spTree>
    <p:extLst>
      <p:ext uri="{BB962C8B-B14F-4D97-AF65-F5344CB8AC3E}">
        <p14:creationId xmlns:p14="http://schemas.microsoft.com/office/powerpoint/2010/main" val="2831783273"/>
      </p:ext>
    </p:extLst>
  </p:cSld>
  <p:clrMap bg1="lt1" tx1="dk1" bg2="lt2" tx2="dk2" accent1="accent1" accent2="accent2" accent3="accent3" accent4="accent4" accent5="accent5" accent6="accent6" hlink="hlink" folHlink="folHlink"/>
  <p:notesStyle>
    <a:lvl1pPr marL="0" algn="l" defTabSz="1246876" rtl="0" eaLnBrk="1" latinLnBrk="0" hangingPunct="1">
      <a:defRPr sz="1636" kern="1200">
        <a:solidFill>
          <a:schemeClr val="tx1"/>
        </a:solidFill>
        <a:latin typeface="+mn-lt"/>
        <a:ea typeface="+mn-ea"/>
        <a:cs typeface="+mn-cs"/>
      </a:defRPr>
    </a:lvl1pPr>
    <a:lvl2pPr marL="623438" algn="l" defTabSz="1246876" rtl="0" eaLnBrk="1" latinLnBrk="0" hangingPunct="1">
      <a:defRPr sz="1636" kern="1200">
        <a:solidFill>
          <a:schemeClr val="tx1"/>
        </a:solidFill>
        <a:latin typeface="+mn-lt"/>
        <a:ea typeface="+mn-ea"/>
        <a:cs typeface="+mn-cs"/>
      </a:defRPr>
    </a:lvl2pPr>
    <a:lvl3pPr marL="1246876" algn="l" defTabSz="1246876" rtl="0" eaLnBrk="1" latinLnBrk="0" hangingPunct="1">
      <a:defRPr sz="1636" kern="1200">
        <a:solidFill>
          <a:schemeClr val="tx1"/>
        </a:solidFill>
        <a:latin typeface="+mn-lt"/>
        <a:ea typeface="+mn-ea"/>
        <a:cs typeface="+mn-cs"/>
      </a:defRPr>
    </a:lvl3pPr>
    <a:lvl4pPr marL="1870314" algn="l" defTabSz="1246876" rtl="0" eaLnBrk="1" latinLnBrk="0" hangingPunct="1">
      <a:defRPr sz="1636" kern="1200">
        <a:solidFill>
          <a:schemeClr val="tx1"/>
        </a:solidFill>
        <a:latin typeface="+mn-lt"/>
        <a:ea typeface="+mn-ea"/>
        <a:cs typeface="+mn-cs"/>
      </a:defRPr>
    </a:lvl4pPr>
    <a:lvl5pPr marL="2493752" algn="l" defTabSz="1246876" rtl="0" eaLnBrk="1" latinLnBrk="0" hangingPunct="1">
      <a:defRPr sz="1636" kern="1200">
        <a:solidFill>
          <a:schemeClr val="tx1"/>
        </a:solidFill>
        <a:latin typeface="+mn-lt"/>
        <a:ea typeface="+mn-ea"/>
        <a:cs typeface="+mn-cs"/>
      </a:defRPr>
    </a:lvl5pPr>
    <a:lvl6pPr marL="3117190" algn="l" defTabSz="1246876" rtl="0" eaLnBrk="1" latinLnBrk="0" hangingPunct="1">
      <a:defRPr sz="1636" kern="1200">
        <a:solidFill>
          <a:schemeClr val="tx1"/>
        </a:solidFill>
        <a:latin typeface="+mn-lt"/>
        <a:ea typeface="+mn-ea"/>
        <a:cs typeface="+mn-cs"/>
      </a:defRPr>
    </a:lvl6pPr>
    <a:lvl7pPr marL="3740628" algn="l" defTabSz="1246876" rtl="0" eaLnBrk="1" latinLnBrk="0" hangingPunct="1">
      <a:defRPr sz="1636" kern="1200">
        <a:solidFill>
          <a:schemeClr val="tx1"/>
        </a:solidFill>
        <a:latin typeface="+mn-lt"/>
        <a:ea typeface="+mn-ea"/>
        <a:cs typeface="+mn-cs"/>
      </a:defRPr>
    </a:lvl7pPr>
    <a:lvl8pPr marL="4364065" algn="l" defTabSz="1246876" rtl="0" eaLnBrk="1" latinLnBrk="0" hangingPunct="1">
      <a:defRPr sz="1636" kern="1200">
        <a:solidFill>
          <a:schemeClr val="tx1"/>
        </a:solidFill>
        <a:latin typeface="+mn-lt"/>
        <a:ea typeface="+mn-ea"/>
        <a:cs typeface="+mn-cs"/>
      </a:defRPr>
    </a:lvl8pPr>
    <a:lvl9pPr marL="4987503" algn="l" defTabSz="1246876" rtl="0" eaLnBrk="1" latinLnBrk="0" hangingPunct="1">
      <a:defRPr sz="16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1</a:t>
            </a:fld>
            <a:endParaRPr lang="en-US" dirty="0"/>
          </a:p>
        </p:txBody>
      </p:sp>
    </p:spTree>
    <p:extLst>
      <p:ext uri="{BB962C8B-B14F-4D97-AF65-F5344CB8AC3E}">
        <p14:creationId xmlns:p14="http://schemas.microsoft.com/office/powerpoint/2010/main" val="3413848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2</a:t>
            </a:fld>
            <a:endParaRPr lang="en-US" dirty="0"/>
          </a:p>
        </p:txBody>
      </p:sp>
    </p:spTree>
    <p:extLst>
      <p:ext uri="{BB962C8B-B14F-4D97-AF65-F5344CB8AC3E}">
        <p14:creationId xmlns:p14="http://schemas.microsoft.com/office/powerpoint/2010/main" val="1770543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2" indent="0" algn="ctr">
              <a:buNone/>
              <a:defRPr>
                <a:solidFill>
                  <a:schemeClr val="tx1">
                    <a:tint val="75000"/>
                  </a:schemeClr>
                </a:solidFill>
              </a:defRPr>
            </a:lvl2pPr>
            <a:lvl3pPr marL="1219165" indent="0" algn="ctr">
              <a:buNone/>
              <a:defRPr>
                <a:solidFill>
                  <a:schemeClr val="tx1">
                    <a:tint val="75000"/>
                  </a:schemeClr>
                </a:solidFill>
              </a:defRPr>
            </a:lvl3pPr>
            <a:lvl4pPr marL="1828747" indent="0" algn="ctr">
              <a:buNone/>
              <a:defRPr>
                <a:solidFill>
                  <a:schemeClr val="tx1">
                    <a:tint val="75000"/>
                  </a:schemeClr>
                </a:solidFill>
              </a:defRPr>
            </a:lvl4pPr>
            <a:lvl5pPr marL="2438331" indent="0" algn="ctr">
              <a:buNone/>
              <a:defRPr>
                <a:solidFill>
                  <a:schemeClr val="tx1">
                    <a:tint val="75000"/>
                  </a:schemeClr>
                </a:solidFill>
              </a:defRPr>
            </a:lvl5pPr>
            <a:lvl6pPr marL="3047912" indent="0" algn="ctr">
              <a:buNone/>
              <a:defRPr>
                <a:solidFill>
                  <a:schemeClr val="tx1">
                    <a:tint val="75000"/>
                  </a:schemeClr>
                </a:solidFill>
              </a:defRPr>
            </a:lvl6pPr>
            <a:lvl7pPr marL="3657494" indent="0" algn="ctr">
              <a:buNone/>
              <a:defRPr>
                <a:solidFill>
                  <a:schemeClr val="tx1">
                    <a:tint val="75000"/>
                  </a:schemeClr>
                </a:solidFill>
              </a:defRPr>
            </a:lvl7pPr>
            <a:lvl8pPr marL="4267075" indent="0" algn="ctr">
              <a:buNone/>
              <a:defRPr>
                <a:solidFill>
                  <a:schemeClr val="tx1">
                    <a:tint val="75000"/>
                  </a:schemeClr>
                </a:solidFill>
              </a:defRPr>
            </a:lvl8pPr>
            <a:lvl9pPr marL="487665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8538603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079184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6" y="4406911"/>
            <a:ext cx="10363200" cy="1362075"/>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6" y="2906724"/>
            <a:ext cx="10363200" cy="1500187"/>
          </a:xfrm>
        </p:spPr>
        <p:txBody>
          <a:bodyPr anchor="b"/>
          <a:lstStyle>
            <a:lvl1pPr marL="0" indent="0">
              <a:buNone/>
              <a:defRPr sz="2667">
                <a:solidFill>
                  <a:schemeClr val="tx1">
                    <a:tint val="75000"/>
                  </a:schemeClr>
                </a:solidFill>
              </a:defRPr>
            </a:lvl1pPr>
            <a:lvl2pPr marL="609582" indent="0">
              <a:buNone/>
              <a:defRPr sz="2400">
                <a:solidFill>
                  <a:schemeClr val="tx1">
                    <a:tint val="75000"/>
                  </a:schemeClr>
                </a:solidFill>
              </a:defRPr>
            </a:lvl2pPr>
            <a:lvl3pPr marL="1219165" indent="0">
              <a:buNone/>
              <a:defRPr sz="2133">
                <a:solidFill>
                  <a:schemeClr val="tx1">
                    <a:tint val="75000"/>
                  </a:schemeClr>
                </a:solidFill>
              </a:defRPr>
            </a:lvl3pPr>
            <a:lvl4pPr marL="1828747" indent="0">
              <a:buNone/>
              <a:defRPr sz="1867">
                <a:solidFill>
                  <a:schemeClr val="tx1">
                    <a:tint val="75000"/>
                  </a:schemeClr>
                </a:solidFill>
              </a:defRPr>
            </a:lvl4pPr>
            <a:lvl5pPr marL="2438331" indent="0">
              <a:buNone/>
              <a:defRPr sz="1867">
                <a:solidFill>
                  <a:schemeClr val="tx1">
                    <a:tint val="75000"/>
                  </a:schemeClr>
                </a:solidFill>
              </a:defRPr>
            </a:lvl5pPr>
            <a:lvl6pPr marL="3047912" indent="0">
              <a:buNone/>
              <a:defRPr sz="1867">
                <a:solidFill>
                  <a:schemeClr val="tx1">
                    <a:tint val="75000"/>
                  </a:schemeClr>
                </a:solidFill>
              </a:defRPr>
            </a:lvl6pPr>
            <a:lvl7pPr marL="3657494" indent="0">
              <a:buNone/>
              <a:defRPr sz="1867">
                <a:solidFill>
                  <a:schemeClr val="tx1">
                    <a:tint val="75000"/>
                  </a:schemeClr>
                </a:solidFill>
              </a:defRPr>
            </a:lvl7pPr>
            <a:lvl8pPr marL="4267075" indent="0">
              <a:buNone/>
              <a:defRPr sz="1867">
                <a:solidFill>
                  <a:schemeClr val="tx1">
                    <a:tint val="75000"/>
                  </a:schemeClr>
                </a:solidFill>
              </a:defRPr>
            </a:lvl8pPr>
            <a:lvl9pPr marL="4876659"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594926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3164"/>
            <a:ext cx="5384800" cy="3319462"/>
          </a:xfrm>
        </p:spPr>
        <p:txBody>
          <a:bodyPr/>
          <a:lstStyle>
            <a:lvl1pPr>
              <a:defRPr sz="3735"/>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2" y="1173164"/>
            <a:ext cx="5384800" cy="3319462"/>
          </a:xfrm>
        </p:spPr>
        <p:txBody>
          <a:bodyPr/>
          <a:lstStyle>
            <a:lvl1pPr>
              <a:defRPr sz="3735"/>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761054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3" y="1535120"/>
            <a:ext cx="5386919" cy="639762"/>
          </a:xfrm>
        </p:spPr>
        <p:txBody>
          <a:bodyPr anchor="b"/>
          <a:lstStyle>
            <a:lvl1pPr marL="0" indent="0">
              <a:buNone/>
              <a:defRPr sz="3200" b="1"/>
            </a:lvl1pPr>
            <a:lvl2pPr marL="609582" indent="0">
              <a:buNone/>
              <a:defRPr sz="2667" b="1"/>
            </a:lvl2pPr>
            <a:lvl3pPr marL="1219165" indent="0">
              <a:buNone/>
              <a:defRPr sz="2400" b="1"/>
            </a:lvl3pPr>
            <a:lvl4pPr marL="1828747" indent="0">
              <a:buNone/>
              <a:defRPr sz="2133" b="1"/>
            </a:lvl4pPr>
            <a:lvl5pPr marL="2438331" indent="0">
              <a:buNone/>
              <a:defRPr sz="2133" b="1"/>
            </a:lvl5pPr>
            <a:lvl6pPr marL="3047912" indent="0">
              <a:buNone/>
              <a:defRPr sz="2133" b="1"/>
            </a:lvl6pPr>
            <a:lvl7pPr marL="3657494" indent="0">
              <a:buNone/>
              <a:defRPr sz="2133" b="1"/>
            </a:lvl7pPr>
            <a:lvl8pPr marL="4267075" indent="0">
              <a:buNone/>
              <a:defRPr sz="2133" b="1"/>
            </a:lvl8pPr>
            <a:lvl9pPr marL="4876659"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3" y="2174882"/>
            <a:ext cx="5386919"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7" y="1535120"/>
            <a:ext cx="5389035" cy="639762"/>
          </a:xfrm>
        </p:spPr>
        <p:txBody>
          <a:bodyPr anchor="b"/>
          <a:lstStyle>
            <a:lvl1pPr marL="0" indent="0">
              <a:buNone/>
              <a:defRPr sz="3200" b="1"/>
            </a:lvl1pPr>
            <a:lvl2pPr marL="609582" indent="0">
              <a:buNone/>
              <a:defRPr sz="2667" b="1"/>
            </a:lvl2pPr>
            <a:lvl3pPr marL="1219165" indent="0">
              <a:buNone/>
              <a:defRPr sz="2400" b="1"/>
            </a:lvl3pPr>
            <a:lvl4pPr marL="1828747" indent="0">
              <a:buNone/>
              <a:defRPr sz="2133" b="1"/>
            </a:lvl4pPr>
            <a:lvl5pPr marL="2438331" indent="0">
              <a:buNone/>
              <a:defRPr sz="2133" b="1"/>
            </a:lvl5pPr>
            <a:lvl6pPr marL="3047912" indent="0">
              <a:buNone/>
              <a:defRPr sz="2133" b="1"/>
            </a:lvl6pPr>
            <a:lvl7pPr marL="3657494" indent="0">
              <a:buNone/>
              <a:defRPr sz="2133" b="1"/>
            </a:lvl7pPr>
            <a:lvl8pPr marL="4267075" indent="0">
              <a:buNone/>
              <a:defRPr sz="2133" b="1"/>
            </a:lvl8pPr>
            <a:lvl9pPr marL="4876659"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77" y="2174882"/>
            <a:ext cx="5389035"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052261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036352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825545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10" y="273050"/>
            <a:ext cx="4011086" cy="1162050"/>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6" y="273061"/>
            <a:ext cx="6815667" cy="5853113"/>
          </a:xfrm>
        </p:spPr>
        <p:txBody>
          <a:bodyPr/>
          <a:lstStyle>
            <a:lvl1pPr>
              <a:defRPr sz="4267"/>
            </a:lvl1pPr>
            <a:lvl2pPr>
              <a:defRPr sz="3735"/>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10" y="1435111"/>
            <a:ext cx="4011086" cy="4691063"/>
          </a:xfrm>
        </p:spPr>
        <p:txBody>
          <a:bodyPr/>
          <a:lstStyle>
            <a:lvl1pPr marL="0" indent="0">
              <a:buNone/>
              <a:defRPr sz="1867"/>
            </a:lvl1pPr>
            <a:lvl2pPr marL="609582" indent="0">
              <a:buNone/>
              <a:defRPr sz="1600"/>
            </a:lvl2pPr>
            <a:lvl3pPr marL="1219165" indent="0">
              <a:buNone/>
              <a:defRPr sz="1335"/>
            </a:lvl3pPr>
            <a:lvl4pPr marL="1828747" indent="0">
              <a:buNone/>
              <a:defRPr sz="1200"/>
            </a:lvl4pPr>
            <a:lvl5pPr marL="2438331" indent="0">
              <a:buNone/>
              <a:defRPr sz="1200"/>
            </a:lvl5pPr>
            <a:lvl6pPr marL="3047912" indent="0">
              <a:buNone/>
              <a:defRPr sz="1200"/>
            </a:lvl6pPr>
            <a:lvl7pPr marL="3657494" indent="0">
              <a:buNone/>
              <a:defRPr sz="1200"/>
            </a:lvl7pPr>
            <a:lvl8pPr marL="4267075" indent="0">
              <a:buNone/>
              <a:defRPr sz="1200"/>
            </a:lvl8pPr>
            <a:lvl9pPr marL="4876659"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651598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2" indent="0">
              <a:buNone/>
              <a:defRPr sz="3735"/>
            </a:lvl2pPr>
            <a:lvl3pPr marL="1219165" indent="0">
              <a:buNone/>
              <a:defRPr sz="3200"/>
            </a:lvl3pPr>
            <a:lvl4pPr marL="1828747" indent="0">
              <a:buNone/>
              <a:defRPr sz="2667"/>
            </a:lvl4pPr>
            <a:lvl5pPr marL="2438331" indent="0">
              <a:buNone/>
              <a:defRPr sz="2667"/>
            </a:lvl5pPr>
            <a:lvl6pPr marL="3047912" indent="0">
              <a:buNone/>
              <a:defRPr sz="2667"/>
            </a:lvl6pPr>
            <a:lvl7pPr marL="3657494" indent="0">
              <a:buNone/>
              <a:defRPr sz="2667"/>
            </a:lvl7pPr>
            <a:lvl8pPr marL="4267075" indent="0">
              <a:buNone/>
              <a:defRPr sz="2667"/>
            </a:lvl8pPr>
            <a:lvl9pPr marL="4876659" indent="0">
              <a:buNone/>
              <a:defRPr sz="2667"/>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867"/>
            </a:lvl1pPr>
            <a:lvl2pPr marL="609582" indent="0">
              <a:buNone/>
              <a:defRPr sz="1600"/>
            </a:lvl2pPr>
            <a:lvl3pPr marL="1219165" indent="0">
              <a:buNone/>
              <a:defRPr sz="1335"/>
            </a:lvl3pPr>
            <a:lvl4pPr marL="1828747" indent="0">
              <a:buNone/>
              <a:defRPr sz="1200"/>
            </a:lvl4pPr>
            <a:lvl5pPr marL="2438331" indent="0">
              <a:buNone/>
              <a:defRPr sz="1200"/>
            </a:lvl5pPr>
            <a:lvl6pPr marL="3047912" indent="0">
              <a:buNone/>
              <a:defRPr sz="1200"/>
            </a:lvl6pPr>
            <a:lvl7pPr marL="3657494" indent="0">
              <a:buNone/>
              <a:defRPr sz="1200"/>
            </a:lvl7pPr>
            <a:lvl8pPr marL="4267075" indent="0">
              <a:buNone/>
              <a:defRPr sz="1200"/>
            </a:lvl8pPr>
            <a:lvl9pPr marL="4876659"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4765013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412241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01614"/>
            <a:ext cx="2743200" cy="42910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2" y="201614"/>
            <a:ext cx="8026400" cy="42910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864953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2" y="6356352"/>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1D8BD707-D9CF-40AE-B4C6-C98DA3205C09}" type="datetimeFigureOut">
              <a:rPr lang="en-US" smtClean="0"/>
              <a:pPr/>
              <a:t>6/11/2024</a:t>
            </a:fld>
            <a:endParaRPr lang="en-US" dirty="0"/>
          </a:p>
        </p:txBody>
      </p:sp>
      <p:sp>
        <p:nvSpPr>
          <p:cNvPr id="5" name="Footer Placeholder 4"/>
          <p:cNvSpPr>
            <a:spLocks noGrp="1"/>
          </p:cNvSpPr>
          <p:nvPr>
            <p:ph type="ftr" sz="quarter" idx="3"/>
          </p:nvPr>
        </p:nvSpPr>
        <p:spPr>
          <a:xfrm>
            <a:off x="4165604" y="6356352"/>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249943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txStyles>
    <p:titleStyle>
      <a:lvl1pPr algn="ctr" defTabSz="1219165" rtl="0" eaLnBrk="1" latinLnBrk="0" hangingPunct="1">
        <a:spcBef>
          <a:spcPct val="0"/>
        </a:spcBef>
        <a:buNone/>
        <a:defRPr sz="5868" kern="1200">
          <a:solidFill>
            <a:schemeClr val="tx1"/>
          </a:solidFill>
          <a:latin typeface="+mj-lt"/>
          <a:ea typeface="+mj-ea"/>
          <a:cs typeface="+mj-cs"/>
        </a:defRPr>
      </a:lvl1pPr>
    </p:titleStyle>
    <p:bodyStyle>
      <a:lvl1pPr marL="457188" indent="-457188" algn="l" defTabSz="1219165"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2" indent="-380990" algn="l" defTabSz="1219165" rtl="0" eaLnBrk="1" latinLnBrk="0" hangingPunct="1">
        <a:spcBef>
          <a:spcPct val="20000"/>
        </a:spcBef>
        <a:buFont typeface="Arial" pitchFamily="34" charset="0"/>
        <a:buChar char="–"/>
        <a:defRPr sz="3735" kern="1200">
          <a:solidFill>
            <a:schemeClr val="tx1"/>
          </a:solidFill>
          <a:latin typeface="+mn-lt"/>
          <a:ea typeface="+mn-ea"/>
          <a:cs typeface="+mn-cs"/>
        </a:defRPr>
      </a:lvl2pPr>
      <a:lvl3pPr marL="1523955" indent="-304792" algn="l" defTabSz="1219165"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39"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21"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04"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286"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67"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51"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65" rtl="0" eaLnBrk="1" latinLnBrk="0" hangingPunct="1">
        <a:defRPr sz="2400" kern="1200">
          <a:solidFill>
            <a:schemeClr val="tx1"/>
          </a:solidFill>
          <a:latin typeface="+mn-lt"/>
          <a:ea typeface="+mn-ea"/>
          <a:cs typeface="+mn-cs"/>
        </a:defRPr>
      </a:lvl1pPr>
      <a:lvl2pPr marL="609582" algn="l" defTabSz="1219165" rtl="0" eaLnBrk="1" latinLnBrk="0" hangingPunct="1">
        <a:defRPr sz="2400" kern="1200">
          <a:solidFill>
            <a:schemeClr val="tx1"/>
          </a:solidFill>
          <a:latin typeface="+mn-lt"/>
          <a:ea typeface="+mn-ea"/>
          <a:cs typeface="+mn-cs"/>
        </a:defRPr>
      </a:lvl2pPr>
      <a:lvl3pPr marL="1219165" algn="l" defTabSz="1219165" rtl="0" eaLnBrk="1" latinLnBrk="0" hangingPunct="1">
        <a:defRPr sz="2400" kern="1200">
          <a:solidFill>
            <a:schemeClr val="tx1"/>
          </a:solidFill>
          <a:latin typeface="+mn-lt"/>
          <a:ea typeface="+mn-ea"/>
          <a:cs typeface="+mn-cs"/>
        </a:defRPr>
      </a:lvl3pPr>
      <a:lvl4pPr marL="1828747" algn="l" defTabSz="1219165" rtl="0" eaLnBrk="1" latinLnBrk="0" hangingPunct="1">
        <a:defRPr sz="2400" kern="1200">
          <a:solidFill>
            <a:schemeClr val="tx1"/>
          </a:solidFill>
          <a:latin typeface="+mn-lt"/>
          <a:ea typeface="+mn-ea"/>
          <a:cs typeface="+mn-cs"/>
        </a:defRPr>
      </a:lvl4pPr>
      <a:lvl5pPr marL="2438331" algn="l" defTabSz="1219165" rtl="0" eaLnBrk="1" latinLnBrk="0" hangingPunct="1">
        <a:defRPr sz="2400" kern="1200">
          <a:solidFill>
            <a:schemeClr val="tx1"/>
          </a:solidFill>
          <a:latin typeface="+mn-lt"/>
          <a:ea typeface="+mn-ea"/>
          <a:cs typeface="+mn-cs"/>
        </a:defRPr>
      </a:lvl5pPr>
      <a:lvl6pPr marL="3047912" algn="l" defTabSz="1219165" rtl="0" eaLnBrk="1" latinLnBrk="0" hangingPunct="1">
        <a:defRPr sz="2400" kern="1200">
          <a:solidFill>
            <a:schemeClr val="tx1"/>
          </a:solidFill>
          <a:latin typeface="+mn-lt"/>
          <a:ea typeface="+mn-ea"/>
          <a:cs typeface="+mn-cs"/>
        </a:defRPr>
      </a:lvl6pPr>
      <a:lvl7pPr marL="3657494" algn="l" defTabSz="1219165" rtl="0" eaLnBrk="1" latinLnBrk="0" hangingPunct="1">
        <a:defRPr sz="2400" kern="1200">
          <a:solidFill>
            <a:schemeClr val="tx1"/>
          </a:solidFill>
          <a:latin typeface="+mn-lt"/>
          <a:ea typeface="+mn-ea"/>
          <a:cs typeface="+mn-cs"/>
        </a:defRPr>
      </a:lvl7pPr>
      <a:lvl8pPr marL="4267075" algn="l" defTabSz="1219165" rtl="0" eaLnBrk="1" latinLnBrk="0" hangingPunct="1">
        <a:defRPr sz="2400" kern="1200">
          <a:solidFill>
            <a:schemeClr val="tx1"/>
          </a:solidFill>
          <a:latin typeface="+mn-lt"/>
          <a:ea typeface="+mn-ea"/>
          <a:cs typeface="+mn-cs"/>
        </a:defRPr>
      </a:lvl8pPr>
      <a:lvl9pPr marL="4876659" algn="l" defTabSz="12191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425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3265711" y="28306"/>
            <a:ext cx="5421089"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DevOps Explained Simply: What You Need to Know</a:t>
            </a:r>
          </a:p>
        </p:txBody>
      </p:sp>
      <p:sp>
        <p:nvSpPr>
          <p:cNvPr id="5" name="Rectangle 4">
            <a:extLst>
              <a:ext uri="{FF2B5EF4-FFF2-40B4-BE49-F238E27FC236}">
                <a16:creationId xmlns:a16="http://schemas.microsoft.com/office/drawing/2014/main" id="{CA1D8170-25C1-4027-0914-6C0B5D61C4CC}"/>
              </a:ext>
            </a:extLst>
          </p:cNvPr>
          <p:cNvSpPr/>
          <p:nvPr/>
        </p:nvSpPr>
        <p:spPr>
          <a:xfrm>
            <a:off x="179918" y="763750"/>
            <a:ext cx="11832164" cy="243665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marL="342900" indent="-342900" algn="l">
              <a:buFont typeface="Wingdings" panose="05000000000000000000" pitchFamily="2" charset="2"/>
              <a:buChar char="ü"/>
            </a:pPr>
            <a:r>
              <a:rPr lang="en-US" sz="2000" b="0" i="0" dirty="0">
                <a:solidFill>
                  <a:srgbClr val="0D0D0D"/>
                </a:solidFill>
                <a:effectLst/>
                <a:highlight>
                  <a:srgbClr val="FFFFFF"/>
                </a:highlight>
                <a:latin typeface="Söhne"/>
              </a:rPr>
              <a:t>Imagine you have a </a:t>
            </a:r>
            <a:r>
              <a:rPr lang="en-US" sz="2000" b="0" i="0" dirty="0">
                <a:solidFill>
                  <a:srgbClr val="FF0000"/>
                </a:solidFill>
                <a:effectLst/>
                <a:highlight>
                  <a:srgbClr val="FFFFFF"/>
                </a:highlight>
                <a:latin typeface="Söhne"/>
              </a:rPr>
              <a:t>group of people who design and build cars (developers) and another group who maintain and fix these cars (operations)</a:t>
            </a:r>
            <a:r>
              <a:rPr lang="en-US" sz="2000" b="0" i="0" dirty="0">
                <a:solidFill>
                  <a:srgbClr val="0D0D0D"/>
                </a:solidFill>
                <a:effectLst/>
                <a:highlight>
                  <a:srgbClr val="FFFFFF"/>
                </a:highlight>
                <a:latin typeface="Söhne"/>
              </a:rPr>
              <a:t>. Traditionally, these groups worked separately, which sometimes caused delays and misunderstandings.</a:t>
            </a:r>
          </a:p>
          <a:p>
            <a:pPr marL="342900" indent="-342900" algn="l">
              <a:buFont typeface="Wingdings" panose="05000000000000000000" pitchFamily="2" charset="2"/>
              <a:buChar char="ü"/>
            </a:pPr>
            <a:endParaRPr lang="en-US" sz="2000" b="0" i="0" dirty="0">
              <a:solidFill>
                <a:srgbClr val="0D0D0D"/>
              </a:solidFill>
              <a:effectLst/>
              <a:highlight>
                <a:srgbClr val="FFFFFF"/>
              </a:highlight>
              <a:latin typeface="Söhne"/>
            </a:endParaRPr>
          </a:p>
          <a:p>
            <a:pPr marL="342900" indent="-342900" algn="l">
              <a:buFont typeface="Wingdings" panose="05000000000000000000" pitchFamily="2" charset="2"/>
              <a:buChar char="ü"/>
            </a:pPr>
            <a:r>
              <a:rPr lang="en-US" sz="2000" b="0" i="0" dirty="0">
                <a:solidFill>
                  <a:srgbClr val="FF0000"/>
                </a:solidFill>
                <a:effectLst/>
                <a:highlight>
                  <a:srgbClr val="FFFFFF"/>
                </a:highlight>
                <a:latin typeface="Söhne"/>
              </a:rPr>
              <a:t>DevOps is like creating a shared space where both the car builders and the car fixers work together from the start.</a:t>
            </a:r>
            <a:r>
              <a:rPr lang="en-US" sz="2000" b="0" i="0" dirty="0">
                <a:solidFill>
                  <a:srgbClr val="0D0D0D"/>
                </a:solidFill>
                <a:effectLst/>
                <a:highlight>
                  <a:srgbClr val="FFFFFF"/>
                </a:highlight>
                <a:latin typeface="Söhne"/>
              </a:rPr>
              <a:t> They use the same tools and follow the same guidelines, so they can quickly address any issues that come up, make improvements, and ensure the cars are ready for customers as efficiently as possible.</a:t>
            </a:r>
          </a:p>
        </p:txBody>
      </p:sp>
      <p:sp>
        <p:nvSpPr>
          <p:cNvPr id="4" name="AutoShape 2" descr="3 Ways to Design a Car - wikiHow">
            <a:extLst>
              <a:ext uri="{FF2B5EF4-FFF2-40B4-BE49-F238E27FC236}">
                <a16:creationId xmlns:a16="http://schemas.microsoft.com/office/drawing/2014/main" id="{233B23E8-8BDE-BBCA-03C1-83E3A4EFBF4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Automotive Design Process: From Concept Ideas to Production - APW">
            <a:extLst>
              <a:ext uri="{FF2B5EF4-FFF2-40B4-BE49-F238E27FC236}">
                <a16:creationId xmlns:a16="http://schemas.microsoft.com/office/drawing/2014/main" id="{902B4C4F-430F-0094-A560-9BFF1471A7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485773"/>
            <a:ext cx="4724400" cy="325038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asons to hire professional Car Repair Services | Professional Car Repair">
            <a:extLst>
              <a:ext uri="{FF2B5EF4-FFF2-40B4-BE49-F238E27FC236}">
                <a16:creationId xmlns:a16="http://schemas.microsoft.com/office/drawing/2014/main" id="{8DBED48C-F98C-931E-557A-DCABEF96F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3567110"/>
            <a:ext cx="4724400" cy="2986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040488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425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5" name="Rectangle 4">
            <a:extLst>
              <a:ext uri="{FF2B5EF4-FFF2-40B4-BE49-F238E27FC236}">
                <a16:creationId xmlns:a16="http://schemas.microsoft.com/office/drawing/2014/main" id="{CA1D8170-25C1-4027-0914-6C0B5D61C4CC}"/>
              </a:ext>
            </a:extLst>
          </p:cNvPr>
          <p:cNvSpPr/>
          <p:nvPr/>
        </p:nvSpPr>
        <p:spPr>
          <a:xfrm>
            <a:off x="207436" y="557868"/>
            <a:ext cx="11832164" cy="2109132"/>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marL="342900" indent="-342900" algn="l">
              <a:buFont typeface="Wingdings" panose="05000000000000000000" pitchFamily="2" charset="2"/>
              <a:buChar char="ü"/>
            </a:pPr>
            <a:r>
              <a:rPr lang="en-US" sz="2000" b="0" i="0" dirty="0">
                <a:solidFill>
                  <a:srgbClr val="0D0D0D"/>
                </a:solidFill>
                <a:effectLst/>
                <a:highlight>
                  <a:srgbClr val="FFFFFF"/>
                </a:highlight>
                <a:latin typeface="Söhne"/>
              </a:rPr>
              <a:t>In a software context, </a:t>
            </a:r>
            <a:r>
              <a:rPr lang="en-US" sz="2000" b="0" i="0" dirty="0">
                <a:solidFill>
                  <a:srgbClr val="FF0000"/>
                </a:solidFill>
                <a:effectLst/>
                <a:highlight>
                  <a:srgbClr val="FFFFFF"/>
                </a:highlight>
                <a:latin typeface="Söhne"/>
              </a:rPr>
              <a:t>DevOps</a:t>
            </a:r>
            <a:r>
              <a:rPr lang="en-US" sz="2000" b="0" i="0" dirty="0">
                <a:solidFill>
                  <a:srgbClr val="0D0D0D"/>
                </a:solidFill>
                <a:effectLst/>
                <a:highlight>
                  <a:srgbClr val="FFFFFF"/>
                </a:highlight>
                <a:latin typeface="Söhne"/>
              </a:rPr>
              <a:t> involves </a:t>
            </a:r>
            <a:r>
              <a:rPr lang="en-US" sz="2000" b="0" i="0" dirty="0">
                <a:solidFill>
                  <a:srgbClr val="FF0000"/>
                </a:solidFill>
                <a:effectLst/>
                <a:highlight>
                  <a:srgbClr val="FFFFFF"/>
                </a:highlight>
                <a:latin typeface="Söhne"/>
              </a:rPr>
              <a:t>automating repetitive tasks</a:t>
            </a:r>
            <a:r>
              <a:rPr lang="en-US" sz="2000" b="0" i="0" dirty="0">
                <a:solidFill>
                  <a:srgbClr val="0D0D0D"/>
                </a:solidFill>
                <a:effectLst/>
                <a:highlight>
                  <a:srgbClr val="FFFFFF"/>
                </a:highlight>
                <a:latin typeface="Söhne"/>
              </a:rPr>
              <a:t>, like testing and deploying software, so that updates and new features can be released faster and with fewer errors. This approach helps companies respond more quickly to customer needs and market changes, leading to better products and services.</a:t>
            </a:r>
          </a:p>
          <a:p>
            <a:pPr marL="342900" indent="-342900" algn="l">
              <a:buFont typeface="Wingdings" panose="05000000000000000000" pitchFamily="2" charset="2"/>
              <a:buChar char="ü"/>
            </a:pPr>
            <a:endParaRPr lang="en-US" sz="2000" b="0" i="0" dirty="0">
              <a:solidFill>
                <a:srgbClr val="0D0D0D"/>
              </a:solidFill>
              <a:effectLst/>
              <a:highlight>
                <a:srgbClr val="FFFFFF"/>
              </a:highlight>
              <a:latin typeface="Söhne"/>
            </a:endParaRPr>
          </a:p>
          <a:p>
            <a:pPr marL="342900" indent="-342900" algn="l">
              <a:buFont typeface="Wingdings" panose="05000000000000000000" pitchFamily="2" charset="2"/>
              <a:buChar char="ü"/>
            </a:pPr>
            <a:r>
              <a:rPr lang="en-US" sz="2000" dirty="0">
                <a:solidFill>
                  <a:srgbClr val="FF0000"/>
                </a:solidFill>
                <a:highlight>
                  <a:srgbClr val="FFFFFF"/>
                </a:highlight>
                <a:latin typeface="Söhne"/>
              </a:rPr>
              <a:t>DevOps bridges the gap between development (Dev) and operations (Ops) teams</a:t>
            </a:r>
            <a:r>
              <a:rPr lang="en-US" sz="2000" dirty="0">
                <a:solidFill>
                  <a:srgbClr val="0D0D0D"/>
                </a:solidFill>
                <a:highlight>
                  <a:srgbClr val="FFFFFF"/>
                </a:highlight>
                <a:latin typeface="Söhne"/>
              </a:rPr>
              <a:t>, fostering collaboration to automate and streamline the processes of software development and IT operations.</a:t>
            </a:r>
          </a:p>
        </p:txBody>
      </p:sp>
      <p:sp>
        <p:nvSpPr>
          <p:cNvPr id="4" name="Rectangle 3">
            <a:extLst>
              <a:ext uri="{FF2B5EF4-FFF2-40B4-BE49-F238E27FC236}">
                <a16:creationId xmlns:a16="http://schemas.microsoft.com/office/drawing/2014/main" id="{0C357E4E-682D-F2A0-7EAD-C22D049A7667}"/>
              </a:ext>
            </a:extLst>
          </p:cNvPr>
          <p:cNvSpPr/>
          <p:nvPr/>
        </p:nvSpPr>
        <p:spPr>
          <a:xfrm>
            <a:off x="3341911" y="28306"/>
            <a:ext cx="5421089"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DevOps Explained Simply: What You Need to Know</a:t>
            </a:r>
          </a:p>
        </p:txBody>
      </p:sp>
      <p:pic>
        <p:nvPicPr>
          <p:cNvPr id="7" name="Picture 4" descr="Automotive Design Process: From Concept Ideas to Production - APW">
            <a:extLst>
              <a:ext uri="{FF2B5EF4-FFF2-40B4-BE49-F238E27FC236}">
                <a16:creationId xmlns:a16="http://schemas.microsoft.com/office/drawing/2014/main" id="{5E0230C4-72B0-18DB-24AC-6AB1DA975E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485773"/>
            <a:ext cx="4724400" cy="325038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Reasons to hire professional Car Repair Services | Professional Car Repair">
            <a:extLst>
              <a:ext uri="{FF2B5EF4-FFF2-40B4-BE49-F238E27FC236}">
                <a16:creationId xmlns:a16="http://schemas.microsoft.com/office/drawing/2014/main" id="{F12A31CC-5E7E-B877-DB33-D559A61321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3567110"/>
            <a:ext cx="4724400" cy="2986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946068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93255</TotalTime>
  <Words>205</Words>
  <Application>Microsoft Office PowerPoint</Application>
  <PresentationFormat>Widescreen</PresentationFormat>
  <Paragraphs>10</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Söhne</vt:lpstr>
      <vt:lpstr>Wingdings</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Ramesh</dc:creator>
  <cp:lastModifiedBy>Ramesh N</cp:lastModifiedBy>
  <cp:revision>10038</cp:revision>
  <dcterms:created xsi:type="dcterms:W3CDTF">2006-08-16T00:00:00Z</dcterms:created>
  <dcterms:modified xsi:type="dcterms:W3CDTF">2024-06-11T08:12:04Z</dcterms:modified>
</cp:coreProperties>
</file>