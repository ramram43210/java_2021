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9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11"/>
  </p:notesMasterIdLst>
  <p:sldIdLst>
    <p:sldId id="472" r:id="rId2"/>
    <p:sldId id="473" r:id="rId3"/>
    <p:sldId id="474" r:id="rId4"/>
    <p:sldId id="475" r:id="rId5"/>
    <p:sldId id="476" r:id="rId6"/>
    <p:sldId id="477" r:id="rId7"/>
    <p:sldId id="478" r:id="rId8"/>
    <p:sldId id="479" r:id="rId9"/>
    <p:sldId id="480" r:id="rId10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mesh N" initials="RN" lastIdx="1" clrIdx="0">
    <p:extLst>
      <p:ext uri="{19B8F6BF-5375-455C-9EA6-DF929625EA0E}">
        <p15:presenceInfo xmlns:p15="http://schemas.microsoft.com/office/powerpoint/2012/main" userId="10c340b3cc87b96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31" autoAdjust="0"/>
    <p:restoredTop sz="94291" autoAdjust="0"/>
  </p:normalViewPr>
  <p:slideViewPr>
    <p:cSldViewPr>
      <p:cViewPr varScale="1">
        <p:scale>
          <a:sx n="71" d="100"/>
          <a:sy n="71" d="100"/>
        </p:scale>
        <p:origin x="1099" y="72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3A165D-3E99-40F6-B4BD-A7245616DFA1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</dgm:pt>
    <dgm:pt modelId="{B8F8860A-3038-4EFC-BA9A-734839D1DE97}">
      <dgm:prSet phldrT="[Text]"/>
      <dgm:spPr/>
      <dgm:t>
        <a:bodyPr/>
        <a:lstStyle/>
        <a:p>
          <a:r>
            <a:rPr lang="en-US" b="1" i="0" dirty="0"/>
            <a:t>Initiation Phase</a:t>
          </a:r>
          <a:endParaRPr lang="en-US" dirty="0"/>
        </a:p>
      </dgm:t>
    </dgm:pt>
    <dgm:pt modelId="{EC6CE10B-5DCB-463A-AB0E-667B49C32E4D}" type="parTrans" cxnId="{F3ABA5BE-6E0E-4A23-A5E7-01C302FA0F66}">
      <dgm:prSet/>
      <dgm:spPr/>
      <dgm:t>
        <a:bodyPr/>
        <a:lstStyle/>
        <a:p>
          <a:endParaRPr lang="en-US"/>
        </a:p>
      </dgm:t>
    </dgm:pt>
    <dgm:pt modelId="{CB66B785-7925-461D-868A-6EFCF6417364}" type="sibTrans" cxnId="{F3ABA5BE-6E0E-4A23-A5E7-01C302FA0F66}">
      <dgm:prSet/>
      <dgm:spPr/>
      <dgm:t>
        <a:bodyPr/>
        <a:lstStyle/>
        <a:p>
          <a:endParaRPr lang="en-US"/>
        </a:p>
      </dgm:t>
    </dgm:pt>
    <dgm:pt modelId="{17DA61F8-9F94-4DF7-8C90-CC86A5459502}">
      <dgm:prSet phldrT="[Text]"/>
      <dgm:spPr/>
      <dgm:t>
        <a:bodyPr/>
        <a:lstStyle/>
        <a:p>
          <a:r>
            <a:rPr lang="en-US" b="1" i="0" dirty="0"/>
            <a:t>Planning Phase</a:t>
          </a:r>
          <a:endParaRPr lang="en-US" dirty="0"/>
        </a:p>
      </dgm:t>
    </dgm:pt>
    <dgm:pt modelId="{2426FAC8-DA2E-41EA-BDA2-F04A23D6A053}" type="parTrans" cxnId="{A9FEB8E6-4FA0-4EF8-8368-057F43B709F5}">
      <dgm:prSet/>
      <dgm:spPr/>
      <dgm:t>
        <a:bodyPr/>
        <a:lstStyle/>
        <a:p>
          <a:endParaRPr lang="en-US"/>
        </a:p>
      </dgm:t>
    </dgm:pt>
    <dgm:pt modelId="{39282CAC-871C-466A-AD52-680CBBD17B8A}" type="sibTrans" cxnId="{A9FEB8E6-4FA0-4EF8-8368-057F43B709F5}">
      <dgm:prSet/>
      <dgm:spPr/>
      <dgm:t>
        <a:bodyPr/>
        <a:lstStyle/>
        <a:p>
          <a:endParaRPr lang="en-US"/>
        </a:p>
      </dgm:t>
    </dgm:pt>
    <dgm:pt modelId="{D7C41D13-5B25-4DD1-B0DA-7B37AB543647}">
      <dgm:prSet phldrT="[Text]"/>
      <dgm:spPr/>
      <dgm:t>
        <a:bodyPr/>
        <a:lstStyle/>
        <a:p>
          <a:r>
            <a:rPr lang="en-US" b="1" i="0" dirty="0"/>
            <a:t>Analysis Phase</a:t>
          </a:r>
          <a:endParaRPr lang="en-US" dirty="0"/>
        </a:p>
      </dgm:t>
    </dgm:pt>
    <dgm:pt modelId="{3F9552C3-19E1-41A7-BFCC-7105C4F55A14}" type="parTrans" cxnId="{559500D9-D9A6-43F2-8239-B8500E115866}">
      <dgm:prSet/>
      <dgm:spPr/>
      <dgm:t>
        <a:bodyPr/>
        <a:lstStyle/>
        <a:p>
          <a:endParaRPr lang="en-US"/>
        </a:p>
      </dgm:t>
    </dgm:pt>
    <dgm:pt modelId="{67D33DD9-1B17-4A13-96A6-EEA33FBE5CD1}" type="sibTrans" cxnId="{559500D9-D9A6-43F2-8239-B8500E115866}">
      <dgm:prSet/>
      <dgm:spPr/>
      <dgm:t>
        <a:bodyPr/>
        <a:lstStyle/>
        <a:p>
          <a:endParaRPr lang="en-US"/>
        </a:p>
      </dgm:t>
    </dgm:pt>
    <dgm:pt modelId="{79739C99-5733-45CA-8AD9-80D557619B87}">
      <dgm:prSet/>
      <dgm:spPr/>
      <dgm:t>
        <a:bodyPr/>
        <a:lstStyle/>
        <a:p>
          <a:r>
            <a:rPr lang="en-US" b="1" i="0"/>
            <a:t>Design Phase</a:t>
          </a:r>
          <a:endParaRPr lang="en-US"/>
        </a:p>
      </dgm:t>
    </dgm:pt>
    <dgm:pt modelId="{A9CA8E43-4090-4C55-84DB-0895294F82CD}" type="parTrans" cxnId="{B565BBCF-456E-43D6-BCEC-50DD837E6D31}">
      <dgm:prSet/>
      <dgm:spPr/>
      <dgm:t>
        <a:bodyPr/>
        <a:lstStyle/>
        <a:p>
          <a:endParaRPr lang="en-US"/>
        </a:p>
      </dgm:t>
    </dgm:pt>
    <dgm:pt modelId="{9588485D-3E5D-46E0-B2B0-81CDB4AB31A4}" type="sibTrans" cxnId="{B565BBCF-456E-43D6-BCEC-50DD837E6D31}">
      <dgm:prSet/>
      <dgm:spPr/>
      <dgm:t>
        <a:bodyPr/>
        <a:lstStyle/>
        <a:p>
          <a:endParaRPr lang="en-US"/>
        </a:p>
      </dgm:t>
    </dgm:pt>
    <dgm:pt modelId="{AF170E60-57B6-4023-9F7C-B2D91C05B3C7}">
      <dgm:prSet/>
      <dgm:spPr/>
      <dgm:t>
        <a:bodyPr/>
        <a:lstStyle/>
        <a:p>
          <a:r>
            <a:rPr lang="en-US" b="1" i="0" dirty="0"/>
            <a:t>Development Phase</a:t>
          </a:r>
          <a:endParaRPr lang="en-US" dirty="0"/>
        </a:p>
      </dgm:t>
    </dgm:pt>
    <dgm:pt modelId="{149BECF8-6C99-449D-A8FC-AD3025E4C40D}" type="parTrans" cxnId="{A916252D-3188-468F-8F85-FE7D4CE3C06D}">
      <dgm:prSet/>
      <dgm:spPr/>
      <dgm:t>
        <a:bodyPr/>
        <a:lstStyle/>
        <a:p>
          <a:endParaRPr lang="en-US"/>
        </a:p>
      </dgm:t>
    </dgm:pt>
    <dgm:pt modelId="{59687841-1013-4AB5-8AFE-9CCD012D4AAE}" type="sibTrans" cxnId="{A916252D-3188-468F-8F85-FE7D4CE3C06D}">
      <dgm:prSet/>
      <dgm:spPr/>
      <dgm:t>
        <a:bodyPr/>
        <a:lstStyle/>
        <a:p>
          <a:endParaRPr lang="en-US"/>
        </a:p>
      </dgm:t>
    </dgm:pt>
    <dgm:pt modelId="{7815CD87-04B1-4AC8-9F2E-82337BB51B4C}">
      <dgm:prSet/>
      <dgm:spPr/>
      <dgm:t>
        <a:bodyPr/>
        <a:lstStyle/>
        <a:p>
          <a:r>
            <a:rPr lang="en-US" b="1" i="0"/>
            <a:t>Testing Phase</a:t>
          </a:r>
          <a:endParaRPr lang="en-US"/>
        </a:p>
      </dgm:t>
    </dgm:pt>
    <dgm:pt modelId="{EC32B22A-7146-4095-888A-B5B7BA8D03E2}" type="parTrans" cxnId="{D7C2679A-1C60-4B00-B05F-F6B49CD76BF4}">
      <dgm:prSet/>
      <dgm:spPr/>
      <dgm:t>
        <a:bodyPr/>
        <a:lstStyle/>
        <a:p>
          <a:endParaRPr lang="en-US"/>
        </a:p>
      </dgm:t>
    </dgm:pt>
    <dgm:pt modelId="{0D7050C2-5543-482F-B1AD-F1084883850A}" type="sibTrans" cxnId="{D7C2679A-1C60-4B00-B05F-F6B49CD76BF4}">
      <dgm:prSet/>
      <dgm:spPr/>
      <dgm:t>
        <a:bodyPr/>
        <a:lstStyle/>
        <a:p>
          <a:endParaRPr lang="en-US"/>
        </a:p>
      </dgm:t>
    </dgm:pt>
    <dgm:pt modelId="{752786CF-D1B1-4E39-8345-8C09B67A7ED9}">
      <dgm:prSet/>
      <dgm:spPr/>
      <dgm:t>
        <a:bodyPr/>
        <a:lstStyle/>
        <a:p>
          <a:r>
            <a:rPr lang="en-US" b="1" i="0" dirty="0"/>
            <a:t>Deployment Phase</a:t>
          </a:r>
          <a:endParaRPr lang="en-US" dirty="0"/>
        </a:p>
      </dgm:t>
    </dgm:pt>
    <dgm:pt modelId="{26F8176D-4B27-435A-8850-962246F82ED1}" type="parTrans" cxnId="{5F27FF48-A106-4C46-A6A5-315188B2DBB3}">
      <dgm:prSet/>
      <dgm:spPr/>
      <dgm:t>
        <a:bodyPr/>
        <a:lstStyle/>
        <a:p>
          <a:endParaRPr lang="en-US"/>
        </a:p>
      </dgm:t>
    </dgm:pt>
    <dgm:pt modelId="{1E76334B-C557-4D2B-80A0-F069106D3E36}" type="sibTrans" cxnId="{5F27FF48-A106-4C46-A6A5-315188B2DBB3}">
      <dgm:prSet/>
      <dgm:spPr/>
      <dgm:t>
        <a:bodyPr/>
        <a:lstStyle/>
        <a:p>
          <a:endParaRPr lang="en-US"/>
        </a:p>
      </dgm:t>
    </dgm:pt>
    <dgm:pt modelId="{BA997A55-0CBD-4D84-B2B4-A4F5779B6BAE}">
      <dgm:prSet/>
      <dgm:spPr/>
      <dgm:t>
        <a:bodyPr/>
        <a:lstStyle/>
        <a:p>
          <a:r>
            <a:rPr lang="en-US" b="1" i="0" dirty="0"/>
            <a:t>Maintenance Phase</a:t>
          </a:r>
          <a:endParaRPr lang="en-US" dirty="0"/>
        </a:p>
      </dgm:t>
    </dgm:pt>
    <dgm:pt modelId="{53771C47-51B6-4CC6-957C-F0DD4C3CA85C}" type="parTrans" cxnId="{C7BF1D29-54FE-4A83-B537-C40966024EB1}">
      <dgm:prSet/>
      <dgm:spPr/>
      <dgm:t>
        <a:bodyPr/>
        <a:lstStyle/>
        <a:p>
          <a:endParaRPr lang="en-US"/>
        </a:p>
      </dgm:t>
    </dgm:pt>
    <dgm:pt modelId="{805DF2FC-4C80-451B-AF79-CEA640C700C4}" type="sibTrans" cxnId="{C7BF1D29-54FE-4A83-B537-C40966024EB1}">
      <dgm:prSet/>
      <dgm:spPr/>
      <dgm:t>
        <a:bodyPr/>
        <a:lstStyle/>
        <a:p>
          <a:endParaRPr lang="en-US"/>
        </a:p>
      </dgm:t>
    </dgm:pt>
    <dgm:pt modelId="{549AF04C-EDFD-441C-9AC4-04520D3DD2BE}" type="pres">
      <dgm:prSet presAssocID="{CC3A165D-3E99-40F6-B4BD-A7245616DFA1}" presName="Name0" presStyleCnt="0">
        <dgm:presLayoutVars>
          <dgm:dir/>
          <dgm:resizeHandles val="exact"/>
        </dgm:presLayoutVars>
      </dgm:prSet>
      <dgm:spPr/>
    </dgm:pt>
    <dgm:pt modelId="{03832A67-9DE3-4A71-8287-128DFACB7863}" type="pres">
      <dgm:prSet presAssocID="{B8F8860A-3038-4EFC-BA9A-734839D1DE97}" presName="node" presStyleLbl="node1" presStyleIdx="0" presStyleCnt="8">
        <dgm:presLayoutVars>
          <dgm:bulletEnabled val="1"/>
        </dgm:presLayoutVars>
      </dgm:prSet>
      <dgm:spPr/>
    </dgm:pt>
    <dgm:pt modelId="{035326DE-B0BD-4EE6-826C-A4CD7E211875}" type="pres">
      <dgm:prSet presAssocID="{CB66B785-7925-461D-868A-6EFCF6417364}" presName="sibTrans" presStyleLbl="sibTrans2D1" presStyleIdx="0" presStyleCnt="7"/>
      <dgm:spPr/>
    </dgm:pt>
    <dgm:pt modelId="{60505FB5-D39E-4AA6-BF8F-F755211FC12C}" type="pres">
      <dgm:prSet presAssocID="{CB66B785-7925-461D-868A-6EFCF6417364}" presName="connectorText" presStyleLbl="sibTrans2D1" presStyleIdx="0" presStyleCnt="7"/>
      <dgm:spPr/>
    </dgm:pt>
    <dgm:pt modelId="{8FC030CC-C2AA-43F8-8BC0-8D937FAA2765}" type="pres">
      <dgm:prSet presAssocID="{17DA61F8-9F94-4DF7-8C90-CC86A5459502}" presName="node" presStyleLbl="node1" presStyleIdx="1" presStyleCnt="8">
        <dgm:presLayoutVars>
          <dgm:bulletEnabled val="1"/>
        </dgm:presLayoutVars>
      </dgm:prSet>
      <dgm:spPr/>
    </dgm:pt>
    <dgm:pt modelId="{1E03857D-1BF0-45A6-87F0-92113FC3765F}" type="pres">
      <dgm:prSet presAssocID="{39282CAC-871C-466A-AD52-680CBBD17B8A}" presName="sibTrans" presStyleLbl="sibTrans2D1" presStyleIdx="1" presStyleCnt="7"/>
      <dgm:spPr/>
    </dgm:pt>
    <dgm:pt modelId="{7B23A071-777D-4868-B968-1AF33EA97709}" type="pres">
      <dgm:prSet presAssocID="{39282CAC-871C-466A-AD52-680CBBD17B8A}" presName="connectorText" presStyleLbl="sibTrans2D1" presStyleIdx="1" presStyleCnt="7"/>
      <dgm:spPr/>
    </dgm:pt>
    <dgm:pt modelId="{E6740E45-44D5-4EF1-AAD8-900E4137F795}" type="pres">
      <dgm:prSet presAssocID="{D7C41D13-5B25-4DD1-B0DA-7B37AB543647}" presName="node" presStyleLbl="node1" presStyleIdx="2" presStyleCnt="8">
        <dgm:presLayoutVars>
          <dgm:bulletEnabled val="1"/>
        </dgm:presLayoutVars>
      </dgm:prSet>
      <dgm:spPr/>
    </dgm:pt>
    <dgm:pt modelId="{839CC336-BA96-43E8-B4AE-DF91DE6CAE6E}" type="pres">
      <dgm:prSet presAssocID="{67D33DD9-1B17-4A13-96A6-EEA33FBE5CD1}" presName="sibTrans" presStyleLbl="sibTrans2D1" presStyleIdx="2" presStyleCnt="7"/>
      <dgm:spPr/>
    </dgm:pt>
    <dgm:pt modelId="{5F39CA60-75DA-4E66-9967-192B681C53E2}" type="pres">
      <dgm:prSet presAssocID="{67D33DD9-1B17-4A13-96A6-EEA33FBE5CD1}" presName="connectorText" presStyleLbl="sibTrans2D1" presStyleIdx="2" presStyleCnt="7"/>
      <dgm:spPr/>
    </dgm:pt>
    <dgm:pt modelId="{BFC769C1-B910-44FE-A50D-69011B4A35AD}" type="pres">
      <dgm:prSet presAssocID="{79739C99-5733-45CA-8AD9-80D557619B87}" presName="node" presStyleLbl="node1" presStyleIdx="3" presStyleCnt="8">
        <dgm:presLayoutVars>
          <dgm:bulletEnabled val="1"/>
        </dgm:presLayoutVars>
      </dgm:prSet>
      <dgm:spPr/>
    </dgm:pt>
    <dgm:pt modelId="{B0A9185C-9075-473F-9C21-7280C31CD1AE}" type="pres">
      <dgm:prSet presAssocID="{9588485D-3E5D-46E0-B2B0-81CDB4AB31A4}" presName="sibTrans" presStyleLbl="sibTrans2D1" presStyleIdx="3" presStyleCnt="7"/>
      <dgm:spPr/>
    </dgm:pt>
    <dgm:pt modelId="{CB07BCD3-869D-46E6-B07B-05F3FCBF53DE}" type="pres">
      <dgm:prSet presAssocID="{9588485D-3E5D-46E0-B2B0-81CDB4AB31A4}" presName="connectorText" presStyleLbl="sibTrans2D1" presStyleIdx="3" presStyleCnt="7"/>
      <dgm:spPr/>
    </dgm:pt>
    <dgm:pt modelId="{BDA13CE1-6166-4051-A804-1A14F29A9A00}" type="pres">
      <dgm:prSet presAssocID="{AF170E60-57B6-4023-9F7C-B2D91C05B3C7}" presName="node" presStyleLbl="node1" presStyleIdx="4" presStyleCnt="8">
        <dgm:presLayoutVars>
          <dgm:bulletEnabled val="1"/>
        </dgm:presLayoutVars>
      </dgm:prSet>
      <dgm:spPr/>
    </dgm:pt>
    <dgm:pt modelId="{348BCF4A-B114-40CB-8DBE-7D4B64E4F839}" type="pres">
      <dgm:prSet presAssocID="{59687841-1013-4AB5-8AFE-9CCD012D4AAE}" presName="sibTrans" presStyleLbl="sibTrans2D1" presStyleIdx="4" presStyleCnt="7"/>
      <dgm:spPr/>
    </dgm:pt>
    <dgm:pt modelId="{3855B2EC-B918-42EF-AA15-A71D7ED71C6D}" type="pres">
      <dgm:prSet presAssocID="{59687841-1013-4AB5-8AFE-9CCD012D4AAE}" presName="connectorText" presStyleLbl="sibTrans2D1" presStyleIdx="4" presStyleCnt="7"/>
      <dgm:spPr/>
    </dgm:pt>
    <dgm:pt modelId="{C34A082D-6009-4555-B202-AF1432FD2344}" type="pres">
      <dgm:prSet presAssocID="{7815CD87-04B1-4AC8-9F2E-82337BB51B4C}" presName="node" presStyleLbl="node1" presStyleIdx="5" presStyleCnt="8">
        <dgm:presLayoutVars>
          <dgm:bulletEnabled val="1"/>
        </dgm:presLayoutVars>
      </dgm:prSet>
      <dgm:spPr/>
    </dgm:pt>
    <dgm:pt modelId="{F836578C-CCC1-4604-83A7-B0B28B30C4A1}" type="pres">
      <dgm:prSet presAssocID="{0D7050C2-5543-482F-B1AD-F1084883850A}" presName="sibTrans" presStyleLbl="sibTrans2D1" presStyleIdx="5" presStyleCnt="7"/>
      <dgm:spPr/>
    </dgm:pt>
    <dgm:pt modelId="{4BE40AB9-C5C3-47F4-A9FD-A1042F1593DB}" type="pres">
      <dgm:prSet presAssocID="{0D7050C2-5543-482F-B1AD-F1084883850A}" presName="connectorText" presStyleLbl="sibTrans2D1" presStyleIdx="5" presStyleCnt="7"/>
      <dgm:spPr/>
    </dgm:pt>
    <dgm:pt modelId="{9EDF00FD-3EEA-40E1-8BFB-9B03C9944DF4}" type="pres">
      <dgm:prSet presAssocID="{752786CF-D1B1-4E39-8345-8C09B67A7ED9}" presName="node" presStyleLbl="node1" presStyleIdx="6" presStyleCnt="8">
        <dgm:presLayoutVars>
          <dgm:bulletEnabled val="1"/>
        </dgm:presLayoutVars>
      </dgm:prSet>
      <dgm:spPr/>
    </dgm:pt>
    <dgm:pt modelId="{90454B4E-3E17-49CB-BB34-920EB6DB5192}" type="pres">
      <dgm:prSet presAssocID="{1E76334B-C557-4D2B-80A0-F069106D3E36}" presName="sibTrans" presStyleLbl="sibTrans2D1" presStyleIdx="6" presStyleCnt="7"/>
      <dgm:spPr/>
    </dgm:pt>
    <dgm:pt modelId="{307754AC-478B-4946-B9CD-2868EF26BBDC}" type="pres">
      <dgm:prSet presAssocID="{1E76334B-C557-4D2B-80A0-F069106D3E36}" presName="connectorText" presStyleLbl="sibTrans2D1" presStyleIdx="6" presStyleCnt="7"/>
      <dgm:spPr/>
    </dgm:pt>
    <dgm:pt modelId="{BFE2D2CB-629C-460D-8AB8-47945518ED2B}" type="pres">
      <dgm:prSet presAssocID="{BA997A55-0CBD-4D84-B2B4-A4F5779B6BAE}" presName="node" presStyleLbl="node1" presStyleIdx="7" presStyleCnt="8">
        <dgm:presLayoutVars>
          <dgm:bulletEnabled val="1"/>
        </dgm:presLayoutVars>
      </dgm:prSet>
      <dgm:spPr/>
    </dgm:pt>
  </dgm:ptLst>
  <dgm:cxnLst>
    <dgm:cxn modelId="{B602E502-A763-4C17-A51E-06EAE004B3C3}" type="presOf" srcId="{752786CF-D1B1-4E39-8345-8C09B67A7ED9}" destId="{9EDF00FD-3EEA-40E1-8BFB-9B03C9944DF4}" srcOrd="0" destOrd="0" presId="urn:microsoft.com/office/officeart/2005/8/layout/process1"/>
    <dgm:cxn modelId="{4F1E2713-E5C4-45D1-9707-DFFE263DB15C}" type="presOf" srcId="{1E76334B-C557-4D2B-80A0-F069106D3E36}" destId="{307754AC-478B-4946-B9CD-2868EF26BBDC}" srcOrd="1" destOrd="0" presId="urn:microsoft.com/office/officeart/2005/8/layout/process1"/>
    <dgm:cxn modelId="{8C3E0917-A2DD-43FF-9247-4C01C5589DA1}" type="presOf" srcId="{D7C41D13-5B25-4DD1-B0DA-7B37AB543647}" destId="{E6740E45-44D5-4EF1-AAD8-900E4137F795}" srcOrd="0" destOrd="0" presId="urn:microsoft.com/office/officeart/2005/8/layout/process1"/>
    <dgm:cxn modelId="{6DDCFE1C-1E70-4785-BAC0-802D8698B10A}" type="presOf" srcId="{67D33DD9-1B17-4A13-96A6-EEA33FBE5CD1}" destId="{5F39CA60-75DA-4E66-9967-192B681C53E2}" srcOrd="1" destOrd="0" presId="urn:microsoft.com/office/officeart/2005/8/layout/process1"/>
    <dgm:cxn modelId="{C7BF1D29-54FE-4A83-B537-C40966024EB1}" srcId="{CC3A165D-3E99-40F6-B4BD-A7245616DFA1}" destId="{BA997A55-0CBD-4D84-B2B4-A4F5779B6BAE}" srcOrd="7" destOrd="0" parTransId="{53771C47-51B6-4CC6-957C-F0DD4C3CA85C}" sibTransId="{805DF2FC-4C80-451B-AF79-CEA640C700C4}"/>
    <dgm:cxn modelId="{A916252D-3188-468F-8F85-FE7D4CE3C06D}" srcId="{CC3A165D-3E99-40F6-B4BD-A7245616DFA1}" destId="{AF170E60-57B6-4023-9F7C-B2D91C05B3C7}" srcOrd="4" destOrd="0" parTransId="{149BECF8-6C99-449D-A8FC-AD3025E4C40D}" sibTransId="{59687841-1013-4AB5-8AFE-9CCD012D4AAE}"/>
    <dgm:cxn modelId="{6A496939-5BBE-4FA7-8674-173DACB6E054}" type="presOf" srcId="{9588485D-3E5D-46E0-B2B0-81CDB4AB31A4}" destId="{B0A9185C-9075-473F-9C21-7280C31CD1AE}" srcOrd="0" destOrd="0" presId="urn:microsoft.com/office/officeart/2005/8/layout/process1"/>
    <dgm:cxn modelId="{7DF0293C-3050-4D12-A9BB-6C39A8ACEB61}" type="presOf" srcId="{39282CAC-871C-466A-AD52-680CBBD17B8A}" destId="{1E03857D-1BF0-45A6-87F0-92113FC3765F}" srcOrd="0" destOrd="0" presId="urn:microsoft.com/office/officeart/2005/8/layout/process1"/>
    <dgm:cxn modelId="{105C2B60-7C71-4900-A59F-77D8E93D4F10}" type="presOf" srcId="{79739C99-5733-45CA-8AD9-80D557619B87}" destId="{BFC769C1-B910-44FE-A50D-69011B4A35AD}" srcOrd="0" destOrd="0" presId="urn:microsoft.com/office/officeart/2005/8/layout/process1"/>
    <dgm:cxn modelId="{50272063-6BD9-49C5-8B7C-8C0BCB34CFDD}" type="presOf" srcId="{17DA61F8-9F94-4DF7-8C90-CC86A5459502}" destId="{8FC030CC-C2AA-43F8-8BC0-8D937FAA2765}" srcOrd="0" destOrd="0" presId="urn:microsoft.com/office/officeart/2005/8/layout/process1"/>
    <dgm:cxn modelId="{19381D68-3437-4686-9AE7-53CF9AE351D0}" type="presOf" srcId="{7815CD87-04B1-4AC8-9F2E-82337BB51B4C}" destId="{C34A082D-6009-4555-B202-AF1432FD2344}" srcOrd="0" destOrd="0" presId="urn:microsoft.com/office/officeart/2005/8/layout/process1"/>
    <dgm:cxn modelId="{5F27FF48-A106-4C46-A6A5-315188B2DBB3}" srcId="{CC3A165D-3E99-40F6-B4BD-A7245616DFA1}" destId="{752786CF-D1B1-4E39-8345-8C09B67A7ED9}" srcOrd="6" destOrd="0" parTransId="{26F8176D-4B27-435A-8850-962246F82ED1}" sibTransId="{1E76334B-C557-4D2B-80A0-F069106D3E36}"/>
    <dgm:cxn modelId="{C3F29E6B-9D51-46E4-9F8B-DC5A6D56639B}" type="presOf" srcId="{9588485D-3E5D-46E0-B2B0-81CDB4AB31A4}" destId="{CB07BCD3-869D-46E6-B07B-05F3FCBF53DE}" srcOrd="1" destOrd="0" presId="urn:microsoft.com/office/officeart/2005/8/layout/process1"/>
    <dgm:cxn modelId="{3EA13E74-C9F7-486D-B44B-62445894B392}" type="presOf" srcId="{59687841-1013-4AB5-8AFE-9CCD012D4AAE}" destId="{3855B2EC-B918-42EF-AA15-A71D7ED71C6D}" srcOrd="1" destOrd="0" presId="urn:microsoft.com/office/officeart/2005/8/layout/process1"/>
    <dgm:cxn modelId="{E6FE3176-627C-4480-912C-B3E5F826F0E0}" type="presOf" srcId="{BA997A55-0CBD-4D84-B2B4-A4F5779B6BAE}" destId="{BFE2D2CB-629C-460D-8AB8-47945518ED2B}" srcOrd="0" destOrd="0" presId="urn:microsoft.com/office/officeart/2005/8/layout/process1"/>
    <dgm:cxn modelId="{7A2E8179-CD74-4051-9C2A-AAA2F3893698}" type="presOf" srcId="{CB66B785-7925-461D-868A-6EFCF6417364}" destId="{035326DE-B0BD-4EE6-826C-A4CD7E211875}" srcOrd="0" destOrd="0" presId="urn:microsoft.com/office/officeart/2005/8/layout/process1"/>
    <dgm:cxn modelId="{9AA94D83-DF58-446C-84B4-A4B31772CEC8}" type="presOf" srcId="{67D33DD9-1B17-4A13-96A6-EEA33FBE5CD1}" destId="{839CC336-BA96-43E8-B4AE-DF91DE6CAE6E}" srcOrd="0" destOrd="0" presId="urn:microsoft.com/office/officeart/2005/8/layout/process1"/>
    <dgm:cxn modelId="{95A48085-E07D-40F4-93D4-3D2DC91D35A3}" type="presOf" srcId="{0D7050C2-5543-482F-B1AD-F1084883850A}" destId="{4BE40AB9-C5C3-47F4-A9FD-A1042F1593DB}" srcOrd="1" destOrd="0" presId="urn:microsoft.com/office/officeart/2005/8/layout/process1"/>
    <dgm:cxn modelId="{46A0D08E-943F-4978-9F98-4D1D0600C6DD}" type="presOf" srcId="{1E76334B-C557-4D2B-80A0-F069106D3E36}" destId="{90454B4E-3E17-49CB-BB34-920EB6DB5192}" srcOrd="0" destOrd="0" presId="urn:microsoft.com/office/officeart/2005/8/layout/process1"/>
    <dgm:cxn modelId="{04B5F78E-6BEA-47A2-9C84-E9F5E62BA6A3}" type="presOf" srcId="{0D7050C2-5543-482F-B1AD-F1084883850A}" destId="{F836578C-CCC1-4604-83A7-B0B28B30C4A1}" srcOrd="0" destOrd="0" presId="urn:microsoft.com/office/officeart/2005/8/layout/process1"/>
    <dgm:cxn modelId="{D7C2679A-1C60-4B00-B05F-F6B49CD76BF4}" srcId="{CC3A165D-3E99-40F6-B4BD-A7245616DFA1}" destId="{7815CD87-04B1-4AC8-9F2E-82337BB51B4C}" srcOrd="5" destOrd="0" parTransId="{EC32B22A-7146-4095-888A-B5B7BA8D03E2}" sibTransId="{0D7050C2-5543-482F-B1AD-F1084883850A}"/>
    <dgm:cxn modelId="{A0E0FB9F-25E4-4D86-BF48-254C9CE37926}" type="presOf" srcId="{AF170E60-57B6-4023-9F7C-B2D91C05B3C7}" destId="{BDA13CE1-6166-4051-A804-1A14F29A9A00}" srcOrd="0" destOrd="0" presId="urn:microsoft.com/office/officeart/2005/8/layout/process1"/>
    <dgm:cxn modelId="{A6B532A5-0EB7-4E61-86C1-5A69CDE9A506}" type="presOf" srcId="{39282CAC-871C-466A-AD52-680CBBD17B8A}" destId="{7B23A071-777D-4868-B968-1AF33EA97709}" srcOrd="1" destOrd="0" presId="urn:microsoft.com/office/officeart/2005/8/layout/process1"/>
    <dgm:cxn modelId="{CF3B09B0-3DFD-4E58-B0DE-9CE764030F59}" type="presOf" srcId="{CC3A165D-3E99-40F6-B4BD-A7245616DFA1}" destId="{549AF04C-EDFD-441C-9AC4-04520D3DD2BE}" srcOrd="0" destOrd="0" presId="urn:microsoft.com/office/officeart/2005/8/layout/process1"/>
    <dgm:cxn modelId="{F3ABA5BE-6E0E-4A23-A5E7-01C302FA0F66}" srcId="{CC3A165D-3E99-40F6-B4BD-A7245616DFA1}" destId="{B8F8860A-3038-4EFC-BA9A-734839D1DE97}" srcOrd="0" destOrd="0" parTransId="{EC6CE10B-5DCB-463A-AB0E-667B49C32E4D}" sibTransId="{CB66B785-7925-461D-868A-6EFCF6417364}"/>
    <dgm:cxn modelId="{B565BBCF-456E-43D6-BCEC-50DD837E6D31}" srcId="{CC3A165D-3E99-40F6-B4BD-A7245616DFA1}" destId="{79739C99-5733-45CA-8AD9-80D557619B87}" srcOrd="3" destOrd="0" parTransId="{A9CA8E43-4090-4C55-84DB-0895294F82CD}" sibTransId="{9588485D-3E5D-46E0-B2B0-81CDB4AB31A4}"/>
    <dgm:cxn modelId="{725E2FD4-C484-4D5F-A963-BCBFF4AF9273}" type="presOf" srcId="{CB66B785-7925-461D-868A-6EFCF6417364}" destId="{60505FB5-D39E-4AA6-BF8F-F755211FC12C}" srcOrd="1" destOrd="0" presId="urn:microsoft.com/office/officeart/2005/8/layout/process1"/>
    <dgm:cxn modelId="{559500D9-D9A6-43F2-8239-B8500E115866}" srcId="{CC3A165D-3E99-40F6-B4BD-A7245616DFA1}" destId="{D7C41D13-5B25-4DD1-B0DA-7B37AB543647}" srcOrd="2" destOrd="0" parTransId="{3F9552C3-19E1-41A7-BFCC-7105C4F55A14}" sibTransId="{67D33DD9-1B17-4A13-96A6-EEA33FBE5CD1}"/>
    <dgm:cxn modelId="{A9FEB8E6-4FA0-4EF8-8368-057F43B709F5}" srcId="{CC3A165D-3E99-40F6-B4BD-A7245616DFA1}" destId="{17DA61F8-9F94-4DF7-8C90-CC86A5459502}" srcOrd="1" destOrd="0" parTransId="{2426FAC8-DA2E-41EA-BDA2-F04A23D6A053}" sibTransId="{39282CAC-871C-466A-AD52-680CBBD17B8A}"/>
    <dgm:cxn modelId="{C1E746EA-617D-4619-9BCA-40B4696E7007}" type="presOf" srcId="{B8F8860A-3038-4EFC-BA9A-734839D1DE97}" destId="{03832A67-9DE3-4A71-8287-128DFACB7863}" srcOrd="0" destOrd="0" presId="urn:microsoft.com/office/officeart/2005/8/layout/process1"/>
    <dgm:cxn modelId="{C73BD4F8-898B-469D-98B5-F53CAE32BE46}" type="presOf" srcId="{59687841-1013-4AB5-8AFE-9CCD012D4AAE}" destId="{348BCF4A-B114-40CB-8DBE-7D4B64E4F839}" srcOrd="0" destOrd="0" presId="urn:microsoft.com/office/officeart/2005/8/layout/process1"/>
    <dgm:cxn modelId="{C7517402-BB78-4FAE-A3A5-F248468C4E19}" type="presParOf" srcId="{549AF04C-EDFD-441C-9AC4-04520D3DD2BE}" destId="{03832A67-9DE3-4A71-8287-128DFACB7863}" srcOrd="0" destOrd="0" presId="urn:microsoft.com/office/officeart/2005/8/layout/process1"/>
    <dgm:cxn modelId="{5E2780FF-77B3-4FBA-BFF0-4C1BE43C2684}" type="presParOf" srcId="{549AF04C-EDFD-441C-9AC4-04520D3DD2BE}" destId="{035326DE-B0BD-4EE6-826C-A4CD7E211875}" srcOrd="1" destOrd="0" presId="urn:microsoft.com/office/officeart/2005/8/layout/process1"/>
    <dgm:cxn modelId="{D5FDC098-DDC9-4BB1-B82D-355FEE4A8547}" type="presParOf" srcId="{035326DE-B0BD-4EE6-826C-A4CD7E211875}" destId="{60505FB5-D39E-4AA6-BF8F-F755211FC12C}" srcOrd="0" destOrd="0" presId="urn:microsoft.com/office/officeart/2005/8/layout/process1"/>
    <dgm:cxn modelId="{DF07CECD-1F86-4396-A338-0DB480224A01}" type="presParOf" srcId="{549AF04C-EDFD-441C-9AC4-04520D3DD2BE}" destId="{8FC030CC-C2AA-43F8-8BC0-8D937FAA2765}" srcOrd="2" destOrd="0" presId="urn:microsoft.com/office/officeart/2005/8/layout/process1"/>
    <dgm:cxn modelId="{336D103B-424F-4626-A0D6-088FD2BFCD84}" type="presParOf" srcId="{549AF04C-EDFD-441C-9AC4-04520D3DD2BE}" destId="{1E03857D-1BF0-45A6-87F0-92113FC3765F}" srcOrd="3" destOrd="0" presId="urn:microsoft.com/office/officeart/2005/8/layout/process1"/>
    <dgm:cxn modelId="{58D0DC2D-856E-43B2-8C25-ECAB14A128A3}" type="presParOf" srcId="{1E03857D-1BF0-45A6-87F0-92113FC3765F}" destId="{7B23A071-777D-4868-B968-1AF33EA97709}" srcOrd="0" destOrd="0" presId="urn:microsoft.com/office/officeart/2005/8/layout/process1"/>
    <dgm:cxn modelId="{DC66EEA5-90CD-4EB2-8538-BAE067F3A26E}" type="presParOf" srcId="{549AF04C-EDFD-441C-9AC4-04520D3DD2BE}" destId="{E6740E45-44D5-4EF1-AAD8-900E4137F795}" srcOrd="4" destOrd="0" presId="urn:microsoft.com/office/officeart/2005/8/layout/process1"/>
    <dgm:cxn modelId="{5A13DAFB-D025-4333-B967-7EC546911F7B}" type="presParOf" srcId="{549AF04C-EDFD-441C-9AC4-04520D3DD2BE}" destId="{839CC336-BA96-43E8-B4AE-DF91DE6CAE6E}" srcOrd="5" destOrd="0" presId="urn:microsoft.com/office/officeart/2005/8/layout/process1"/>
    <dgm:cxn modelId="{E4DE65C5-9AA5-41C9-884E-C111AAEBE08E}" type="presParOf" srcId="{839CC336-BA96-43E8-B4AE-DF91DE6CAE6E}" destId="{5F39CA60-75DA-4E66-9967-192B681C53E2}" srcOrd="0" destOrd="0" presId="urn:microsoft.com/office/officeart/2005/8/layout/process1"/>
    <dgm:cxn modelId="{FCA6ED7B-7076-4C33-AA5E-B5F08EEF4FBC}" type="presParOf" srcId="{549AF04C-EDFD-441C-9AC4-04520D3DD2BE}" destId="{BFC769C1-B910-44FE-A50D-69011B4A35AD}" srcOrd="6" destOrd="0" presId="urn:microsoft.com/office/officeart/2005/8/layout/process1"/>
    <dgm:cxn modelId="{9A80B86D-ADB0-498E-9172-0564C6C92981}" type="presParOf" srcId="{549AF04C-EDFD-441C-9AC4-04520D3DD2BE}" destId="{B0A9185C-9075-473F-9C21-7280C31CD1AE}" srcOrd="7" destOrd="0" presId="urn:microsoft.com/office/officeart/2005/8/layout/process1"/>
    <dgm:cxn modelId="{C06A859A-7927-439C-A5E9-E64DCA435995}" type="presParOf" srcId="{B0A9185C-9075-473F-9C21-7280C31CD1AE}" destId="{CB07BCD3-869D-46E6-B07B-05F3FCBF53DE}" srcOrd="0" destOrd="0" presId="urn:microsoft.com/office/officeart/2005/8/layout/process1"/>
    <dgm:cxn modelId="{15395DAC-04B4-4678-8471-2A8A0DDC4074}" type="presParOf" srcId="{549AF04C-EDFD-441C-9AC4-04520D3DD2BE}" destId="{BDA13CE1-6166-4051-A804-1A14F29A9A00}" srcOrd="8" destOrd="0" presId="urn:microsoft.com/office/officeart/2005/8/layout/process1"/>
    <dgm:cxn modelId="{E11BF052-7E6A-42CE-BBBD-BBB1EA414F41}" type="presParOf" srcId="{549AF04C-EDFD-441C-9AC4-04520D3DD2BE}" destId="{348BCF4A-B114-40CB-8DBE-7D4B64E4F839}" srcOrd="9" destOrd="0" presId="urn:microsoft.com/office/officeart/2005/8/layout/process1"/>
    <dgm:cxn modelId="{328769AA-5CE0-4994-A5F2-76D953482401}" type="presParOf" srcId="{348BCF4A-B114-40CB-8DBE-7D4B64E4F839}" destId="{3855B2EC-B918-42EF-AA15-A71D7ED71C6D}" srcOrd="0" destOrd="0" presId="urn:microsoft.com/office/officeart/2005/8/layout/process1"/>
    <dgm:cxn modelId="{B047F62B-180B-4684-95B8-F11D5AFDA4E4}" type="presParOf" srcId="{549AF04C-EDFD-441C-9AC4-04520D3DD2BE}" destId="{C34A082D-6009-4555-B202-AF1432FD2344}" srcOrd="10" destOrd="0" presId="urn:microsoft.com/office/officeart/2005/8/layout/process1"/>
    <dgm:cxn modelId="{CDCD0494-8116-4077-9A08-2F2CC279F0D5}" type="presParOf" srcId="{549AF04C-EDFD-441C-9AC4-04520D3DD2BE}" destId="{F836578C-CCC1-4604-83A7-B0B28B30C4A1}" srcOrd="11" destOrd="0" presId="urn:microsoft.com/office/officeart/2005/8/layout/process1"/>
    <dgm:cxn modelId="{2F2D22AE-B4EC-470C-BD20-15131DBB9BFD}" type="presParOf" srcId="{F836578C-CCC1-4604-83A7-B0B28B30C4A1}" destId="{4BE40AB9-C5C3-47F4-A9FD-A1042F1593DB}" srcOrd="0" destOrd="0" presId="urn:microsoft.com/office/officeart/2005/8/layout/process1"/>
    <dgm:cxn modelId="{B1A467C3-A192-44EA-B3FE-64FB5974E866}" type="presParOf" srcId="{549AF04C-EDFD-441C-9AC4-04520D3DD2BE}" destId="{9EDF00FD-3EEA-40E1-8BFB-9B03C9944DF4}" srcOrd="12" destOrd="0" presId="urn:microsoft.com/office/officeart/2005/8/layout/process1"/>
    <dgm:cxn modelId="{1CADB8E0-BF79-44A5-84B9-17F54887C5C0}" type="presParOf" srcId="{549AF04C-EDFD-441C-9AC4-04520D3DD2BE}" destId="{90454B4E-3E17-49CB-BB34-920EB6DB5192}" srcOrd="13" destOrd="0" presId="urn:microsoft.com/office/officeart/2005/8/layout/process1"/>
    <dgm:cxn modelId="{262CA01F-2F2E-44F0-A5EE-539CB1E247F1}" type="presParOf" srcId="{90454B4E-3E17-49CB-BB34-920EB6DB5192}" destId="{307754AC-478B-4946-B9CD-2868EF26BBDC}" srcOrd="0" destOrd="0" presId="urn:microsoft.com/office/officeart/2005/8/layout/process1"/>
    <dgm:cxn modelId="{8A47DFE9-82C4-4FED-80E8-9758AE0F29CA}" type="presParOf" srcId="{549AF04C-EDFD-441C-9AC4-04520D3DD2BE}" destId="{BFE2D2CB-629C-460D-8AB8-47945518ED2B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3A165D-3E99-40F6-B4BD-A7245616DFA1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</dgm:pt>
    <dgm:pt modelId="{B8F8860A-3038-4EFC-BA9A-734839D1DE97}">
      <dgm:prSet phldrT="[Text]"/>
      <dgm:spPr/>
      <dgm:t>
        <a:bodyPr/>
        <a:lstStyle/>
        <a:p>
          <a:r>
            <a:rPr lang="en-US" b="1" i="0" dirty="0"/>
            <a:t>Initiation Phase</a:t>
          </a:r>
          <a:endParaRPr lang="en-US" dirty="0"/>
        </a:p>
      </dgm:t>
    </dgm:pt>
    <dgm:pt modelId="{EC6CE10B-5DCB-463A-AB0E-667B49C32E4D}" type="parTrans" cxnId="{F3ABA5BE-6E0E-4A23-A5E7-01C302FA0F66}">
      <dgm:prSet/>
      <dgm:spPr/>
      <dgm:t>
        <a:bodyPr/>
        <a:lstStyle/>
        <a:p>
          <a:endParaRPr lang="en-US"/>
        </a:p>
      </dgm:t>
    </dgm:pt>
    <dgm:pt modelId="{CB66B785-7925-461D-868A-6EFCF6417364}" type="sibTrans" cxnId="{F3ABA5BE-6E0E-4A23-A5E7-01C302FA0F66}">
      <dgm:prSet/>
      <dgm:spPr/>
      <dgm:t>
        <a:bodyPr/>
        <a:lstStyle/>
        <a:p>
          <a:endParaRPr lang="en-US"/>
        </a:p>
      </dgm:t>
    </dgm:pt>
    <dgm:pt modelId="{17DA61F8-9F94-4DF7-8C90-CC86A5459502}">
      <dgm:prSet phldrT="[Text]"/>
      <dgm:spPr/>
      <dgm:t>
        <a:bodyPr/>
        <a:lstStyle/>
        <a:p>
          <a:r>
            <a:rPr lang="en-US" b="1" i="0" dirty="0"/>
            <a:t>Planning Phase</a:t>
          </a:r>
          <a:endParaRPr lang="en-US" dirty="0"/>
        </a:p>
      </dgm:t>
    </dgm:pt>
    <dgm:pt modelId="{2426FAC8-DA2E-41EA-BDA2-F04A23D6A053}" type="parTrans" cxnId="{A9FEB8E6-4FA0-4EF8-8368-057F43B709F5}">
      <dgm:prSet/>
      <dgm:spPr/>
      <dgm:t>
        <a:bodyPr/>
        <a:lstStyle/>
        <a:p>
          <a:endParaRPr lang="en-US"/>
        </a:p>
      </dgm:t>
    </dgm:pt>
    <dgm:pt modelId="{39282CAC-871C-466A-AD52-680CBBD17B8A}" type="sibTrans" cxnId="{A9FEB8E6-4FA0-4EF8-8368-057F43B709F5}">
      <dgm:prSet/>
      <dgm:spPr/>
      <dgm:t>
        <a:bodyPr/>
        <a:lstStyle/>
        <a:p>
          <a:endParaRPr lang="en-US"/>
        </a:p>
      </dgm:t>
    </dgm:pt>
    <dgm:pt modelId="{D7C41D13-5B25-4DD1-B0DA-7B37AB543647}">
      <dgm:prSet phldrT="[Text]"/>
      <dgm:spPr/>
      <dgm:t>
        <a:bodyPr/>
        <a:lstStyle/>
        <a:p>
          <a:r>
            <a:rPr lang="en-US" b="1" i="0" dirty="0"/>
            <a:t>Analysis Phase</a:t>
          </a:r>
          <a:endParaRPr lang="en-US" dirty="0"/>
        </a:p>
      </dgm:t>
    </dgm:pt>
    <dgm:pt modelId="{3F9552C3-19E1-41A7-BFCC-7105C4F55A14}" type="parTrans" cxnId="{559500D9-D9A6-43F2-8239-B8500E115866}">
      <dgm:prSet/>
      <dgm:spPr/>
      <dgm:t>
        <a:bodyPr/>
        <a:lstStyle/>
        <a:p>
          <a:endParaRPr lang="en-US"/>
        </a:p>
      </dgm:t>
    </dgm:pt>
    <dgm:pt modelId="{67D33DD9-1B17-4A13-96A6-EEA33FBE5CD1}" type="sibTrans" cxnId="{559500D9-D9A6-43F2-8239-B8500E115866}">
      <dgm:prSet/>
      <dgm:spPr/>
      <dgm:t>
        <a:bodyPr/>
        <a:lstStyle/>
        <a:p>
          <a:endParaRPr lang="en-US"/>
        </a:p>
      </dgm:t>
    </dgm:pt>
    <dgm:pt modelId="{79739C99-5733-45CA-8AD9-80D557619B87}">
      <dgm:prSet/>
      <dgm:spPr/>
      <dgm:t>
        <a:bodyPr/>
        <a:lstStyle/>
        <a:p>
          <a:r>
            <a:rPr lang="en-US" b="1" i="0"/>
            <a:t>Design Phase</a:t>
          </a:r>
          <a:endParaRPr lang="en-US"/>
        </a:p>
      </dgm:t>
    </dgm:pt>
    <dgm:pt modelId="{A9CA8E43-4090-4C55-84DB-0895294F82CD}" type="parTrans" cxnId="{B565BBCF-456E-43D6-BCEC-50DD837E6D31}">
      <dgm:prSet/>
      <dgm:spPr/>
      <dgm:t>
        <a:bodyPr/>
        <a:lstStyle/>
        <a:p>
          <a:endParaRPr lang="en-US"/>
        </a:p>
      </dgm:t>
    </dgm:pt>
    <dgm:pt modelId="{9588485D-3E5D-46E0-B2B0-81CDB4AB31A4}" type="sibTrans" cxnId="{B565BBCF-456E-43D6-BCEC-50DD837E6D31}">
      <dgm:prSet/>
      <dgm:spPr/>
      <dgm:t>
        <a:bodyPr/>
        <a:lstStyle/>
        <a:p>
          <a:endParaRPr lang="en-US"/>
        </a:p>
      </dgm:t>
    </dgm:pt>
    <dgm:pt modelId="{AF170E60-57B6-4023-9F7C-B2D91C05B3C7}">
      <dgm:prSet/>
      <dgm:spPr/>
      <dgm:t>
        <a:bodyPr/>
        <a:lstStyle/>
        <a:p>
          <a:r>
            <a:rPr lang="en-US" b="1" i="0" dirty="0"/>
            <a:t>Development Phase</a:t>
          </a:r>
          <a:endParaRPr lang="en-US" dirty="0"/>
        </a:p>
      </dgm:t>
    </dgm:pt>
    <dgm:pt modelId="{149BECF8-6C99-449D-A8FC-AD3025E4C40D}" type="parTrans" cxnId="{A916252D-3188-468F-8F85-FE7D4CE3C06D}">
      <dgm:prSet/>
      <dgm:spPr/>
      <dgm:t>
        <a:bodyPr/>
        <a:lstStyle/>
        <a:p>
          <a:endParaRPr lang="en-US"/>
        </a:p>
      </dgm:t>
    </dgm:pt>
    <dgm:pt modelId="{59687841-1013-4AB5-8AFE-9CCD012D4AAE}" type="sibTrans" cxnId="{A916252D-3188-468F-8F85-FE7D4CE3C06D}">
      <dgm:prSet/>
      <dgm:spPr/>
      <dgm:t>
        <a:bodyPr/>
        <a:lstStyle/>
        <a:p>
          <a:endParaRPr lang="en-US"/>
        </a:p>
      </dgm:t>
    </dgm:pt>
    <dgm:pt modelId="{7815CD87-04B1-4AC8-9F2E-82337BB51B4C}">
      <dgm:prSet/>
      <dgm:spPr/>
      <dgm:t>
        <a:bodyPr/>
        <a:lstStyle/>
        <a:p>
          <a:r>
            <a:rPr lang="en-US" b="1" i="0"/>
            <a:t>Testing Phase</a:t>
          </a:r>
          <a:endParaRPr lang="en-US"/>
        </a:p>
      </dgm:t>
    </dgm:pt>
    <dgm:pt modelId="{EC32B22A-7146-4095-888A-B5B7BA8D03E2}" type="parTrans" cxnId="{D7C2679A-1C60-4B00-B05F-F6B49CD76BF4}">
      <dgm:prSet/>
      <dgm:spPr/>
      <dgm:t>
        <a:bodyPr/>
        <a:lstStyle/>
        <a:p>
          <a:endParaRPr lang="en-US"/>
        </a:p>
      </dgm:t>
    </dgm:pt>
    <dgm:pt modelId="{0D7050C2-5543-482F-B1AD-F1084883850A}" type="sibTrans" cxnId="{D7C2679A-1C60-4B00-B05F-F6B49CD76BF4}">
      <dgm:prSet/>
      <dgm:spPr/>
      <dgm:t>
        <a:bodyPr/>
        <a:lstStyle/>
        <a:p>
          <a:endParaRPr lang="en-US"/>
        </a:p>
      </dgm:t>
    </dgm:pt>
    <dgm:pt modelId="{752786CF-D1B1-4E39-8345-8C09B67A7ED9}">
      <dgm:prSet/>
      <dgm:spPr/>
      <dgm:t>
        <a:bodyPr/>
        <a:lstStyle/>
        <a:p>
          <a:r>
            <a:rPr lang="en-US" b="1" i="0" dirty="0"/>
            <a:t>Deployment Phase</a:t>
          </a:r>
          <a:endParaRPr lang="en-US" dirty="0"/>
        </a:p>
      </dgm:t>
    </dgm:pt>
    <dgm:pt modelId="{26F8176D-4B27-435A-8850-962246F82ED1}" type="parTrans" cxnId="{5F27FF48-A106-4C46-A6A5-315188B2DBB3}">
      <dgm:prSet/>
      <dgm:spPr/>
      <dgm:t>
        <a:bodyPr/>
        <a:lstStyle/>
        <a:p>
          <a:endParaRPr lang="en-US"/>
        </a:p>
      </dgm:t>
    </dgm:pt>
    <dgm:pt modelId="{1E76334B-C557-4D2B-80A0-F069106D3E36}" type="sibTrans" cxnId="{5F27FF48-A106-4C46-A6A5-315188B2DBB3}">
      <dgm:prSet/>
      <dgm:spPr/>
      <dgm:t>
        <a:bodyPr/>
        <a:lstStyle/>
        <a:p>
          <a:endParaRPr lang="en-US"/>
        </a:p>
      </dgm:t>
    </dgm:pt>
    <dgm:pt modelId="{BA997A55-0CBD-4D84-B2B4-A4F5779B6BAE}">
      <dgm:prSet/>
      <dgm:spPr/>
      <dgm:t>
        <a:bodyPr/>
        <a:lstStyle/>
        <a:p>
          <a:r>
            <a:rPr lang="en-US" b="1" i="0" dirty="0"/>
            <a:t>Maintenance Phase</a:t>
          </a:r>
          <a:endParaRPr lang="en-US" dirty="0"/>
        </a:p>
      </dgm:t>
    </dgm:pt>
    <dgm:pt modelId="{53771C47-51B6-4CC6-957C-F0DD4C3CA85C}" type="parTrans" cxnId="{C7BF1D29-54FE-4A83-B537-C40966024EB1}">
      <dgm:prSet/>
      <dgm:spPr/>
      <dgm:t>
        <a:bodyPr/>
        <a:lstStyle/>
        <a:p>
          <a:endParaRPr lang="en-US"/>
        </a:p>
      </dgm:t>
    </dgm:pt>
    <dgm:pt modelId="{805DF2FC-4C80-451B-AF79-CEA640C700C4}" type="sibTrans" cxnId="{C7BF1D29-54FE-4A83-B537-C40966024EB1}">
      <dgm:prSet/>
      <dgm:spPr/>
      <dgm:t>
        <a:bodyPr/>
        <a:lstStyle/>
        <a:p>
          <a:endParaRPr lang="en-US"/>
        </a:p>
      </dgm:t>
    </dgm:pt>
    <dgm:pt modelId="{549AF04C-EDFD-441C-9AC4-04520D3DD2BE}" type="pres">
      <dgm:prSet presAssocID="{CC3A165D-3E99-40F6-B4BD-A7245616DFA1}" presName="Name0" presStyleCnt="0">
        <dgm:presLayoutVars>
          <dgm:dir/>
          <dgm:resizeHandles val="exact"/>
        </dgm:presLayoutVars>
      </dgm:prSet>
      <dgm:spPr/>
    </dgm:pt>
    <dgm:pt modelId="{03832A67-9DE3-4A71-8287-128DFACB7863}" type="pres">
      <dgm:prSet presAssocID="{B8F8860A-3038-4EFC-BA9A-734839D1DE97}" presName="node" presStyleLbl="node1" presStyleIdx="0" presStyleCnt="8">
        <dgm:presLayoutVars>
          <dgm:bulletEnabled val="1"/>
        </dgm:presLayoutVars>
      </dgm:prSet>
      <dgm:spPr/>
    </dgm:pt>
    <dgm:pt modelId="{035326DE-B0BD-4EE6-826C-A4CD7E211875}" type="pres">
      <dgm:prSet presAssocID="{CB66B785-7925-461D-868A-6EFCF6417364}" presName="sibTrans" presStyleLbl="sibTrans2D1" presStyleIdx="0" presStyleCnt="7"/>
      <dgm:spPr/>
    </dgm:pt>
    <dgm:pt modelId="{60505FB5-D39E-4AA6-BF8F-F755211FC12C}" type="pres">
      <dgm:prSet presAssocID="{CB66B785-7925-461D-868A-6EFCF6417364}" presName="connectorText" presStyleLbl="sibTrans2D1" presStyleIdx="0" presStyleCnt="7"/>
      <dgm:spPr/>
    </dgm:pt>
    <dgm:pt modelId="{8FC030CC-C2AA-43F8-8BC0-8D937FAA2765}" type="pres">
      <dgm:prSet presAssocID="{17DA61F8-9F94-4DF7-8C90-CC86A5459502}" presName="node" presStyleLbl="node1" presStyleIdx="1" presStyleCnt="8">
        <dgm:presLayoutVars>
          <dgm:bulletEnabled val="1"/>
        </dgm:presLayoutVars>
      </dgm:prSet>
      <dgm:spPr/>
    </dgm:pt>
    <dgm:pt modelId="{1E03857D-1BF0-45A6-87F0-92113FC3765F}" type="pres">
      <dgm:prSet presAssocID="{39282CAC-871C-466A-AD52-680CBBD17B8A}" presName="sibTrans" presStyleLbl="sibTrans2D1" presStyleIdx="1" presStyleCnt="7"/>
      <dgm:spPr/>
    </dgm:pt>
    <dgm:pt modelId="{7B23A071-777D-4868-B968-1AF33EA97709}" type="pres">
      <dgm:prSet presAssocID="{39282CAC-871C-466A-AD52-680CBBD17B8A}" presName="connectorText" presStyleLbl="sibTrans2D1" presStyleIdx="1" presStyleCnt="7"/>
      <dgm:spPr/>
    </dgm:pt>
    <dgm:pt modelId="{E6740E45-44D5-4EF1-AAD8-900E4137F795}" type="pres">
      <dgm:prSet presAssocID="{D7C41D13-5B25-4DD1-B0DA-7B37AB543647}" presName="node" presStyleLbl="node1" presStyleIdx="2" presStyleCnt="8">
        <dgm:presLayoutVars>
          <dgm:bulletEnabled val="1"/>
        </dgm:presLayoutVars>
      </dgm:prSet>
      <dgm:spPr/>
    </dgm:pt>
    <dgm:pt modelId="{839CC336-BA96-43E8-B4AE-DF91DE6CAE6E}" type="pres">
      <dgm:prSet presAssocID="{67D33DD9-1B17-4A13-96A6-EEA33FBE5CD1}" presName="sibTrans" presStyleLbl="sibTrans2D1" presStyleIdx="2" presStyleCnt="7"/>
      <dgm:spPr/>
    </dgm:pt>
    <dgm:pt modelId="{5F39CA60-75DA-4E66-9967-192B681C53E2}" type="pres">
      <dgm:prSet presAssocID="{67D33DD9-1B17-4A13-96A6-EEA33FBE5CD1}" presName="connectorText" presStyleLbl="sibTrans2D1" presStyleIdx="2" presStyleCnt="7"/>
      <dgm:spPr/>
    </dgm:pt>
    <dgm:pt modelId="{BFC769C1-B910-44FE-A50D-69011B4A35AD}" type="pres">
      <dgm:prSet presAssocID="{79739C99-5733-45CA-8AD9-80D557619B87}" presName="node" presStyleLbl="node1" presStyleIdx="3" presStyleCnt="8">
        <dgm:presLayoutVars>
          <dgm:bulletEnabled val="1"/>
        </dgm:presLayoutVars>
      </dgm:prSet>
      <dgm:spPr/>
    </dgm:pt>
    <dgm:pt modelId="{B0A9185C-9075-473F-9C21-7280C31CD1AE}" type="pres">
      <dgm:prSet presAssocID="{9588485D-3E5D-46E0-B2B0-81CDB4AB31A4}" presName="sibTrans" presStyleLbl="sibTrans2D1" presStyleIdx="3" presStyleCnt="7"/>
      <dgm:spPr/>
    </dgm:pt>
    <dgm:pt modelId="{CB07BCD3-869D-46E6-B07B-05F3FCBF53DE}" type="pres">
      <dgm:prSet presAssocID="{9588485D-3E5D-46E0-B2B0-81CDB4AB31A4}" presName="connectorText" presStyleLbl="sibTrans2D1" presStyleIdx="3" presStyleCnt="7"/>
      <dgm:spPr/>
    </dgm:pt>
    <dgm:pt modelId="{BDA13CE1-6166-4051-A804-1A14F29A9A00}" type="pres">
      <dgm:prSet presAssocID="{AF170E60-57B6-4023-9F7C-B2D91C05B3C7}" presName="node" presStyleLbl="node1" presStyleIdx="4" presStyleCnt="8">
        <dgm:presLayoutVars>
          <dgm:bulletEnabled val="1"/>
        </dgm:presLayoutVars>
      </dgm:prSet>
      <dgm:spPr/>
    </dgm:pt>
    <dgm:pt modelId="{348BCF4A-B114-40CB-8DBE-7D4B64E4F839}" type="pres">
      <dgm:prSet presAssocID="{59687841-1013-4AB5-8AFE-9CCD012D4AAE}" presName="sibTrans" presStyleLbl="sibTrans2D1" presStyleIdx="4" presStyleCnt="7"/>
      <dgm:spPr/>
    </dgm:pt>
    <dgm:pt modelId="{3855B2EC-B918-42EF-AA15-A71D7ED71C6D}" type="pres">
      <dgm:prSet presAssocID="{59687841-1013-4AB5-8AFE-9CCD012D4AAE}" presName="connectorText" presStyleLbl="sibTrans2D1" presStyleIdx="4" presStyleCnt="7"/>
      <dgm:spPr/>
    </dgm:pt>
    <dgm:pt modelId="{C34A082D-6009-4555-B202-AF1432FD2344}" type="pres">
      <dgm:prSet presAssocID="{7815CD87-04B1-4AC8-9F2E-82337BB51B4C}" presName="node" presStyleLbl="node1" presStyleIdx="5" presStyleCnt="8">
        <dgm:presLayoutVars>
          <dgm:bulletEnabled val="1"/>
        </dgm:presLayoutVars>
      </dgm:prSet>
      <dgm:spPr/>
    </dgm:pt>
    <dgm:pt modelId="{F836578C-CCC1-4604-83A7-B0B28B30C4A1}" type="pres">
      <dgm:prSet presAssocID="{0D7050C2-5543-482F-B1AD-F1084883850A}" presName="sibTrans" presStyleLbl="sibTrans2D1" presStyleIdx="5" presStyleCnt="7"/>
      <dgm:spPr/>
    </dgm:pt>
    <dgm:pt modelId="{4BE40AB9-C5C3-47F4-A9FD-A1042F1593DB}" type="pres">
      <dgm:prSet presAssocID="{0D7050C2-5543-482F-B1AD-F1084883850A}" presName="connectorText" presStyleLbl="sibTrans2D1" presStyleIdx="5" presStyleCnt="7"/>
      <dgm:spPr/>
    </dgm:pt>
    <dgm:pt modelId="{9EDF00FD-3EEA-40E1-8BFB-9B03C9944DF4}" type="pres">
      <dgm:prSet presAssocID="{752786CF-D1B1-4E39-8345-8C09B67A7ED9}" presName="node" presStyleLbl="node1" presStyleIdx="6" presStyleCnt="8">
        <dgm:presLayoutVars>
          <dgm:bulletEnabled val="1"/>
        </dgm:presLayoutVars>
      </dgm:prSet>
      <dgm:spPr/>
    </dgm:pt>
    <dgm:pt modelId="{90454B4E-3E17-49CB-BB34-920EB6DB5192}" type="pres">
      <dgm:prSet presAssocID="{1E76334B-C557-4D2B-80A0-F069106D3E36}" presName="sibTrans" presStyleLbl="sibTrans2D1" presStyleIdx="6" presStyleCnt="7"/>
      <dgm:spPr/>
    </dgm:pt>
    <dgm:pt modelId="{307754AC-478B-4946-B9CD-2868EF26BBDC}" type="pres">
      <dgm:prSet presAssocID="{1E76334B-C557-4D2B-80A0-F069106D3E36}" presName="connectorText" presStyleLbl="sibTrans2D1" presStyleIdx="6" presStyleCnt="7"/>
      <dgm:spPr/>
    </dgm:pt>
    <dgm:pt modelId="{BFE2D2CB-629C-460D-8AB8-47945518ED2B}" type="pres">
      <dgm:prSet presAssocID="{BA997A55-0CBD-4D84-B2B4-A4F5779B6BAE}" presName="node" presStyleLbl="node1" presStyleIdx="7" presStyleCnt="8">
        <dgm:presLayoutVars>
          <dgm:bulletEnabled val="1"/>
        </dgm:presLayoutVars>
      </dgm:prSet>
      <dgm:spPr/>
    </dgm:pt>
  </dgm:ptLst>
  <dgm:cxnLst>
    <dgm:cxn modelId="{B602E502-A763-4C17-A51E-06EAE004B3C3}" type="presOf" srcId="{752786CF-D1B1-4E39-8345-8C09B67A7ED9}" destId="{9EDF00FD-3EEA-40E1-8BFB-9B03C9944DF4}" srcOrd="0" destOrd="0" presId="urn:microsoft.com/office/officeart/2005/8/layout/process1"/>
    <dgm:cxn modelId="{4F1E2713-E5C4-45D1-9707-DFFE263DB15C}" type="presOf" srcId="{1E76334B-C557-4D2B-80A0-F069106D3E36}" destId="{307754AC-478B-4946-B9CD-2868EF26BBDC}" srcOrd="1" destOrd="0" presId="urn:microsoft.com/office/officeart/2005/8/layout/process1"/>
    <dgm:cxn modelId="{8C3E0917-A2DD-43FF-9247-4C01C5589DA1}" type="presOf" srcId="{D7C41D13-5B25-4DD1-B0DA-7B37AB543647}" destId="{E6740E45-44D5-4EF1-AAD8-900E4137F795}" srcOrd="0" destOrd="0" presId="urn:microsoft.com/office/officeart/2005/8/layout/process1"/>
    <dgm:cxn modelId="{6DDCFE1C-1E70-4785-BAC0-802D8698B10A}" type="presOf" srcId="{67D33DD9-1B17-4A13-96A6-EEA33FBE5CD1}" destId="{5F39CA60-75DA-4E66-9967-192B681C53E2}" srcOrd="1" destOrd="0" presId="urn:microsoft.com/office/officeart/2005/8/layout/process1"/>
    <dgm:cxn modelId="{C7BF1D29-54FE-4A83-B537-C40966024EB1}" srcId="{CC3A165D-3E99-40F6-B4BD-A7245616DFA1}" destId="{BA997A55-0CBD-4D84-B2B4-A4F5779B6BAE}" srcOrd="7" destOrd="0" parTransId="{53771C47-51B6-4CC6-957C-F0DD4C3CA85C}" sibTransId="{805DF2FC-4C80-451B-AF79-CEA640C700C4}"/>
    <dgm:cxn modelId="{A916252D-3188-468F-8F85-FE7D4CE3C06D}" srcId="{CC3A165D-3E99-40F6-B4BD-A7245616DFA1}" destId="{AF170E60-57B6-4023-9F7C-B2D91C05B3C7}" srcOrd="4" destOrd="0" parTransId="{149BECF8-6C99-449D-A8FC-AD3025E4C40D}" sibTransId="{59687841-1013-4AB5-8AFE-9CCD012D4AAE}"/>
    <dgm:cxn modelId="{6A496939-5BBE-4FA7-8674-173DACB6E054}" type="presOf" srcId="{9588485D-3E5D-46E0-B2B0-81CDB4AB31A4}" destId="{B0A9185C-9075-473F-9C21-7280C31CD1AE}" srcOrd="0" destOrd="0" presId="urn:microsoft.com/office/officeart/2005/8/layout/process1"/>
    <dgm:cxn modelId="{7DF0293C-3050-4D12-A9BB-6C39A8ACEB61}" type="presOf" srcId="{39282CAC-871C-466A-AD52-680CBBD17B8A}" destId="{1E03857D-1BF0-45A6-87F0-92113FC3765F}" srcOrd="0" destOrd="0" presId="urn:microsoft.com/office/officeart/2005/8/layout/process1"/>
    <dgm:cxn modelId="{105C2B60-7C71-4900-A59F-77D8E93D4F10}" type="presOf" srcId="{79739C99-5733-45CA-8AD9-80D557619B87}" destId="{BFC769C1-B910-44FE-A50D-69011B4A35AD}" srcOrd="0" destOrd="0" presId="urn:microsoft.com/office/officeart/2005/8/layout/process1"/>
    <dgm:cxn modelId="{50272063-6BD9-49C5-8B7C-8C0BCB34CFDD}" type="presOf" srcId="{17DA61F8-9F94-4DF7-8C90-CC86A5459502}" destId="{8FC030CC-C2AA-43F8-8BC0-8D937FAA2765}" srcOrd="0" destOrd="0" presId="urn:microsoft.com/office/officeart/2005/8/layout/process1"/>
    <dgm:cxn modelId="{19381D68-3437-4686-9AE7-53CF9AE351D0}" type="presOf" srcId="{7815CD87-04B1-4AC8-9F2E-82337BB51B4C}" destId="{C34A082D-6009-4555-B202-AF1432FD2344}" srcOrd="0" destOrd="0" presId="urn:microsoft.com/office/officeart/2005/8/layout/process1"/>
    <dgm:cxn modelId="{5F27FF48-A106-4C46-A6A5-315188B2DBB3}" srcId="{CC3A165D-3E99-40F6-B4BD-A7245616DFA1}" destId="{752786CF-D1B1-4E39-8345-8C09B67A7ED9}" srcOrd="6" destOrd="0" parTransId="{26F8176D-4B27-435A-8850-962246F82ED1}" sibTransId="{1E76334B-C557-4D2B-80A0-F069106D3E36}"/>
    <dgm:cxn modelId="{C3F29E6B-9D51-46E4-9F8B-DC5A6D56639B}" type="presOf" srcId="{9588485D-3E5D-46E0-B2B0-81CDB4AB31A4}" destId="{CB07BCD3-869D-46E6-B07B-05F3FCBF53DE}" srcOrd="1" destOrd="0" presId="urn:microsoft.com/office/officeart/2005/8/layout/process1"/>
    <dgm:cxn modelId="{3EA13E74-C9F7-486D-B44B-62445894B392}" type="presOf" srcId="{59687841-1013-4AB5-8AFE-9CCD012D4AAE}" destId="{3855B2EC-B918-42EF-AA15-A71D7ED71C6D}" srcOrd="1" destOrd="0" presId="urn:microsoft.com/office/officeart/2005/8/layout/process1"/>
    <dgm:cxn modelId="{E6FE3176-627C-4480-912C-B3E5F826F0E0}" type="presOf" srcId="{BA997A55-0CBD-4D84-B2B4-A4F5779B6BAE}" destId="{BFE2D2CB-629C-460D-8AB8-47945518ED2B}" srcOrd="0" destOrd="0" presId="urn:microsoft.com/office/officeart/2005/8/layout/process1"/>
    <dgm:cxn modelId="{7A2E8179-CD74-4051-9C2A-AAA2F3893698}" type="presOf" srcId="{CB66B785-7925-461D-868A-6EFCF6417364}" destId="{035326DE-B0BD-4EE6-826C-A4CD7E211875}" srcOrd="0" destOrd="0" presId="urn:microsoft.com/office/officeart/2005/8/layout/process1"/>
    <dgm:cxn modelId="{9AA94D83-DF58-446C-84B4-A4B31772CEC8}" type="presOf" srcId="{67D33DD9-1B17-4A13-96A6-EEA33FBE5CD1}" destId="{839CC336-BA96-43E8-B4AE-DF91DE6CAE6E}" srcOrd="0" destOrd="0" presId="urn:microsoft.com/office/officeart/2005/8/layout/process1"/>
    <dgm:cxn modelId="{95A48085-E07D-40F4-93D4-3D2DC91D35A3}" type="presOf" srcId="{0D7050C2-5543-482F-B1AD-F1084883850A}" destId="{4BE40AB9-C5C3-47F4-A9FD-A1042F1593DB}" srcOrd="1" destOrd="0" presId="urn:microsoft.com/office/officeart/2005/8/layout/process1"/>
    <dgm:cxn modelId="{46A0D08E-943F-4978-9F98-4D1D0600C6DD}" type="presOf" srcId="{1E76334B-C557-4D2B-80A0-F069106D3E36}" destId="{90454B4E-3E17-49CB-BB34-920EB6DB5192}" srcOrd="0" destOrd="0" presId="urn:microsoft.com/office/officeart/2005/8/layout/process1"/>
    <dgm:cxn modelId="{04B5F78E-6BEA-47A2-9C84-E9F5E62BA6A3}" type="presOf" srcId="{0D7050C2-5543-482F-B1AD-F1084883850A}" destId="{F836578C-CCC1-4604-83A7-B0B28B30C4A1}" srcOrd="0" destOrd="0" presId="urn:microsoft.com/office/officeart/2005/8/layout/process1"/>
    <dgm:cxn modelId="{D7C2679A-1C60-4B00-B05F-F6B49CD76BF4}" srcId="{CC3A165D-3E99-40F6-B4BD-A7245616DFA1}" destId="{7815CD87-04B1-4AC8-9F2E-82337BB51B4C}" srcOrd="5" destOrd="0" parTransId="{EC32B22A-7146-4095-888A-B5B7BA8D03E2}" sibTransId="{0D7050C2-5543-482F-B1AD-F1084883850A}"/>
    <dgm:cxn modelId="{A0E0FB9F-25E4-4D86-BF48-254C9CE37926}" type="presOf" srcId="{AF170E60-57B6-4023-9F7C-B2D91C05B3C7}" destId="{BDA13CE1-6166-4051-A804-1A14F29A9A00}" srcOrd="0" destOrd="0" presId="urn:microsoft.com/office/officeart/2005/8/layout/process1"/>
    <dgm:cxn modelId="{A6B532A5-0EB7-4E61-86C1-5A69CDE9A506}" type="presOf" srcId="{39282CAC-871C-466A-AD52-680CBBD17B8A}" destId="{7B23A071-777D-4868-B968-1AF33EA97709}" srcOrd="1" destOrd="0" presId="urn:microsoft.com/office/officeart/2005/8/layout/process1"/>
    <dgm:cxn modelId="{CF3B09B0-3DFD-4E58-B0DE-9CE764030F59}" type="presOf" srcId="{CC3A165D-3E99-40F6-B4BD-A7245616DFA1}" destId="{549AF04C-EDFD-441C-9AC4-04520D3DD2BE}" srcOrd="0" destOrd="0" presId="urn:microsoft.com/office/officeart/2005/8/layout/process1"/>
    <dgm:cxn modelId="{F3ABA5BE-6E0E-4A23-A5E7-01C302FA0F66}" srcId="{CC3A165D-3E99-40F6-B4BD-A7245616DFA1}" destId="{B8F8860A-3038-4EFC-BA9A-734839D1DE97}" srcOrd="0" destOrd="0" parTransId="{EC6CE10B-5DCB-463A-AB0E-667B49C32E4D}" sibTransId="{CB66B785-7925-461D-868A-6EFCF6417364}"/>
    <dgm:cxn modelId="{B565BBCF-456E-43D6-BCEC-50DD837E6D31}" srcId="{CC3A165D-3E99-40F6-B4BD-A7245616DFA1}" destId="{79739C99-5733-45CA-8AD9-80D557619B87}" srcOrd="3" destOrd="0" parTransId="{A9CA8E43-4090-4C55-84DB-0895294F82CD}" sibTransId="{9588485D-3E5D-46E0-B2B0-81CDB4AB31A4}"/>
    <dgm:cxn modelId="{725E2FD4-C484-4D5F-A963-BCBFF4AF9273}" type="presOf" srcId="{CB66B785-7925-461D-868A-6EFCF6417364}" destId="{60505FB5-D39E-4AA6-BF8F-F755211FC12C}" srcOrd="1" destOrd="0" presId="urn:microsoft.com/office/officeart/2005/8/layout/process1"/>
    <dgm:cxn modelId="{559500D9-D9A6-43F2-8239-B8500E115866}" srcId="{CC3A165D-3E99-40F6-B4BD-A7245616DFA1}" destId="{D7C41D13-5B25-4DD1-B0DA-7B37AB543647}" srcOrd="2" destOrd="0" parTransId="{3F9552C3-19E1-41A7-BFCC-7105C4F55A14}" sibTransId="{67D33DD9-1B17-4A13-96A6-EEA33FBE5CD1}"/>
    <dgm:cxn modelId="{A9FEB8E6-4FA0-4EF8-8368-057F43B709F5}" srcId="{CC3A165D-3E99-40F6-B4BD-A7245616DFA1}" destId="{17DA61F8-9F94-4DF7-8C90-CC86A5459502}" srcOrd="1" destOrd="0" parTransId="{2426FAC8-DA2E-41EA-BDA2-F04A23D6A053}" sibTransId="{39282CAC-871C-466A-AD52-680CBBD17B8A}"/>
    <dgm:cxn modelId="{C1E746EA-617D-4619-9BCA-40B4696E7007}" type="presOf" srcId="{B8F8860A-3038-4EFC-BA9A-734839D1DE97}" destId="{03832A67-9DE3-4A71-8287-128DFACB7863}" srcOrd="0" destOrd="0" presId="urn:microsoft.com/office/officeart/2005/8/layout/process1"/>
    <dgm:cxn modelId="{C73BD4F8-898B-469D-98B5-F53CAE32BE46}" type="presOf" srcId="{59687841-1013-4AB5-8AFE-9CCD012D4AAE}" destId="{348BCF4A-B114-40CB-8DBE-7D4B64E4F839}" srcOrd="0" destOrd="0" presId="urn:microsoft.com/office/officeart/2005/8/layout/process1"/>
    <dgm:cxn modelId="{C7517402-BB78-4FAE-A3A5-F248468C4E19}" type="presParOf" srcId="{549AF04C-EDFD-441C-9AC4-04520D3DD2BE}" destId="{03832A67-9DE3-4A71-8287-128DFACB7863}" srcOrd="0" destOrd="0" presId="urn:microsoft.com/office/officeart/2005/8/layout/process1"/>
    <dgm:cxn modelId="{5E2780FF-77B3-4FBA-BFF0-4C1BE43C2684}" type="presParOf" srcId="{549AF04C-EDFD-441C-9AC4-04520D3DD2BE}" destId="{035326DE-B0BD-4EE6-826C-A4CD7E211875}" srcOrd="1" destOrd="0" presId="urn:microsoft.com/office/officeart/2005/8/layout/process1"/>
    <dgm:cxn modelId="{D5FDC098-DDC9-4BB1-B82D-355FEE4A8547}" type="presParOf" srcId="{035326DE-B0BD-4EE6-826C-A4CD7E211875}" destId="{60505FB5-D39E-4AA6-BF8F-F755211FC12C}" srcOrd="0" destOrd="0" presId="urn:microsoft.com/office/officeart/2005/8/layout/process1"/>
    <dgm:cxn modelId="{DF07CECD-1F86-4396-A338-0DB480224A01}" type="presParOf" srcId="{549AF04C-EDFD-441C-9AC4-04520D3DD2BE}" destId="{8FC030CC-C2AA-43F8-8BC0-8D937FAA2765}" srcOrd="2" destOrd="0" presId="urn:microsoft.com/office/officeart/2005/8/layout/process1"/>
    <dgm:cxn modelId="{336D103B-424F-4626-A0D6-088FD2BFCD84}" type="presParOf" srcId="{549AF04C-EDFD-441C-9AC4-04520D3DD2BE}" destId="{1E03857D-1BF0-45A6-87F0-92113FC3765F}" srcOrd="3" destOrd="0" presId="urn:microsoft.com/office/officeart/2005/8/layout/process1"/>
    <dgm:cxn modelId="{58D0DC2D-856E-43B2-8C25-ECAB14A128A3}" type="presParOf" srcId="{1E03857D-1BF0-45A6-87F0-92113FC3765F}" destId="{7B23A071-777D-4868-B968-1AF33EA97709}" srcOrd="0" destOrd="0" presId="urn:microsoft.com/office/officeart/2005/8/layout/process1"/>
    <dgm:cxn modelId="{DC66EEA5-90CD-4EB2-8538-BAE067F3A26E}" type="presParOf" srcId="{549AF04C-EDFD-441C-9AC4-04520D3DD2BE}" destId="{E6740E45-44D5-4EF1-AAD8-900E4137F795}" srcOrd="4" destOrd="0" presId="urn:microsoft.com/office/officeart/2005/8/layout/process1"/>
    <dgm:cxn modelId="{5A13DAFB-D025-4333-B967-7EC546911F7B}" type="presParOf" srcId="{549AF04C-EDFD-441C-9AC4-04520D3DD2BE}" destId="{839CC336-BA96-43E8-B4AE-DF91DE6CAE6E}" srcOrd="5" destOrd="0" presId="urn:microsoft.com/office/officeart/2005/8/layout/process1"/>
    <dgm:cxn modelId="{E4DE65C5-9AA5-41C9-884E-C111AAEBE08E}" type="presParOf" srcId="{839CC336-BA96-43E8-B4AE-DF91DE6CAE6E}" destId="{5F39CA60-75DA-4E66-9967-192B681C53E2}" srcOrd="0" destOrd="0" presId="urn:microsoft.com/office/officeart/2005/8/layout/process1"/>
    <dgm:cxn modelId="{FCA6ED7B-7076-4C33-AA5E-B5F08EEF4FBC}" type="presParOf" srcId="{549AF04C-EDFD-441C-9AC4-04520D3DD2BE}" destId="{BFC769C1-B910-44FE-A50D-69011B4A35AD}" srcOrd="6" destOrd="0" presId="urn:microsoft.com/office/officeart/2005/8/layout/process1"/>
    <dgm:cxn modelId="{9A80B86D-ADB0-498E-9172-0564C6C92981}" type="presParOf" srcId="{549AF04C-EDFD-441C-9AC4-04520D3DD2BE}" destId="{B0A9185C-9075-473F-9C21-7280C31CD1AE}" srcOrd="7" destOrd="0" presId="urn:microsoft.com/office/officeart/2005/8/layout/process1"/>
    <dgm:cxn modelId="{C06A859A-7927-439C-A5E9-E64DCA435995}" type="presParOf" srcId="{B0A9185C-9075-473F-9C21-7280C31CD1AE}" destId="{CB07BCD3-869D-46E6-B07B-05F3FCBF53DE}" srcOrd="0" destOrd="0" presId="urn:microsoft.com/office/officeart/2005/8/layout/process1"/>
    <dgm:cxn modelId="{15395DAC-04B4-4678-8471-2A8A0DDC4074}" type="presParOf" srcId="{549AF04C-EDFD-441C-9AC4-04520D3DD2BE}" destId="{BDA13CE1-6166-4051-A804-1A14F29A9A00}" srcOrd="8" destOrd="0" presId="urn:microsoft.com/office/officeart/2005/8/layout/process1"/>
    <dgm:cxn modelId="{E11BF052-7E6A-42CE-BBBD-BBB1EA414F41}" type="presParOf" srcId="{549AF04C-EDFD-441C-9AC4-04520D3DD2BE}" destId="{348BCF4A-B114-40CB-8DBE-7D4B64E4F839}" srcOrd="9" destOrd="0" presId="urn:microsoft.com/office/officeart/2005/8/layout/process1"/>
    <dgm:cxn modelId="{328769AA-5CE0-4994-A5F2-76D953482401}" type="presParOf" srcId="{348BCF4A-B114-40CB-8DBE-7D4B64E4F839}" destId="{3855B2EC-B918-42EF-AA15-A71D7ED71C6D}" srcOrd="0" destOrd="0" presId="urn:microsoft.com/office/officeart/2005/8/layout/process1"/>
    <dgm:cxn modelId="{B047F62B-180B-4684-95B8-F11D5AFDA4E4}" type="presParOf" srcId="{549AF04C-EDFD-441C-9AC4-04520D3DD2BE}" destId="{C34A082D-6009-4555-B202-AF1432FD2344}" srcOrd="10" destOrd="0" presId="urn:microsoft.com/office/officeart/2005/8/layout/process1"/>
    <dgm:cxn modelId="{CDCD0494-8116-4077-9A08-2F2CC279F0D5}" type="presParOf" srcId="{549AF04C-EDFD-441C-9AC4-04520D3DD2BE}" destId="{F836578C-CCC1-4604-83A7-B0B28B30C4A1}" srcOrd="11" destOrd="0" presId="urn:microsoft.com/office/officeart/2005/8/layout/process1"/>
    <dgm:cxn modelId="{2F2D22AE-B4EC-470C-BD20-15131DBB9BFD}" type="presParOf" srcId="{F836578C-CCC1-4604-83A7-B0B28B30C4A1}" destId="{4BE40AB9-C5C3-47F4-A9FD-A1042F1593DB}" srcOrd="0" destOrd="0" presId="urn:microsoft.com/office/officeart/2005/8/layout/process1"/>
    <dgm:cxn modelId="{B1A467C3-A192-44EA-B3FE-64FB5974E866}" type="presParOf" srcId="{549AF04C-EDFD-441C-9AC4-04520D3DD2BE}" destId="{9EDF00FD-3EEA-40E1-8BFB-9B03C9944DF4}" srcOrd="12" destOrd="0" presId="urn:microsoft.com/office/officeart/2005/8/layout/process1"/>
    <dgm:cxn modelId="{1CADB8E0-BF79-44A5-84B9-17F54887C5C0}" type="presParOf" srcId="{549AF04C-EDFD-441C-9AC4-04520D3DD2BE}" destId="{90454B4E-3E17-49CB-BB34-920EB6DB5192}" srcOrd="13" destOrd="0" presId="urn:microsoft.com/office/officeart/2005/8/layout/process1"/>
    <dgm:cxn modelId="{262CA01F-2F2E-44F0-A5EE-539CB1E247F1}" type="presParOf" srcId="{90454B4E-3E17-49CB-BB34-920EB6DB5192}" destId="{307754AC-478B-4946-B9CD-2868EF26BBDC}" srcOrd="0" destOrd="0" presId="urn:microsoft.com/office/officeart/2005/8/layout/process1"/>
    <dgm:cxn modelId="{8A47DFE9-82C4-4FED-80E8-9758AE0F29CA}" type="presParOf" srcId="{549AF04C-EDFD-441C-9AC4-04520D3DD2BE}" destId="{BFE2D2CB-629C-460D-8AB8-47945518ED2B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3A165D-3E99-40F6-B4BD-A7245616DFA1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</dgm:pt>
    <dgm:pt modelId="{B8F8860A-3038-4EFC-BA9A-734839D1DE97}">
      <dgm:prSet phldrT="[Text]"/>
      <dgm:spPr/>
      <dgm:t>
        <a:bodyPr/>
        <a:lstStyle/>
        <a:p>
          <a:r>
            <a:rPr lang="en-US" b="1" i="0" dirty="0"/>
            <a:t>Initiation Phase</a:t>
          </a:r>
          <a:endParaRPr lang="en-US" dirty="0"/>
        </a:p>
      </dgm:t>
    </dgm:pt>
    <dgm:pt modelId="{EC6CE10B-5DCB-463A-AB0E-667B49C32E4D}" type="parTrans" cxnId="{F3ABA5BE-6E0E-4A23-A5E7-01C302FA0F66}">
      <dgm:prSet/>
      <dgm:spPr/>
      <dgm:t>
        <a:bodyPr/>
        <a:lstStyle/>
        <a:p>
          <a:endParaRPr lang="en-US"/>
        </a:p>
      </dgm:t>
    </dgm:pt>
    <dgm:pt modelId="{CB66B785-7925-461D-868A-6EFCF6417364}" type="sibTrans" cxnId="{F3ABA5BE-6E0E-4A23-A5E7-01C302FA0F66}">
      <dgm:prSet/>
      <dgm:spPr/>
      <dgm:t>
        <a:bodyPr/>
        <a:lstStyle/>
        <a:p>
          <a:endParaRPr lang="en-US"/>
        </a:p>
      </dgm:t>
    </dgm:pt>
    <dgm:pt modelId="{17DA61F8-9F94-4DF7-8C90-CC86A5459502}">
      <dgm:prSet phldrT="[Text]"/>
      <dgm:spPr/>
      <dgm:t>
        <a:bodyPr/>
        <a:lstStyle/>
        <a:p>
          <a:r>
            <a:rPr lang="en-US" b="1" i="0" dirty="0"/>
            <a:t>Planning Phase</a:t>
          </a:r>
          <a:endParaRPr lang="en-US" dirty="0"/>
        </a:p>
      </dgm:t>
    </dgm:pt>
    <dgm:pt modelId="{2426FAC8-DA2E-41EA-BDA2-F04A23D6A053}" type="parTrans" cxnId="{A9FEB8E6-4FA0-4EF8-8368-057F43B709F5}">
      <dgm:prSet/>
      <dgm:spPr/>
      <dgm:t>
        <a:bodyPr/>
        <a:lstStyle/>
        <a:p>
          <a:endParaRPr lang="en-US"/>
        </a:p>
      </dgm:t>
    </dgm:pt>
    <dgm:pt modelId="{39282CAC-871C-466A-AD52-680CBBD17B8A}" type="sibTrans" cxnId="{A9FEB8E6-4FA0-4EF8-8368-057F43B709F5}">
      <dgm:prSet/>
      <dgm:spPr/>
      <dgm:t>
        <a:bodyPr/>
        <a:lstStyle/>
        <a:p>
          <a:endParaRPr lang="en-US"/>
        </a:p>
      </dgm:t>
    </dgm:pt>
    <dgm:pt modelId="{D7C41D13-5B25-4DD1-B0DA-7B37AB543647}">
      <dgm:prSet phldrT="[Text]"/>
      <dgm:spPr/>
      <dgm:t>
        <a:bodyPr/>
        <a:lstStyle/>
        <a:p>
          <a:r>
            <a:rPr lang="en-US" b="1" i="0" dirty="0"/>
            <a:t>Analysis Phase</a:t>
          </a:r>
          <a:endParaRPr lang="en-US" dirty="0"/>
        </a:p>
      </dgm:t>
    </dgm:pt>
    <dgm:pt modelId="{3F9552C3-19E1-41A7-BFCC-7105C4F55A14}" type="parTrans" cxnId="{559500D9-D9A6-43F2-8239-B8500E115866}">
      <dgm:prSet/>
      <dgm:spPr/>
      <dgm:t>
        <a:bodyPr/>
        <a:lstStyle/>
        <a:p>
          <a:endParaRPr lang="en-US"/>
        </a:p>
      </dgm:t>
    </dgm:pt>
    <dgm:pt modelId="{67D33DD9-1B17-4A13-96A6-EEA33FBE5CD1}" type="sibTrans" cxnId="{559500D9-D9A6-43F2-8239-B8500E115866}">
      <dgm:prSet/>
      <dgm:spPr/>
      <dgm:t>
        <a:bodyPr/>
        <a:lstStyle/>
        <a:p>
          <a:endParaRPr lang="en-US"/>
        </a:p>
      </dgm:t>
    </dgm:pt>
    <dgm:pt modelId="{79739C99-5733-45CA-8AD9-80D557619B87}">
      <dgm:prSet/>
      <dgm:spPr/>
      <dgm:t>
        <a:bodyPr/>
        <a:lstStyle/>
        <a:p>
          <a:r>
            <a:rPr lang="en-US" b="1" i="0"/>
            <a:t>Design Phase</a:t>
          </a:r>
          <a:endParaRPr lang="en-US"/>
        </a:p>
      </dgm:t>
    </dgm:pt>
    <dgm:pt modelId="{A9CA8E43-4090-4C55-84DB-0895294F82CD}" type="parTrans" cxnId="{B565BBCF-456E-43D6-BCEC-50DD837E6D31}">
      <dgm:prSet/>
      <dgm:spPr/>
      <dgm:t>
        <a:bodyPr/>
        <a:lstStyle/>
        <a:p>
          <a:endParaRPr lang="en-US"/>
        </a:p>
      </dgm:t>
    </dgm:pt>
    <dgm:pt modelId="{9588485D-3E5D-46E0-B2B0-81CDB4AB31A4}" type="sibTrans" cxnId="{B565BBCF-456E-43D6-BCEC-50DD837E6D31}">
      <dgm:prSet/>
      <dgm:spPr/>
      <dgm:t>
        <a:bodyPr/>
        <a:lstStyle/>
        <a:p>
          <a:endParaRPr lang="en-US"/>
        </a:p>
      </dgm:t>
    </dgm:pt>
    <dgm:pt modelId="{AF170E60-57B6-4023-9F7C-B2D91C05B3C7}">
      <dgm:prSet/>
      <dgm:spPr/>
      <dgm:t>
        <a:bodyPr/>
        <a:lstStyle/>
        <a:p>
          <a:r>
            <a:rPr lang="en-US" b="1" i="0" dirty="0"/>
            <a:t>Development Phase</a:t>
          </a:r>
          <a:endParaRPr lang="en-US" dirty="0"/>
        </a:p>
      </dgm:t>
    </dgm:pt>
    <dgm:pt modelId="{149BECF8-6C99-449D-A8FC-AD3025E4C40D}" type="parTrans" cxnId="{A916252D-3188-468F-8F85-FE7D4CE3C06D}">
      <dgm:prSet/>
      <dgm:spPr/>
      <dgm:t>
        <a:bodyPr/>
        <a:lstStyle/>
        <a:p>
          <a:endParaRPr lang="en-US"/>
        </a:p>
      </dgm:t>
    </dgm:pt>
    <dgm:pt modelId="{59687841-1013-4AB5-8AFE-9CCD012D4AAE}" type="sibTrans" cxnId="{A916252D-3188-468F-8F85-FE7D4CE3C06D}">
      <dgm:prSet/>
      <dgm:spPr/>
      <dgm:t>
        <a:bodyPr/>
        <a:lstStyle/>
        <a:p>
          <a:endParaRPr lang="en-US"/>
        </a:p>
      </dgm:t>
    </dgm:pt>
    <dgm:pt modelId="{7815CD87-04B1-4AC8-9F2E-82337BB51B4C}">
      <dgm:prSet/>
      <dgm:spPr/>
      <dgm:t>
        <a:bodyPr/>
        <a:lstStyle/>
        <a:p>
          <a:r>
            <a:rPr lang="en-US" b="1" i="0"/>
            <a:t>Testing Phase</a:t>
          </a:r>
          <a:endParaRPr lang="en-US"/>
        </a:p>
      </dgm:t>
    </dgm:pt>
    <dgm:pt modelId="{EC32B22A-7146-4095-888A-B5B7BA8D03E2}" type="parTrans" cxnId="{D7C2679A-1C60-4B00-B05F-F6B49CD76BF4}">
      <dgm:prSet/>
      <dgm:spPr/>
      <dgm:t>
        <a:bodyPr/>
        <a:lstStyle/>
        <a:p>
          <a:endParaRPr lang="en-US"/>
        </a:p>
      </dgm:t>
    </dgm:pt>
    <dgm:pt modelId="{0D7050C2-5543-482F-B1AD-F1084883850A}" type="sibTrans" cxnId="{D7C2679A-1C60-4B00-B05F-F6B49CD76BF4}">
      <dgm:prSet/>
      <dgm:spPr/>
      <dgm:t>
        <a:bodyPr/>
        <a:lstStyle/>
        <a:p>
          <a:endParaRPr lang="en-US"/>
        </a:p>
      </dgm:t>
    </dgm:pt>
    <dgm:pt modelId="{752786CF-D1B1-4E39-8345-8C09B67A7ED9}">
      <dgm:prSet/>
      <dgm:spPr/>
      <dgm:t>
        <a:bodyPr/>
        <a:lstStyle/>
        <a:p>
          <a:r>
            <a:rPr lang="en-US" b="1" i="0" dirty="0"/>
            <a:t>Deployment Phase</a:t>
          </a:r>
          <a:endParaRPr lang="en-US" dirty="0"/>
        </a:p>
      </dgm:t>
    </dgm:pt>
    <dgm:pt modelId="{26F8176D-4B27-435A-8850-962246F82ED1}" type="parTrans" cxnId="{5F27FF48-A106-4C46-A6A5-315188B2DBB3}">
      <dgm:prSet/>
      <dgm:spPr/>
      <dgm:t>
        <a:bodyPr/>
        <a:lstStyle/>
        <a:p>
          <a:endParaRPr lang="en-US"/>
        </a:p>
      </dgm:t>
    </dgm:pt>
    <dgm:pt modelId="{1E76334B-C557-4D2B-80A0-F069106D3E36}" type="sibTrans" cxnId="{5F27FF48-A106-4C46-A6A5-315188B2DBB3}">
      <dgm:prSet/>
      <dgm:spPr/>
      <dgm:t>
        <a:bodyPr/>
        <a:lstStyle/>
        <a:p>
          <a:endParaRPr lang="en-US"/>
        </a:p>
      </dgm:t>
    </dgm:pt>
    <dgm:pt modelId="{BA997A55-0CBD-4D84-B2B4-A4F5779B6BAE}">
      <dgm:prSet/>
      <dgm:spPr/>
      <dgm:t>
        <a:bodyPr/>
        <a:lstStyle/>
        <a:p>
          <a:r>
            <a:rPr lang="en-US" b="1" i="0" dirty="0"/>
            <a:t>Maintenance Phase</a:t>
          </a:r>
          <a:endParaRPr lang="en-US" dirty="0"/>
        </a:p>
      </dgm:t>
    </dgm:pt>
    <dgm:pt modelId="{53771C47-51B6-4CC6-957C-F0DD4C3CA85C}" type="parTrans" cxnId="{C7BF1D29-54FE-4A83-B537-C40966024EB1}">
      <dgm:prSet/>
      <dgm:spPr/>
      <dgm:t>
        <a:bodyPr/>
        <a:lstStyle/>
        <a:p>
          <a:endParaRPr lang="en-US"/>
        </a:p>
      </dgm:t>
    </dgm:pt>
    <dgm:pt modelId="{805DF2FC-4C80-451B-AF79-CEA640C700C4}" type="sibTrans" cxnId="{C7BF1D29-54FE-4A83-B537-C40966024EB1}">
      <dgm:prSet/>
      <dgm:spPr/>
      <dgm:t>
        <a:bodyPr/>
        <a:lstStyle/>
        <a:p>
          <a:endParaRPr lang="en-US"/>
        </a:p>
      </dgm:t>
    </dgm:pt>
    <dgm:pt modelId="{549AF04C-EDFD-441C-9AC4-04520D3DD2BE}" type="pres">
      <dgm:prSet presAssocID="{CC3A165D-3E99-40F6-B4BD-A7245616DFA1}" presName="Name0" presStyleCnt="0">
        <dgm:presLayoutVars>
          <dgm:dir/>
          <dgm:resizeHandles val="exact"/>
        </dgm:presLayoutVars>
      </dgm:prSet>
      <dgm:spPr/>
    </dgm:pt>
    <dgm:pt modelId="{03832A67-9DE3-4A71-8287-128DFACB7863}" type="pres">
      <dgm:prSet presAssocID="{B8F8860A-3038-4EFC-BA9A-734839D1DE97}" presName="node" presStyleLbl="node1" presStyleIdx="0" presStyleCnt="8">
        <dgm:presLayoutVars>
          <dgm:bulletEnabled val="1"/>
        </dgm:presLayoutVars>
      </dgm:prSet>
      <dgm:spPr/>
    </dgm:pt>
    <dgm:pt modelId="{035326DE-B0BD-4EE6-826C-A4CD7E211875}" type="pres">
      <dgm:prSet presAssocID="{CB66B785-7925-461D-868A-6EFCF6417364}" presName="sibTrans" presStyleLbl="sibTrans2D1" presStyleIdx="0" presStyleCnt="7"/>
      <dgm:spPr/>
    </dgm:pt>
    <dgm:pt modelId="{60505FB5-D39E-4AA6-BF8F-F755211FC12C}" type="pres">
      <dgm:prSet presAssocID="{CB66B785-7925-461D-868A-6EFCF6417364}" presName="connectorText" presStyleLbl="sibTrans2D1" presStyleIdx="0" presStyleCnt="7"/>
      <dgm:spPr/>
    </dgm:pt>
    <dgm:pt modelId="{8FC030CC-C2AA-43F8-8BC0-8D937FAA2765}" type="pres">
      <dgm:prSet presAssocID="{17DA61F8-9F94-4DF7-8C90-CC86A5459502}" presName="node" presStyleLbl="node1" presStyleIdx="1" presStyleCnt="8">
        <dgm:presLayoutVars>
          <dgm:bulletEnabled val="1"/>
        </dgm:presLayoutVars>
      </dgm:prSet>
      <dgm:spPr/>
    </dgm:pt>
    <dgm:pt modelId="{1E03857D-1BF0-45A6-87F0-92113FC3765F}" type="pres">
      <dgm:prSet presAssocID="{39282CAC-871C-466A-AD52-680CBBD17B8A}" presName="sibTrans" presStyleLbl="sibTrans2D1" presStyleIdx="1" presStyleCnt="7"/>
      <dgm:spPr/>
    </dgm:pt>
    <dgm:pt modelId="{7B23A071-777D-4868-B968-1AF33EA97709}" type="pres">
      <dgm:prSet presAssocID="{39282CAC-871C-466A-AD52-680CBBD17B8A}" presName="connectorText" presStyleLbl="sibTrans2D1" presStyleIdx="1" presStyleCnt="7"/>
      <dgm:spPr/>
    </dgm:pt>
    <dgm:pt modelId="{E6740E45-44D5-4EF1-AAD8-900E4137F795}" type="pres">
      <dgm:prSet presAssocID="{D7C41D13-5B25-4DD1-B0DA-7B37AB543647}" presName="node" presStyleLbl="node1" presStyleIdx="2" presStyleCnt="8">
        <dgm:presLayoutVars>
          <dgm:bulletEnabled val="1"/>
        </dgm:presLayoutVars>
      </dgm:prSet>
      <dgm:spPr/>
    </dgm:pt>
    <dgm:pt modelId="{839CC336-BA96-43E8-B4AE-DF91DE6CAE6E}" type="pres">
      <dgm:prSet presAssocID="{67D33DD9-1B17-4A13-96A6-EEA33FBE5CD1}" presName="sibTrans" presStyleLbl="sibTrans2D1" presStyleIdx="2" presStyleCnt="7"/>
      <dgm:spPr/>
    </dgm:pt>
    <dgm:pt modelId="{5F39CA60-75DA-4E66-9967-192B681C53E2}" type="pres">
      <dgm:prSet presAssocID="{67D33DD9-1B17-4A13-96A6-EEA33FBE5CD1}" presName="connectorText" presStyleLbl="sibTrans2D1" presStyleIdx="2" presStyleCnt="7"/>
      <dgm:spPr/>
    </dgm:pt>
    <dgm:pt modelId="{BFC769C1-B910-44FE-A50D-69011B4A35AD}" type="pres">
      <dgm:prSet presAssocID="{79739C99-5733-45CA-8AD9-80D557619B87}" presName="node" presStyleLbl="node1" presStyleIdx="3" presStyleCnt="8">
        <dgm:presLayoutVars>
          <dgm:bulletEnabled val="1"/>
        </dgm:presLayoutVars>
      </dgm:prSet>
      <dgm:spPr/>
    </dgm:pt>
    <dgm:pt modelId="{B0A9185C-9075-473F-9C21-7280C31CD1AE}" type="pres">
      <dgm:prSet presAssocID="{9588485D-3E5D-46E0-B2B0-81CDB4AB31A4}" presName="sibTrans" presStyleLbl="sibTrans2D1" presStyleIdx="3" presStyleCnt="7"/>
      <dgm:spPr/>
    </dgm:pt>
    <dgm:pt modelId="{CB07BCD3-869D-46E6-B07B-05F3FCBF53DE}" type="pres">
      <dgm:prSet presAssocID="{9588485D-3E5D-46E0-B2B0-81CDB4AB31A4}" presName="connectorText" presStyleLbl="sibTrans2D1" presStyleIdx="3" presStyleCnt="7"/>
      <dgm:spPr/>
    </dgm:pt>
    <dgm:pt modelId="{BDA13CE1-6166-4051-A804-1A14F29A9A00}" type="pres">
      <dgm:prSet presAssocID="{AF170E60-57B6-4023-9F7C-B2D91C05B3C7}" presName="node" presStyleLbl="node1" presStyleIdx="4" presStyleCnt="8">
        <dgm:presLayoutVars>
          <dgm:bulletEnabled val="1"/>
        </dgm:presLayoutVars>
      </dgm:prSet>
      <dgm:spPr/>
    </dgm:pt>
    <dgm:pt modelId="{348BCF4A-B114-40CB-8DBE-7D4B64E4F839}" type="pres">
      <dgm:prSet presAssocID="{59687841-1013-4AB5-8AFE-9CCD012D4AAE}" presName="sibTrans" presStyleLbl="sibTrans2D1" presStyleIdx="4" presStyleCnt="7"/>
      <dgm:spPr/>
    </dgm:pt>
    <dgm:pt modelId="{3855B2EC-B918-42EF-AA15-A71D7ED71C6D}" type="pres">
      <dgm:prSet presAssocID="{59687841-1013-4AB5-8AFE-9CCD012D4AAE}" presName="connectorText" presStyleLbl="sibTrans2D1" presStyleIdx="4" presStyleCnt="7"/>
      <dgm:spPr/>
    </dgm:pt>
    <dgm:pt modelId="{C34A082D-6009-4555-B202-AF1432FD2344}" type="pres">
      <dgm:prSet presAssocID="{7815CD87-04B1-4AC8-9F2E-82337BB51B4C}" presName="node" presStyleLbl="node1" presStyleIdx="5" presStyleCnt="8">
        <dgm:presLayoutVars>
          <dgm:bulletEnabled val="1"/>
        </dgm:presLayoutVars>
      </dgm:prSet>
      <dgm:spPr/>
    </dgm:pt>
    <dgm:pt modelId="{F836578C-CCC1-4604-83A7-B0B28B30C4A1}" type="pres">
      <dgm:prSet presAssocID="{0D7050C2-5543-482F-B1AD-F1084883850A}" presName="sibTrans" presStyleLbl="sibTrans2D1" presStyleIdx="5" presStyleCnt="7"/>
      <dgm:spPr/>
    </dgm:pt>
    <dgm:pt modelId="{4BE40AB9-C5C3-47F4-A9FD-A1042F1593DB}" type="pres">
      <dgm:prSet presAssocID="{0D7050C2-5543-482F-B1AD-F1084883850A}" presName="connectorText" presStyleLbl="sibTrans2D1" presStyleIdx="5" presStyleCnt="7"/>
      <dgm:spPr/>
    </dgm:pt>
    <dgm:pt modelId="{9EDF00FD-3EEA-40E1-8BFB-9B03C9944DF4}" type="pres">
      <dgm:prSet presAssocID="{752786CF-D1B1-4E39-8345-8C09B67A7ED9}" presName="node" presStyleLbl="node1" presStyleIdx="6" presStyleCnt="8">
        <dgm:presLayoutVars>
          <dgm:bulletEnabled val="1"/>
        </dgm:presLayoutVars>
      </dgm:prSet>
      <dgm:spPr/>
    </dgm:pt>
    <dgm:pt modelId="{90454B4E-3E17-49CB-BB34-920EB6DB5192}" type="pres">
      <dgm:prSet presAssocID="{1E76334B-C557-4D2B-80A0-F069106D3E36}" presName="sibTrans" presStyleLbl="sibTrans2D1" presStyleIdx="6" presStyleCnt="7"/>
      <dgm:spPr/>
    </dgm:pt>
    <dgm:pt modelId="{307754AC-478B-4946-B9CD-2868EF26BBDC}" type="pres">
      <dgm:prSet presAssocID="{1E76334B-C557-4D2B-80A0-F069106D3E36}" presName="connectorText" presStyleLbl="sibTrans2D1" presStyleIdx="6" presStyleCnt="7"/>
      <dgm:spPr/>
    </dgm:pt>
    <dgm:pt modelId="{BFE2D2CB-629C-460D-8AB8-47945518ED2B}" type="pres">
      <dgm:prSet presAssocID="{BA997A55-0CBD-4D84-B2B4-A4F5779B6BAE}" presName="node" presStyleLbl="node1" presStyleIdx="7" presStyleCnt="8">
        <dgm:presLayoutVars>
          <dgm:bulletEnabled val="1"/>
        </dgm:presLayoutVars>
      </dgm:prSet>
      <dgm:spPr/>
    </dgm:pt>
  </dgm:ptLst>
  <dgm:cxnLst>
    <dgm:cxn modelId="{B602E502-A763-4C17-A51E-06EAE004B3C3}" type="presOf" srcId="{752786CF-D1B1-4E39-8345-8C09B67A7ED9}" destId="{9EDF00FD-3EEA-40E1-8BFB-9B03C9944DF4}" srcOrd="0" destOrd="0" presId="urn:microsoft.com/office/officeart/2005/8/layout/process1"/>
    <dgm:cxn modelId="{4F1E2713-E5C4-45D1-9707-DFFE263DB15C}" type="presOf" srcId="{1E76334B-C557-4D2B-80A0-F069106D3E36}" destId="{307754AC-478B-4946-B9CD-2868EF26BBDC}" srcOrd="1" destOrd="0" presId="urn:microsoft.com/office/officeart/2005/8/layout/process1"/>
    <dgm:cxn modelId="{8C3E0917-A2DD-43FF-9247-4C01C5589DA1}" type="presOf" srcId="{D7C41D13-5B25-4DD1-B0DA-7B37AB543647}" destId="{E6740E45-44D5-4EF1-AAD8-900E4137F795}" srcOrd="0" destOrd="0" presId="urn:microsoft.com/office/officeart/2005/8/layout/process1"/>
    <dgm:cxn modelId="{6DDCFE1C-1E70-4785-BAC0-802D8698B10A}" type="presOf" srcId="{67D33DD9-1B17-4A13-96A6-EEA33FBE5CD1}" destId="{5F39CA60-75DA-4E66-9967-192B681C53E2}" srcOrd="1" destOrd="0" presId="urn:microsoft.com/office/officeart/2005/8/layout/process1"/>
    <dgm:cxn modelId="{C7BF1D29-54FE-4A83-B537-C40966024EB1}" srcId="{CC3A165D-3E99-40F6-B4BD-A7245616DFA1}" destId="{BA997A55-0CBD-4D84-B2B4-A4F5779B6BAE}" srcOrd="7" destOrd="0" parTransId="{53771C47-51B6-4CC6-957C-F0DD4C3CA85C}" sibTransId="{805DF2FC-4C80-451B-AF79-CEA640C700C4}"/>
    <dgm:cxn modelId="{A916252D-3188-468F-8F85-FE7D4CE3C06D}" srcId="{CC3A165D-3E99-40F6-B4BD-A7245616DFA1}" destId="{AF170E60-57B6-4023-9F7C-B2D91C05B3C7}" srcOrd="4" destOrd="0" parTransId="{149BECF8-6C99-449D-A8FC-AD3025E4C40D}" sibTransId="{59687841-1013-4AB5-8AFE-9CCD012D4AAE}"/>
    <dgm:cxn modelId="{6A496939-5BBE-4FA7-8674-173DACB6E054}" type="presOf" srcId="{9588485D-3E5D-46E0-B2B0-81CDB4AB31A4}" destId="{B0A9185C-9075-473F-9C21-7280C31CD1AE}" srcOrd="0" destOrd="0" presId="urn:microsoft.com/office/officeart/2005/8/layout/process1"/>
    <dgm:cxn modelId="{7DF0293C-3050-4D12-A9BB-6C39A8ACEB61}" type="presOf" srcId="{39282CAC-871C-466A-AD52-680CBBD17B8A}" destId="{1E03857D-1BF0-45A6-87F0-92113FC3765F}" srcOrd="0" destOrd="0" presId="urn:microsoft.com/office/officeart/2005/8/layout/process1"/>
    <dgm:cxn modelId="{105C2B60-7C71-4900-A59F-77D8E93D4F10}" type="presOf" srcId="{79739C99-5733-45CA-8AD9-80D557619B87}" destId="{BFC769C1-B910-44FE-A50D-69011B4A35AD}" srcOrd="0" destOrd="0" presId="urn:microsoft.com/office/officeart/2005/8/layout/process1"/>
    <dgm:cxn modelId="{50272063-6BD9-49C5-8B7C-8C0BCB34CFDD}" type="presOf" srcId="{17DA61F8-9F94-4DF7-8C90-CC86A5459502}" destId="{8FC030CC-C2AA-43F8-8BC0-8D937FAA2765}" srcOrd="0" destOrd="0" presId="urn:microsoft.com/office/officeart/2005/8/layout/process1"/>
    <dgm:cxn modelId="{19381D68-3437-4686-9AE7-53CF9AE351D0}" type="presOf" srcId="{7815CD87-04B1-4AC8-9F2E-82337BB51B4C}" destId="{C34A082D-6009-4555-B202-AF1432FD2344}" srcOrd="0" destOrd="0" presId="urn:microsoft.com/office/officeart/2005/8/layout/process1"/>
    <dgm:cxn modelId="{5F27FF48-A106-4C46-A6A5-315188B2DBB3}" srcId="{CC3A165D-3E99-40F6-B4BD-A7245616DFA1}" destId="{752786CF-D1B1-4E39-8345-8C09B67A7ED9}" srcOrd="6" destOrd="0" parTransId="{26F8176D-4B27-435A-8850-962246F82ED1}" sibTransId="{1E76334B-C557-4D2B-80A0-F069106D3E36}"/>
    <dgm:cxn modelId="{C3F29E6B-9D51-46E4-9F8B-DC5A6D56639B}" type="presOf" srcId="{9588485D-3E5D-46E0-B2B0-81CDB4AB31A4}" destId="{CB07BCD3-869D-46E6-B07B-05F3FCBF53DE}" srcOrd="1" destOrd="0" presId="urn:microsoft.com/office/officeart/2005/8/layout/process1"/>
    <dgm:cxn modelId="{3EA13E74-C9F7-486D-B44B-62445894B392}" type="presOf" srcId="{59687841-1013-4AB5-8AFE-9CCD012D4AAE}" destId="{3855B2EC-B918-42EF-AA15-A71D7ED71C6D}" srcOrd="1" destOrd="0" presId="urn:microsoft.com/office/officeart/2005/8/layout/process1"/>
    <dgm:cxn modelId="{E6FE3176-627C-4480-912C-B3E5F826F0E0}" type="presOf" srcId="{BA997A55-0CBD-4D84-B2B4-A4F5779B6BAE}" destId="{BFE2D2CB-629C-460D-8AB8-47945518ED2B}" srcOrd="0" destOrd="0" presId="urn:microsoft.com/office/officeart/2005/8/layout/process1"/>
    <dgm:cxn modelId="{7A2E8179-CD74-4051-9C2A-AAA2F3893698}" type="presOf" srcId="{CB66B785-7925-461D-868A-6EFCF6417364}" destId="{035326DE-B0BD-4EE6-826C-A4CD7E211875}" srcOrd="0" destOrd="0" presId="urn:microsoft.com/office/officeart/2005/8/layout/process1"/>
    <dgm:cxn modelId="{9AA94D83-DF58-446C-84B4-A4B31772CEC8}" type="presOf" srcId="{67D33DD9-1B17-4A13-96A6-EEA33FBE5CD1}" destId="{839CC336-BA96-43E8-B4AE-DF91DE6CAE6E}" srcOrd="0" destOrd="0" presId="urn:microsoft.com/office/officeart/2005/8/layout/process1"/>
    <dgm:cxn modelId="{95A48085-E07D-40F4-93D4-3D2DC91D35A3}" type="presOf" srcId="{0D7050C2-5543-482F-B1AD-F1084883850A}" destId="{4BE40AB9-C5C3-47F4-A9FD-A1042F1593DB}" srcOrd="1" destOrd="0" presId="urn:microsoft.com/office/officeart/2005/8/layout/process1"/>
    <dgm:cxn modelId="{46A0D08E-943F-4978-9F98-4D1D0600C6DD}" type="presOf" srcId="{1E76334B-C557-4D2B-80A0-F069106D3E36}" destId="{90454B4E-3E17-49CB-BB34-920EB6DB5192}" srcOrd="0" destOrd="0" presId="urn:microsoft.com/office/officeart/2005/8/layout/process1"/>
    <dgm:cxn modelId="{04B5F78E-6BEA-47A2-9C84-E9F5E62BA6A3}" type="presOf" srcId="{0D7050C2-5543-482F-B1AD-F1084883850A}" destId="{F836578C-CCC1-4604-83A7-B0B28B30C4A1}" srcOrd="0" destOrd="0" presId="urn:microsoft.com/office/officeart/2005/8/layout/process1"/>
    <dgm:cxn modelId="{D7C2679A-1C60-4B00-B05F-F6B49CD76BF4}" srcId="{CC3A165D-3E99-40F6-B4BD-A7245616DFA1}" destId="{7815CD87-04B1-4AC8-9F2E-82337BB51B4C}" srcOrd="5" destOrd="0" parTransId="{EC32B22A-7146-4095-888A-B5B7BA8D03E2}" sibTransId="{0D7050C2-5543-482F-B1AD-F1084883850A}"/>
    <dgm:cxn modelId="{A0E0FB9F-25E4-4D86-BF48-254C9CE37926}" type="presOf" srcId="{AF170E60-57B6-4023-9F7C-B2D91C05B3C7}" destId="{BDA13CE1-6166-4051-A804-1A14F29A9A00}" srcOrd="0" destOrd="0" presId="urn:microsoft.com/office/officeart/2005/8/layout/process1"/>
    <dgm:cxn modelId="{A6B532A5-0EB7-4E61-86C1-5A69CDE9A506}" type="presOf" srcId="{39282CAC-871C-466A-AD52-680CBBD17B8A}" destId="{7B23A071-777D-4868-B968-1AF33EA97709}" srcOrd="1" destOrd="0" presId="urn:microsoft.com/office/officeart/2005/8/layout/process1"/>
    <dgm:cxn modelId="{CF3B09B0-3DFD-4E58-B0DE-9CE764030F59}" type="presOf" srcId="{CC3A165D-3E99-40F6-B4BD-A7245616DFA1}" destId="{549AF04C-EDFD-441C-9AC4-04520D3DD2BE}" srcOrd="0" destOrd="0" presId="urn:microsoft.com/office/officeart/2005/8/layout/process1"/>
    <dgm:cxn modelId="{F3ABA5BE-6E0E-4A23-A5E7-01C302FA0F66}" srcId="{CC3A165D-3E99-40F6-B4BD-A7245616DFA1}" destId="{B8F8860A-3038-4EFC-BA9A-734839D1DE97}" srcOrd="0" destOrd="0" parTransId="{EC6CE10B-5DCB-463A-AB0E-667B49C32E4D}" sibTransId="{CB66B785-7925-461D-868A-6EFCF6417364}"/>
    <dgm:cxn modelId="{B565BBCF-456E-43D6-BCEC-50DD837E6D31}" srcId="{CC3A165D-3E99-40F6-B4BD-A7245616DFA1}" destId="{79739C99-5733-45CA-8AD9-80D557619B87}" srcOrd="3" destOrd="0" parTransId="{A9CA8E43-4090-4C55-84DB-0895294F82CD}" sibTransId="{9588485D-3E5D-46E0-B2B0-81CDB4AB31A4}"/>
    <dgm:cxn modelId="{725E2FD4-C484-4D5F-A963-BCBFF4AF9273}" type="presOf" srcId="{CB66B785-7925-461D-868A-6EFCF6417364}" destId="{60505FB5-D39E-4AA6-BF8F-F755211FC12C}" srcOrd="1" destOrd="0" presId="urn:microsoft.com/office/officeart/2005/8/layout/process1"/>
    <dgm:cxn modelId="{559500D9-D9A6-43F2-8239-B8500E115866}" srcId="{CC3A165D-3E99-40F6-B4BD-A7245616DFA1}" destId="{D7C41D13-5B25-4DD1-B0DA-7B37AB543647}" srcOrd="2" destOrd="0" parTransId="{3F9552C3-19E1-41A7-BFCC-7105C4F55A14}" sibTransId="{67D33DD9-1B17-4A13-96A6-EEA33FBE5CD1}"/>
    <dgm:cxn modelId="{A9FEB8E6-4FA0-4EF8-8368-057F43B709F5}" srcId="{CC3A165D-3E99-40F6-B4BD-A7245616DFA1}" destId="{17DA61F8-9F94-4DF7-8C90-CC86A5459502}" srcOrd="1" destOrd="0" parTransId="{2426FAC8-DA2E-41EA-BDA2-F04A23D6A053}" sibTransId="{39282CAC-871C-466A-AD52-680CBBD17B8A}"/>
    <dgm:cxn modelId="{C1E746EA-617D-4619-9BCA-40B4696E7007}" type="presOf" srcId="{B8F8860A-3038-4EFC-BA9A-734839D1DE97}" destId="{03832A67-9DE3-4A71-8287-128DFACB7863}" srcOrd="0" destOrd="0" presId="urn:microsoft.com/office/officeart/2005/8/layout/process1"/>
    <dgm:cxn modelId="{C73BD4F8-898B-469D-98B5-F53CAE32BE46}" type="presOf" srcId="{59687841-1013-4AB5-8AFE-9CCD012D4AAE}" destId="{348BCF4A-B114-40CB-8DBE-7D4B64E4F839}" srcOrd="0" destOrd="0" presId="urn:microsoft.com/office/officeart/2005/8/layout/process1"/>
    <dgm:cxn modelId="{C7517402-BB78-4FAE-A3A5-F248468C4E19}" type="presParOf" srcId="{549AF04C-EDFD-441C-9AC4-04520D3DD2BE}" destId="{03832A67-9DE3-4A71-8287-128DFACB7863}" srcOrd="0" destOrd="0" presId="urn:microsoft.com/office/officeart/2005/8/layout/process1"/>
    <dgm:cxn modelId="{5E2780FF-77B3-4FBA-BFF0-4C1BE43C2684}" type="presParOf" srcId="{549AF04C-EDFD-441C-9AC4-04520D3DD2BE}" destId="{035326DE-B0BD-4EE6-826C-A4CD7E211875}" srcOrd="1" destOrd="0" presId="urn:microsoft.com/office/officeart/2005/8/layout/process1"/>
    <dgm:cxn modelId="{D5FDC098-DDC9-4BB1-B82D-355FEE4A8547}" type="presParOf" srcId="{035326DE-B0BD-4EE6-826C-A4CD7E211875}" destId="{60505FB5-D39E-4AA6-BF8F-F755211FC12C}" srcOrd="0" destOrd="0" presId="urn:microsoft.com/office/officeart/2005/8/layout/process1"/>
    <dgm:cxn modelId="{DF07CECD-1F86-4396-A338-0DB480224A01}" type="presParOf" srcId="{549AF04C-EDFD-441C-9AC4-04520D3DD2BE}" destId="{8FC030CC-C2AA-43F8-8BC0-8D937FAA2765}" srcOrd="2" destOrd="0" presId="urn:microsoft.com/office/officeart/2005/8/layout/process1"/>
    <dgm:cxn modelId="{336D103B-424F-4626-A0D6-088FD2BFCD84}" type="presParOf" srcId="{549AF04C-EDFD-441C-9AC4-04520D3DD2BE}" destId="{1E03857D-1BF0-45A6-87F0-92113FC3765F}" srcOrd="3" destOrd="0" presId="urn:microsoft.com/office/officeart/2005/8/layout/process1"/>
    <dgm:cxn modelId="{58D0DC2D-856E-43B2-8C25-ECAB14A128A3}" type="presParOf" srcId="{1E03857D-1BF0-45A6-87F0-92113FC3765F}" destId="{7B23A071-777D-4868-B968-1AF33EA97709}" srcOrd="0" destOrd="0" presId="urn:microsoft.com/office/officeart/2005/8/layout/process1"/>
    <dgm:cxn modelId="{DC66EEA5-90CD-4EB2-8538-BAE067F3A26E}" type="presParOf" srcId="{549AF04C-EDFD-441C-9AC4-04520D3DD2BE}" destId="{E6740E45-44D5-4EF1-AAD8-900E4137F795}" srcOrd="4" destOrd="0" presId="urn:microsoft.com/office/officeart/2005/8/layout/process1"/>
    <dgm:cxn modelId="{5A13DAFB-D025-4333-B967-7EC546911F7B}" type="presParOf" srcId="{549AF04C-EDFD-441C-9AC4-04520D3DD2BE}" destId="{839CC336-BA96-43E8-B4AE-DF91DE6CAE6E}" srcOrd="5" destOrd="0" presId="urn:microsoft.com/office/officeart/2005/8/layout/process1"/>
    <dgm:cxn modelId="{E4DE65C5-9AA5-41C9-884E-C111AAEBE08E}" type="presParOf" srcId="{839CC336-BA96-43E8-B4AE-DF91DE6CAE6E}" destId="{5F39CA60-75DA-4E66-9967-192B681C53E2}" srcOrd="0" destOrd="0" presId="urn:microsoft.com/office/officeart/2005/8/layout/process1"/>
    <dgm:cxn modelId="{FCA6ED7B-7076-4C33-AA5E-B5F08EEF4FBC}" type="presParOf" srcId="{549AF04C-EDFD-441C-9AC4-04520D3DD2BE}" destId="{BFC769C1-B910-44FE-A50D-69011B4A35AD}" srcOrd="6" destOrd="0" presId="urn:microsoft.com/office/officeart/2005/8/layout/process1"/>
    <dgm:cxn modelId="{9A80B86D-ADB0-498E-9172-0564C6C92981}" type="presParOf" srcId="{549AF04C-EDFD-441C-9AC4-04520D3DD2BE}" destId="{B0A9185C-9075-473F-9C21-7280C31CD1AE}" srcOrd="7" destOrd="0" presId="urn:microsoft.com/office/officeart/2005/8/layout/process1"/>
    <dgm:cxn modelId="{C06A859A-7927-439C-A5E9-E64DCA435995}" type="presParOf" srcId="{B0A9185C-9075-473F-9C21-7280C31CD1AE}" destId="{CB07BCD3-869D-46E6-B07B-05F3FCBF53DE}" srcOrd="0" destOrd="0" presId="urn:microsoft.com/office/officeart/2005/8/layout/process1"/>
    <dgm:cxn modelId="{15395DAC-04B4-4678-8471-2A8A0DDC4074}" type="presParOf" srcId="{549AF04C-EDFD-441C-9AC4-04520D3DD2BE}" destId="{BDA13CE1-6166-4051-A804-1A14F29A9A00}" srcOrd="8" destOrd="0" presId="urn:microsoft.com/office/officeart/2005/8/layout/process1"/>
    <dgm:cxn modelId="{E11BF052-7E6A-42CE-BBBD-BBB1EA414F41}" type="presParOf" srcId="{549AF04C-EDFD-441C-9AC4-04520D3DD2BE}" destId="{348BCF4A-B114-40CB-8DBE-7D4B64E4F839}" srcOrd="9" destOrd="0" presId="urn:microsoft.com/office/officeart/2005/8/layout/process1"/>
    <dgm:cxn modelId="{328769AA-5CE0-4994-A5F2-76D953482401}" type="presParOf" srcId="{348BCF4A-B114-40CB-8DBE-7D4B64E4F839}" destId="{3855B2EC-B918-42EF-AA15-A71D7ED71C6D}" srcOrd="0" destOrd="0" presId="urn:microsoft.com/office/officeart/2005/8/layout/process1"/>
    <dgm:cxn modelId="{B047F62B-180B-4684-95B8-F11D5AFDA4E4}" type="presParOf" srcId="{549AF04C-EDFD-441C-9AC4-04520D3DD2BE}" destId="{C34A082D-6009-4555-B202-AF1432FD2344}" srcOrd="10" destOrd="0" presId="urn:microsoft.com/office/officeart/2005/8/layout/process1"/>
    <dgm:cxn modelId="{CDCD0494-8116-4077-9A08-2F2CC279F0D5}" type="presParOf" srcId="{549AF04C-EDFD-441C-9AC4-04520D3DD2BE}" destId="{F836578C-CCC1-4604-83A7-B0B28B30C4A1}" srcOrd="11" destOrd="0" presId="urn:microsoft.com/office/officeart/2005/8/layout/process1"/>
    <dgm:cxn modelId="{2F2D22AE-B4EC-470C-BD20-15131DBB9BFD}" type="presParOf" srcId="{F836578C-CCC1-4604-83A7-B0B28B30C4A1}" destId="{4BE40AB9-C5C3-47F4-A9FD-A1042F1593DB}" srcOrd="0" destOrd="0" presId="urn:microsoft.com/office/officeart/2005/8/layout/process1"/>
    <dgm:cxn modelId="{B1A467C3-A192-44EA-B3FE-64FB5974E866}" type="presParOf" srcId="{549AF04C-EDFD-441C-9AC4-04520D3DD2BE}" destId="{9EDF00FD-3EEA-40E1-8BFB-9B03C9944DF4}" srcOrd="12" destOrd="0" presId="urn:microsoft.com/office/officeart/2005/8/layout/process1"/>
    <dgm:cxn modelId="{1CADB8E0-BF79-44A5-84B9-17F54887C5C0}" type="presParOf" srcId="{549AF04C-EDFD-441C-9AC4-04520D3DD2BE}" destId="{90454B4E-3E17-49CB-BB34-920EB6DB5192}" srcOrd="13" destOrd="0" presId="urn:microsoft.com/office/officeart/2005/8/layout/process1"/>
    <dgm:cxn modelId="{262CA01F-2F2E-44F0-A5EE-539CB1E247F1}" type="presParOf" srcId="{90454B4E-3E17-49CB-BB34-920EB6DB5192}" destId="{307754AC-478B-4946-B9CD-2868EF26BBDC}" srcOrd="0" destOrd="0" presId="urn:microsoft.com/office/officeart/2005/8/layout/process1"/>
    <dgm:cxn modelId="{8A47DFE9-82C4-4FED-80E8-9758AE0F29CA}" type="presParOf" srcId="{549AF04C-EDFD-441C-9AC4-04520D3DD2BE}" destId="{BFE2D2CB-629C-460D-8AB8-47945518ED2B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C3A165D-3E99-40F6-B4BD-A7245616DFA1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</dgm:pt>
    <dgm:pt modelId="{B8F8860A-3038-4EFC-BA9A-734839D1DE97}">
      <dgm:prSet phldrT="[Text]"/>
      <dgm:spPr/>
      <dgm:t>
        <a:bodyPr/>
        <a:lstStyle/>
        <a:p>
          <a:r>
            <a:rPr lang="en-US" b="1" i="0" dirty="0"/>
            <a:t>Initiation Phase</a:t>
          </a:r>
          <a:endParaRPr lang="en-US" dirty="0"/>
        </a:p>
      </dgm:t>
    </dgm:pt>
    <dgm:pt modelId="{EC6CE10B-5DCB-463A-AB0E-667B49C32E4D}" type="parTrans" cxnId="{F3ABA5BE-6E0E-4A23-A5E7-01C302FA0F66}">
      <dgm:prSet/>
      <dgm:spPr/>
      <dgm:t>
        <a:bodyPr/>
        <a:lstStyle/>
        <a:p>
          <a:endParaRPr lang="en-US"/>
        </a:p>
      </dgm:t>
    </dgm:pt>
    <dgm:pt modelId="{CB66B785-7925-461D-868A-6EFCF6417364}" type="sibTrans" cxnId="{F3ABA5BE-6E0E-4A23-A5E7-01C302FA0F66}">
      <dgm:prSet/>
      <dgm:spPr/>
      <dgm:t>
        <a:bodyPr/>
        <a:lstStyle/>
        <a:p>
          <a:endParaRPr lang="en-US"/>
        </a:p>
      </dgm:t>
    </dgm:pt>
    <dgm:pt modelId="{17DA61F8-9F94-4DF7-8C90-CC86A5459502}">
      <dgm:prSet phldrT="[Text]"/>
      <dgm:spPr/>
      <dgm:t>
        <a:bodyPr/>
        <a:lstStyle/>
        <a:p>
          <a:r>
            <a:rPr lang="en-US" b="1" i="0" dirty="0"/>
            <a:t>Planning Phase</a:t>
          </a:r>
          <a:endParaRPr lang="en-US" dirty="0"/>
        </a:p>
      </dgm:t>
    </dgm:pt>
    <dgm:pt modelId="{2426FAC8-DA2E-41EA-BDA2-F04A23D6A053}" type="parTrans" cxnId="{A9FEB8E6-4FA0-4EF8-8368-057F43B709F5}">
      <dgm:prSet/>
      <dgm:spPr/>
      <dgm:t>
        <a:bodyPr/>
        <a:lstStyle/>
        <a:p>
          <a:endParaRPr lang="en-US"/>
        </a:p>
      </dgm:t>
    </dgm:pt>
    <dgm:pt modelId="{39282CAC-871C-466A-AD52-680CBBD17B8A}" type="sibTrans" cxnId="{A9FEB8E6-4FA0-4EF8-8368-057F43B709F5}">
      <dgm:prSet/>
      <dgm:spPr/>
      <dgm:t>
        <a:bodyPr/>
        <a:lstStyle/>
        <a:p>
          <a:endParaRPr lang="en-US"/>
        </a:p>
      </dgm:t>
    </dgm:pt>
    <dgm:pt modelId="{D7C41D13-5B25-4DD1-B0DA-7B37AB543647}">
      <dgm:prSet phldrT="[Text]"/>
      <dgm:spPr/>
      <dgm:t>
        <a:bodyPr/>
        <a:lstStyle/>
        <a:p>
          <a:r>
            <a:rPr lang="en-US" b="1" i="0" dirty="0"/>
            <a:t>Analysis Phase</a:t>
          </a:r>
          <a:endParaRPr lang="en-US" dirty="0"/>
        </a:p>
      </dgm:t>
    </dgm:pt>
    <dgm:pt modelId="{3F9552C3-19E1-41A7-BFCC-7105C4F55A14}" type="parTrans" cxnId="{559500D9-D9A6-43F2-8239-B8500E115866}">
      <dgm:prSet/>
      <dgm:spPr/>
      <dgm:t>
        <a:bodyPr/>
        <a:lstStyle/>
        <a:p>
          <a:endParaRPr lang="en-US"/>
        </a:p>
      </dgm:t>
    </dgm:pt>
    <dgm:pt modelId="{67D33DD9-1B17-4A13-96A6-EEA33FBE5CD1}" type="sibTrans" cxnId="{559500D9-D9A6-43F2-8239-B8500E115866}">
      <dgm:prSet/>
      <dgm:spPr/>
      <dgm:t>
        <a:bodyPr/>
        <a:lstStyle/>
        <a:p>
          <a:endParaRPr lang="en-US"/>
        </a:p>
      </dgm:t>
    </dgm:pt>
    <dgm:pt modelId="{79739C99-5733-45CA-8AD9-80D557619B87}">
      <dgm:prSet/>
      <dgm:spPr/>
      <dgm:t>
        <a:bodyPr/>
        <a:lstStyle/>
        <a:p>
          <a:r>
            <a:rPr lang="en-US" b="1" i="0"/>
            <a:t>Design Phase</a:t>
          </a:r>
          <a:endParaRPr lang="en-US"/>
        </a:p>
      </dgm:t>
    </dgm:pt>
    <dgm:pt modelId="{A9CA8E43-4090-4C55-84DB-0895294F82CD}" type="parTrans" cxnId="{B565BBCF-456E-43D6-BCEC-50DD837E6D31}">
      <dgm:prSet/>
      <dgm:spPr/>
      <dgm:t>
        <a:bodyPr/>
        <a:lstStyle/>
        <a:p>
          <a:endParaRPr lang="en-US"/>
        </a:p>
      </dgm:t>
    </dgm:pt>
    <dgm:pt modelId="{9588485D-3E5D-46E0-B2B0-81CDB4AB31A4}" type="sibTrans" cxnId="{B565BBCF-456E-43D6-BCEC-50DD837E6D31}">
      <dgm:prSet/>
      <dgm:spPr/>
      <dgm:t>
        <a:bodyPr/>
        <a:lstStyle/>
        <a:p>
          <a:endParaRPr lang="en-US"/>
        </a:p>
      </dgm:t>
    </dgm:pt>
    <dgm:pt modelId="{AF170E60-57B6-4023-9F7C-B2D91C05B3C7}">
      <dgm:prSet/>
      <dgm:spPr/>
      <dgm:t>
        <a:bodyPr/>
        <a:lstStyle/>
        <a:p>
          <a:r>
            <a:rPr lang="en-US" b="1" i="0" dirty="0"/>
            <a:t>Development Phase</a:t>
          </a:r>
          <a:endParaRPr lang="en-US" dirty="0"/>
        </a:p>
      </dgm:t>
    </dgm:pt>
    <dgm:pt modelId="{149BECF8-6C99-449D-A8FC-AD3025E4C40D}" type="parTrans" cxnId="{A916252D-3188-468F-8F85-FE7D4CE3C06D}">
      <dgm:prSet/>
      <dgm:spPr/>
      <dgm:t>
        <a:bodyPr/>
        <a:lstStyle/>
        <a:p>
          <a:endParaRPr lang="en-US"/>
        </a:p>
      </dgm:t>
    </dgm:pt>
    <dgm:pt modelId="{59687841-1013-4AB5-8AFE-9CCD012D4AAE}" type="sibTrans" cxnId="{A916252D-3188-468F-8F85-FE7D4CE3C06D}">
      <dgm:prSet/>
      <dgm:spPr/>
      <dgm:t>
        <a:bodyPr/>
        <a:lstStyle/>
        <a:p>
          <a:endParaRPr lang="en-US"/>
        </a:p>
      </dgm:t>
    </dgm:pt>
    <dgm:pt modelId="{7815CD87-04B1-4AC8-9F2E-82337BB51B4C}">
      <dgm:prSet/>
      <dgm:spPr/>
      <dgm:t>
        <a:bodyPr/>
        <a:lstStyle/>
        <a:p>
          <a:r>
            <a:rPr lang="en-US" b="1" i="0"/>
            <a:t>Testing Phase</a:t>
          </a:r>
          <a:endParaRPr lang="en-US"/>
        </a:p>
      </dgm:t>
    </dgm:pt>
    <dgm:pt modelId="{EC32B22A-7146-4095-888A-B5B7BA8D03E2}" type="parTrans" cxnId="{D7C2679A-1C60-4B00-B05F-F6B49CD76BF4}">
      <dgm:prSet/>
      <dgm:spPr/>
      <dgm:t>
        <a:bodyPr/>
        <a:lstStyle/>
        <a:p>
          <a:endParaRPr lang="en-US"/>
        </a:p>
      </dgm:t>
    </dgm:pt>
    <dgm:pt modelId="{0D7050C2-5543-482F-B1AD-F1084883850A}" type="sibTrans" cxnId="{D7C2679A-1C60-4B00-B05F-F6B49CD76BF4}">
      <dgm:prSet/>
      <dgm:spPr/>
      <dgm:t>
        <a:bodyPr/>
        <a:lstStyle/>
        <a:p>
          <a:endParaRPr lang="en-US"/>
        </a:p>
      </dgm:t>
    </dgm:pt>
    <dgm:pt modelId="{752786CF-D1B1-4E39-8345-8C09B67A7ED9}">
      <dgm:prSet/>
      <dgm:spPr/>
      <dgm:t>
        <a:bodyPr/>
        <a:lstStyle/>
        <a:p>
          <a:r>
            <a:rPr lang="en-US" b="1" i="0" dirty="0"/>
            <a:t>Deployment Phase</a:t>
          </a:r>
          <a:endParaRPr lang="en-US" dirty="0"/>
        </a:p>
      </dgm:t>
    </dgm:pt>
    <dgm:pt modelId="{26F8176D-4B27-435A-8850-962246F82ED1}" type="parTrans" cxnId="{5F27FF48-A106-4C46-A6A5-315188B2DBB3}">
      <dgm:prSet/>
      <dgm:spPr/>
      <dgm:t>
        <a:bodyPr/>
        <a:lstStyle/>
        <a:p>
          <a:endParaRPr lang="en-US"/>
        </a:p>
      </dgm:t>
    </dgm:pt>
    <dgm:pt modelId="{1E76334B-C557-4D2B-80A0-F069106D3E36}" type="sibTrans" cxnId="{5F27FF48-A106-4C46-A6A5-315188B2DBB3}">
      <dgm:prSet/>
      <dgm:spPr/>
      <dgm:t>
        <a:bodyPr/>
        <a:lstStyle/>
        <a:p>
          <a:endParaRPr lang="en-US"/>
        </a:p>
      </dgm:t>
    </dgm:pt>
    <dgm:pt modelId="{BA997A55-0CBD-4D84-B2B4-A4F5779B6BAE}">
      <dgm:prSet/>
      <dgm:spPr/>
      <dgm:t>
        <a:bodyPr/>
        <a:lstStyle/>
        <a:p>
          <a:r>
            <a:rPr lang="en-US" b="1" i="0" dirty="0"/>
            <a:t>Maintenance Phase</a:t>
          </a:r>
          <a:endParaRPr lang="en-US" dirty="0"/>
        </a:p>
      </dgm:t>
    </dgm:pt>
    <dgm:pt modelId="{53771C47-51B6-4CC6-957C-F0DD4C3CA85C}" type="parTrans" cxnId="{C7BF1D29-54FE-4A83-B537-C40966024EB1}">
      <dgm:prSet/>
      <dgm:spPr/>
      <dgm:t>
        <a:bodyPr/>
        <a:lstStyle/>
        <a:p>
          <a:endParaRPr lang="en-US"/>
        </a:p>
      </dgm:t>
    </dgm:pt>
    <dgm:pt modelId="{805DF2FC-4C80-451B-AF79-CEA640C700C4}" type="sibTrans" cxnId="{C7BF1D29-54FE-4A83-B537-C40966024EB1}">
      <dgm:prSet/>
      <dgm:spPr/>
      <dgm:t>
        <a:bodyPr/>
        <a:lstStyle/>
        <a:p>
          <a:endParaRPr lang="en-US"/>
        </a:p>
      </dgm:t>
    </dgm:pt>
    <dgm:pt modelId="{549AF04C-EDFD-441C-9AC4-04520D3DD2BE}" type="pres">
      <dgm:prSet presAssocID="{CC3A165D-3E99-40F6-B4BD-A7245616DFA1}" presName="Name0" presStyleCnt="0">
        <dgm:presLayoutVars>
          <dgm:dir/>
          <dgm:resizeHandles val="exact"/>
        </dgm:presLayoutVars>
      </dgm:prSet>
      <dgm:spPr/>
    </dgm:pt>
    <dgm:pt modelId="{03832A67-9DE3-4A71-8287-128DFACB7863}" type="pres">
      <dgm:prSet presAssocID="{B8F8860A-3038-4EFC-BA9A-734839D1DE97}" presName="node" presStyleLbl="node1" presStyleIdx="0" presStyleCnt="8">
        <dgm:presLayoutVars>
          <dgm:bulletEnabled val="1"/>
        </dgm:presLayoutVars>
      </dgm:prSet>
      <dgm:spPr/>
    </dgm:pt>
    <dgm:pt modelId="{035326DE-B0BD-4EE6-826C-A4CD7E211875}" type="pres">
      <dgm:prSet presAssocID="{CB66B785-7925-461D-868A-6EFCF6417364}" presName="sibTrans" presStyleLbl="sibTrans2D1" presStyleIdx="0" presStyleCnt="7"/>
      <dgm:spPr/>
    </dgm:pt>
    <dgm:pt modelId="{60505FB5-D39E-4AA6-BF8F-F755211FC12C}" type="pres">
      <dgm:prSet presAssocID="{CB66B785-7925-461D-868A-6EFCF6417364}" presName="connectorText" presStyleLbl="sibTrans2D1" presStyleIdx="0" presStyleCnt="7"/>
      <dgm:spPr/>
    </dgm:pt>
    <dgm:pt modelId="{8FC030CC-C2AA-43F8-8BC0-8D937FAA2765}" type="pres">
      <dgm:prSet presAssocID="{17DA61F8-9F94-4DF7-8C90-CC86A5459502}" presName="node" presStyleLbl="node1" presStyleIdx="1" presStyleCnt="8">
        <dgm:presLayoutVars>
          <dgm:bulletEnabled val="1"/>
        </dgm:presLayoutVars>
      </dgm:prSet>
      <dgm:spPr/>
    </dgm:pt>
    <dgm:pt modelId="{1E03857D-1BF0-45A6-87F0-92113FC3765F}" type="pres">
      <dgm:prSet presAssocID="{39282CAC-871C-466A-AD52-680CBBD17B8A}" presName="sibTrans" presStyleLbl="sibTrans2D1" presStyleIdx="1" presStyleCnt="7"/>
      <dgm:spPr/>
    </dgm:pt>
    <dgm:pt modelId="{7B23A071-777D-4868-B968-1AF33EA97709}" type="pres">
      <dgm:prSet presAssocID="{39282CAC-871C-466A-AD52-680CBBD17B8A}" presName="connectorText" presStyleLbl="sibTrans2D1" presStyleIdx="1" presStyleCnt="7"/>
      <dgm:spPr/>
    </dgm:pt>
    <dgm:pt modelId="{E6740E45-44D5-4EF1-AAD8-900E4137F795}" type="pres">
      <dgm:prSet presAssocID="{D7C41D13-5B25-4DD1-B0DA-7B37AB543647}" presName="node" presStyleLbl="node1" presStyleIdx="2" presStyleCnt="8">
        <dgm:presLayoutVars>
          <dgm:bulletEnabled val="1"/>
        </dgm:presLayoutVars>
      </dgm:prSet>
      <dgm:spPr/>
    </dgm:pt>
    <dgm:pt modelId="{839CC336-BA96-43E8-B4AE-DF91DE6CAE6E}" type="pres">
      <dgm:prSet presAssocID="{67D33DD9-1B17-4A13-96A6-EEA33FBE5CD1}" presName="sibTrans" presStyleLbl="sibTrans2D1" presStyleIdx="2" presStyleCnt="7"/>
      <dgm:spPr/>
    </dgm:pt>
    <dgm:pt modelId="{5F39CA60-75DA-4E66-9967-192B681C53E2}" type="pres">
      <dgm:prSet presAssocID="{67D33DD9-1B17-4A13-96A6-EEA33FBE5CD1}" presName="connectorText" presStyleLbl="sibTrans2D1" presStyleIdx="2" presStyleCnt="7"/>
      <dgm:spPr/>
    </dgm:pt>
    <dgm:pt modelId="{BFC769C1-B910-44FE-A50D-69011B4A35AD}" type="pres">
      <dgm:prSet presAssocID="{79739C99-5733-45CA-8AD9-80D557619B87}" presName="node" presStyleLbl="node1" presStyleIdx="3" presStyleCnt="8">
        <dgm:presLayoutVars>
          <dgm:bulletEnabled val="1"/>
        </dgm:presLayoutVars>
      </dgm:prSet>
      <dgm:spPr/>
    </dgm:pt>
    <dgm:pt modelId="{B0A9185C-9075-473F-9C21-7280C31CD1AE}" type="pres">
      <dgm:prSet presAssocID="{9588485D-3E5D-46E0-B2B0-81CDB4AB31A4}" presName="sibTrans" presStyleLbl="sibTrans2D1" presStyleIdx="3" presStyleCnt="7"/>
      <dgm:spPr/>
    </dgm:pt>
    <dgm:pt modelId="{CB07BCD3-869D-46E6-B07B-05F3FCBF53DE}" type="pres">
      <dgm:prSet presAssocID="{9588485D-3E5D-46E0-B2B0-81CDB4AB31A4}" presName="connectorText" presStyleLbl="sibTrans2D1" presStyleIdx="3" presStyleCnt="7"/>
      <dgm:spPr/>
    </dgm:pt>
    <dgm:pt modelId="{BDA13CE1-6166-4051-A804-1A14F29A9A00}" type="pres">
      <dgm:prSet presAssocID="{AF170E60-57B6-4023-9F7C-B2D91C05B3C7}" presName="node" presStyleLbl="node1" presStyleIdx="4" presStyleCnt="8">
        <dgm:presLayoutVars>
          <dgm:bulletEnabled val="1"/>
        </dgm:presLayoutVars>
      </dgm:prSet>
      <dgm:spPr/>
    </dgm:pt>
    <dgm:pt modelId="{348BCF4A-B114-40CB-8DBE-7D4B64E4F839}" type="pres">
      <dgm:prSet presAssocID="{59687841-1013-4AB5-8AFE-9CCD012D4AAE}" presName="sibTrans" presStyleLbl="sibTrans2D1" presStyleIdx="4" presStyleCnt="7"/>
      <dgm:spPr/>
    </dgm:pt>
    <dgm:pt modelId="{3855B2EC-B918-42EF-AA15-A71D7ED71C6D}" type="pres">
      <dgm:prSet presAssocID="{59687841-1013-4AB5-8AFE-9CCD012D4AAE}" presName="connectorText" presStyleLbl="sibTrans2D1" presStyleIdx="4" presStyleCnt="7"/>
      <dgm:spPr/>
    </dgm:pt>
    <dgm:pt modelId="{C34A082D-6009-4555-B202-AF1432FD2344}" type="pres">
      <dgm:prSet presAssocID="{7815CD87-04B1-4AC8-9F2E-82337BB51B4C}" presName="node" presStyleLbl="node1" presStyleIdx="5" presStyleCnt="8">
        <dgm:presLayoutVars>
          <dgm:bulletEnabled val="1"/>
        </dgm:presLayoutVars>
      </dgm:prSet>
      <dgm:spPr/>
    </dgm:pt>
    <dgm:pt modelId="{F836578C-CCC1-4604-83A7-B0B28B30C4A1}" type="pres">
      <dgm:prSet presAssocID="{0D7050C2-5543-482F-B1AD-F1084883850A}" presName="sibTrans" presStyleLbl="sibTrans2D1" presStyleIdx="5" presStyleCnt="7"/>
      <dgm:spPr/>
    </dgm:pt>
    <dgm:pt modelId="{4BE40AB9-C5C3-47F4-A9FD-A1042F1593DB}" type="pres">
      <dgm:prSet presAssocID="{0D7050C2-5543-482F-B1AD-F1084883850A}" presName="connectorText" presStyleLbl="sibTrans2D1" presStyleIdx="5" presStyleCnt="7"/>
      <dgm:spPr/>
    </dgm:pt>
    <dgm:pt modelId="{9EDF00FD-3EEA-40E1-8BFB-9B03C9944DF4}" type="pres">
      <dgm:prSet presAssocID="{752786CF-D1B1-4E39-8345-8C09B67A7ED9}" presName="node" presStyleLbl="node1" presStyleIdx="6" presStyleCnt="8">
        <dgm:presLayoutVars>
          <dgm:bulletEnabled val="1"/>
        </dgm:presLayoutVars>
      </dgm:prSet>
      <dgm:spPr/>
    </dgm:pt>
    <dgm:pt modelId="{90454B4E-3E17-49CB-BB34-920EB6DB5192}" type="pres">
      <dgm:prSet presAssocID="{1E76334B-C557-4D2B-80A0-F069106D3E36}" presName="sibTrans" presStyleLbl="sibTrans2D1" presStyleIdx="6" presStyleCnt="7"/>
      <dgm:spPr/>
    </dgm:pt>
    <dgm:pt modelId="{307754AC-478B-4946-B9CD-2868EF26BBDC}" type="pres">
      <dgm:prSet presAssocID="{1E76334B-C557-4D2B-80A0-F069106D3E36}" presName="connectorText" presStyleLbl="sibTrans2D1" presStyleIdx="6" presStyleCnt="7"/>
      <dgm:spPr/>
    </dgm:pt>
    <dgm:pt modelId="{BFE2D2CB-629C-460D-8AB8-47945518ED2B}" type="pres">
      <dgm:prSet presAssocID="{BA997A55-0CBD-4D84-B2B4-A4F5779B6BAE}" presName="node" presStyleLbl="node1" presStyleIdx="7" presStyleCnt="8">
        <dgm:presLayoutVars>
          <dgm:bulletEnabled val="1"/>
        </dgm:presLayoutVars>
      </dgm:prSet>
      <dgm:spPr/>
    </dgm:pt>
  </dgm:ptLst>
  <dgm:cxnLst>
    <dgm:cxn modelId="{B602E502-A763-4C17-A51E-06EAE004B3C3}" type="presOf" srcId="{752786CF-D1B1-4E39-8345-8C09B67A7ED9}" destId="{9EDF00FD-3EEA-40E1-8BFB-9B03C9944DF4}" srcOrd="0" destOrd="0" presId="urn:microsoft.com/office/officeart/2005/8/layout/process1"/>
    <dgm:cxn modelId="{4F1E2713-E5C4-45D1-9707-DFFE263DB15C}" type="presOf" srcId="{1E76334B-C557-4D2B-80A0-F069106D3E36}" destId="{307754AC-478B-4946-B9CD-2868EF26BBDC}" srcOrd="1" destOrd="0" presId="urn:microsoft.com/office/officeart/2005/8/layout/process1"/>
    <dgm:cxn modelId="{8C3E0917-A2DD-43FF-9247-4C01C5589DA1}" type="presOf" srcId="{D7C41D13-5B25-4DD1-B0DA-7B37AB543647}" destId="{E6740E45-44D5-4EF1-AAD8-900E4137F795}" srcOrd="0" destOrd="0" presId="urn:microsoft.com/office/officeart/2005/8/layout/process1"/>
    <dgm:cxn modelId="{6DDCFE1C-1E70-4785-BAC0-802D8698B10A}" type="presOf" srcId="{67D33DD9-1B17-4A13-96A6-EEA33FBE5CD1}" destId="{5F39CA60-75DA-4E66-9967-192B681C53E2}" srcOrd="1" destOrd="0" presId="urn:microsoft.com/office/officeart/2005/8/layout/process1"/>
    <dgm:cxn modelId="{C7BF1D29-54FE-4A83-B537-C40966024EB1}" srcId="{CC3A165D-3E99-40F6-B4BD-A7245616DFA1}" destId="{BA997A55-0CBD-4D84-B2B4-A4F5779B6BAE}" srcOrd="7" destOrd="0" parTransId="{53771C47-51B6-4CC6-957C-F0DD4C3CA85C}" sibTransId="{805DF2FC-4C80-451B-AF79-CEA640C700C4}"/>
    <dgm:cxn modelId="{A916252D-3188-468F-8F85-FE7D4CE3C06D}" srcId="{CC3A165D-3E99-40F6-B4BD-A7245616DFA1}" destId="{AF170E60-57B6-4023-9F7C-B2D91C05B3C7}" srcOrd="4" destOrd="0" parTransId="{149BECF8-6C99-449D-A8FC-AD3025E4C40D}" sibTransId="{59687841-1013-4AB5-8AFE-9CCD012D4AAE}"/>
    <dgm:cxn modelId="{6A496939-5BBE-4FA7-8674-173DACB6E054}" type="presOf" srcId="{9588485D-3E5D-46E0-B2B0-81CDB4AB31A4}" destId="{B0A9185C-9075-473F-9C21-7280C31CD1AE}" srcOrd="0" destOrd="0" presId="urn:microsoft.com/office/officeart/2005/8/layout/process1"/>
    <dgm:cxn modelId="{7DF0293C-3050-4D12-A9BB-6C39A8ACEB61}" type="presOf" srcId="{39282CAC-871C-466A-AD52-680CBBD17B8A}" destId="{1E03857D-1BF0-45A6-87F0-92113FC3765F}" srcOrd="0" destOrd="0" presId="urn:microsoft.com/office/officeart/2005/8/layout/process1"/>
    <dgm:cxn modelId="{105C2B60-7C71-4900-A59F-77D8E93D4F10}" type="presOf" srcId="{79739C99-5733-45CA-8AD9-80D557619B87}" destId="{BFC769C1-B910-44FE-A50D-69011B4A35AD}" srcOrd="0" destOrd="0" presId="urn:microsoft.com/office/officeart/2005/8/layout/process1"/>
    <dgm:cxn modelId="{50272063-6BD9-49C5-8B7C-8C0BCB34CFDD}" type="presOf" srcId="{17DA61F8-9F94-4DF7-8C90-CC86A5459502}" destId="{8FC030CC-C2AA-43F8-8BC0-8D937FAA2765}" srcOrd="0" destOrd="0" presId="urn:microsoft.com/office/officeart/2005/8/layout/process1"/>
    <dgm:cxn modelId="{19381D68-3437-4686-9AE7-53CF9AE351D0}" type="presOf" srcId="{7815CD87-04B1-4AC8-9F2E-82337BB51B4C}" destId="{C34A082D-6009-4555-B202-AF1432FD2344}" srcOrd="0" destOrd="0" presId="urn:microsoft.com/office/officeart/2005/8/layout/process1"/>
    <dgm:cxn modelId="{5F27FF48-A106-4C46-A6A5-315188B2DBB3}" srcId="{CC3A165D-3E99-40F6-B4BD-A7245616DFA1}" destId="{752786CF-D1B1-4E39-8345-8C09B67A7ED9}" srcOrd="6" destOrd="0" parTransId="{26F8176D-4B27-435A-8850-962246F82ED1}" sibTransId="{1E76334B-C557-4D2B-80A0-F069106D3E36}"/>
    <dgm:cxn modelId="{C3F29E6B-9D51-46E4-9F8B-DC5A6D56639B}" type="presOf" srcId="{9588485D-3E5D-46E0-B2B0-81CDB4AB31A4}" destId="{CB07BCD3-869D-46E6-B07B-05F3FCBF53DE}" srcOrd="1" destOrd="0" presId="urn:microsoft.com/office/officeart/2005/8/layout/process1"/>
    <dgm:cxn modelId="{3EA13E74-C9F7-486D-B44B-62445894B392}" type="presOf" srcId="{59687841-1013-4AB5-8AFE-9CCD012D4AAE}" destId="{3855B2EC-B918-42EF-AA15-A71D7ED71C6D}" srcOrd="1" destOrd="0" presId="urn:microsoft.com/office/officeart/2005/8/layout/process1"/>
    <dgm:cxn modelId="{E6FE3176-627C-4480-912C-B3E5F826F0E0}" type="presOf" srcId="{BA997A55-0CBD-4D84-B2B4-A4F5779B6BAE}" destId="{BFE2D2CB-629C-460D-8AB8-47945518ED2B}" srcOrd="0" destOrd="0" presId="urn:microsoft.com/office/officeart/2005/8/layout/process1"/>
    <dgm:cxn modelId="{7A2E8179-CD74-4051-9C2A-AAA2F3893698}" type="presOf" srcId="{CB66B785-7925-461D-868A-6EFCF6417364}" destId="{035326DE-B0BD-4EE6-826C-A4CD7E211875}" srcOrd="0" destOrd="0" presId="urn:microsoft.com/office/officeart/2005/8/layout/process1"/>
    <dgm:cxn modelId="{9AA94D83-DF58-446C-84B4-A4B31772CEC8}" type="presOf" srcId="{67D33DD9-1B17-4A13-96A6-EEA33FBE5CD1}" destId="{839CC336-BA96-43E8-B4AE-DF91DE6CAE6E}" srcOrd="0" destOrd="0" presId="urn:microsoft.com/office/officeart/2005/8/layout/process1"/>
    <dgm:cxn modelId="{95A48085-E07D-40F4-93D4-3D2DC91D35A3}" type="presOf" srcId="{0D7050C2-5543-482F-B1AD-F1084883850A}" destId="{4BE40AB9-C5C3-47F4-A9FD-A1042F1593DB}" srcOrd="1" destOrd="0" presId="urn:microsoft.com/office/officeart/2005/8/layout/process1"/>
    <dgm:cxn modelId="{46A0D08E-943F-4978-9F98-4D1D0600C6DD}" type="presOf" srcId="{1E76334B-C557-4D2B-80A0-F069106D3E36}" destId="{90454B4E-3E17-49CB-BB34-920EB6DB5192}" srcOrd="0" destOrd="0" presId="urn:microsoft.com/office/officeart/2005/8/layout/process1"/>
    <dgm:cxn modelId="{04B5F78E-6BEA-47A2-9C84-E9F5E62BA6A3}" type="presOf" srcId="{0D7050C2-5543-482F-B1AD-F1084883850A}" destId="{F836578C-CCC1-4604-83A7-B0B28B30C4A1}" srcOrd="0" destOrd="0" presId="urn:microsoft.com/office/officeart/2005/8/layout/process1"/>
    <dgm:cxn modelId="{D7C2679A-1C60-4B00-B05F-F6B49CD76BF4}" srcId="{CC3A165D-3E99-40F6-B4BD-A7245616DFA1}" destId="{7815CD87-04B1-4AC8-9F2E-82337BB51B4C}" srcOrd="5" destOrd="0" parTransId="{EC32B22A-7146-4095-888A-B5B7BA8D03E2}" sibTransId="{0D7050C2-5543-482F-B1AD-F1084883850A}"/>
    <dgm:cxn modelId="{A0E0FB9F-25E4-4D86-BF48-254C9CE37926}" type="presOf" srcId="{AF170E60-57B6-4023-9F7C-B2D91C05B3C7}" destId="{BDA13CE1-6166-4051-A804-1A14F29A9A00}" srcOrd="0" destOrd="0" presId="urn:microsoft.com/office/officeart/2005/8/layout/process1"/>
    <dgm:cxn modelId="{A6B532A5-0EB7-4E61-86C1-5A69CDE9A506}" type="presOf" srcId="{39282CAC-871C-466A-AD52-680CBBD17B8A}" destId="{7B23A071-777D-4868-B968-1AF33EA97709}" srcOrd="1" destOrd="0" presId="urn:microsoft.com/office/officeart/2005/8/layout/process1"/>
    <dgm:cxn modelId="{CF3B09B0-3DFD-4E58-B0DE-9CE764030F59}" type="presOf" srcId="{CC3A165D-3E99-40F6-B4BD-A7245616DFA1}" destId="{549AF04C-EDFD-441C-9AC4-04520D3DD2BE}" srcOrd="0" destOrd="0" presId="urn:microsoft.com/office/officeart/2005/8/layout/process1"/>
    <dgm:cxn modelId="{F3ABA5BE-6E0E-4A23-A5E7-01C302FA0F66}" srcId="{CC3A165D-3E99-40F6-B4BD-A7245616DFA1}" destId="{B8F8860A-3038-4EFC-BA9A-734839D1DE97}" srcOrd="0" destOrd="0" parTransId="{EC6CE10B-5DCB-463A-AB0E-667B49C32E4D}" sibTransId="{CB66B785-7925-461D-868A-6EFCF6417364}"/>
    <dgm:cxn modelId="{B565BBCF-456E-43D6-BCEC-50DD837E6D31}" srcId="{CC3A165D-3E99-40F6-B4BD-A7245616DFA1}" destId="{79739C99-5733-45CA-8AD9-80D557619B87}" srcOrd="3" destOrd="0" parTransId="{A9CA8E43-4090-4C55-84DB-0895294F82CD}" sibTransId="{9588485D-3E5D-46E0-B2B0-81CDB4AB31A4}"/>
    <dgm:cxn modelId="{725E2FD4-C484-4D5F-A963-BCBFF4AF9273}" type="presOf" srcId="{CB66B785-7925-461D-868A-6EFCF6417364}" destId="{60505FB5-D39E-4AA6-BF8F-F755211FC12C}" srcOrd="1" destOrd="0" presId="urn:microsoft.com/office/officeart/2005/8/layout/process1"/>
    <dgm:cxn modelId="{559500D9-D9A6-43F2-8239-B8500E115866}" srcId="{CC3A165D-3E99-40F6-B4BD-A7245616DFA1}" destId="{D7C41D13-5B25-4DD1-B0DA-7B37AB543647}" srcOrd="2" destOrd="0" parTransId="{3F9552C3-19E1-41A7-BFCC-7105C4F55A14}" sibTransId="{67D33DD9-1B17-4A13-96A6-EEA33FBE5CD1}"/>
    <dgm:cxn modelId="{A9FEB8E6-4FA0-4EF8-8368-057F43B709F5}" srcId="{CC3A165D-3E99-40F6-B4BD-A7245616DFA1}" destId="{17DA61F8-9F94-4DF7-8C90-CC86A5459502}" srcOrd="1" destOrd="0" parTransId="{2426FAC8-DA2E-41EA-BDA2-F04A23D6A053}" sibTransId="{39282CAC-871C-466A-AD52-680CBBD17B8A}"/>
    <dgm:cxn modelId="{C1E746EA-617D-4619-9BCA-40B4696E7007}" type="presOf" srcId="{B8F8860A-3038-4EFC-BA9A-734839D1DE97}" destId="{03832A67-9DE3-4A71-8287-128DFACB7863}" srcOrd="0" destOrd="0" presId="urn:microsoft.com/office/officeart/2005/8/layout/process1"/>
    <dgm:cxn modelId="{C73BD4F8-898B-469D-98B5-F53CAE32BE46}" type="presOf" srcId="{59687841-1013-4AB5-8AFE-9CCD012D4AAE}" destId="{348BCF4A-B114-40CB-8DBE-7D4B64E4F839}" srcOrd="0" destOrd="0" presId="urn:microsoft.com/office/officeart/2005/8/layout/process1"/>
    <dgm:cxn modelId="{C7517402-BB78-4FAE-A3A5-F248468C4E19}" type="presParOf" srcId="{549AF04C-EDFD-441C-9AC4-04520D3DD2BE}" destId="{03832A67-9DE3-4A71-8287-128DFACB7863}" srcOrd="0" destOrd="0" presId="urn:microsoft.com/office/officeart/2005/8/layout/process1"/>
    <dgm:cxn modelId="{5E2780FF-77B3-4FBA-BFF0-4C1BE43C2684}" type="presParOf" srcId="{549AF04C-EDFD-441C-9AC4-04520D3DD2BE}" destId="{035326DE-B0BD-4EE6-826C-A4CD7E211875}" srcOrd="1" destOrd="0" presId="urn:microsoft.com/office/officeart/2005/8/layout/process1"/>
    <dgm:cxn modelId="{D5FDC098-DDC9-4BB1-B82D-355FEE4A8547}" type="presParOf" srcId="{035326DE-B0BD-4EE6-826C-A4CD7E211875}" destId="{60505FB5-D39E-4AA6-BF8F-F755211FC12C}" srcOrd="0" destOrd="0" presId="urn:microsoft.com/office/officeart/2005/8/layout/process1"/>
    <dgm:cxn modelId="{DF07CECD-1F86-4396-A338-0DB480224A01}" type="presParOf" srcId="{549AF04C-EDFD-441C-9AC4-04520D3DD2BE}" destId="{8FC030CC-C2AA-43F8-8BC0-8D937FAA2765}" srcOrd="2" destOrd="0" presId="urn:microsoft.com/office/officeart/2005/8/layout/process1"/>
    <dgm:cxn modelId="{336D103B-424F-4626-A0D6-088FD2BFCD84}" type="presParOf" srcId="{549AF04C-EDFD-441C-9AC4-04520D3DD2BE}" destId="{1E03857D-1BF0-45A6-87F0-92113FC3765F}" srcOrd="3" destOrd="0" presId="urn:microsoft.com/office/officeart/2005/8/layout/process1"/>
    <dgm:cxn modelId="{58D0DC2D-856E-43B2-8C25-ECAB14A128A3}" type="presParOf" srcId="{1E03857D-1BF0-45A6-87F0-92113FC3765F}" destId="{7B23A071-777D-4868-B968-1AF33EA97709}" srcOrd="0" destOrd="0" presId="urn:microsoft.com/office/officeart/2005/8/layout/process1"/>
    <dgm:cxn modelId="{DC66EEA5-90CD-4EB2-8538-BAE067F3A26E}" type="presParOf" srcId="{549AF04C-EDFD-441C-9AC4-04520D3DD2BE}" destId="{E6740E45-44D5-4EF1-AAD8-900E4137F795}" srcOrd="4" destOrd="0" presId="urn:microsoft.com/office/officeart/2005/8/layout/process1"/>
    <dgm:cxn modelId="{5A13DAFB-D025-4333-B967-7EC546911F7B}" type="presParOf" srcId="{549AF04C-EDFD-441C-9AC4-04520D3DD2BE}" destId="{839CC336-BA96-43E8-B4AE-DF91DE6CAE6E}" srcOrd="5" destOrd="0" presId="urn:microsoft.com/office/officeart/2005/8/layout/process1"/>
    <dgm:cxn modelId="{E4DE65C5-9AA5-41C9-884E-C111AAEBE08E}" type="presParOf" srcId="{839CC336-BA96-43E8-B4AE-DF91DE6CAE6E}" destId="{5F39CA60-75DA-4E66-9967-192B681C53E2}" srcOrd="0" destOrd="0" presId="urn:microsoft.com/office/officeart/2005/8/layout/process1"/>
    <dgm:cxn modelId="{FCA6ED7B-7076-4C33-AA5E-B5F08EEF4FBC}" type="presParOf" srcId="{549AF04C-EDFD-441C-9AC4-04520D3DD2BE}" destId="{BFC769C1-B910-44FE-A50D-69011B4A35AD}" srcOrd="6" destOrd="0" presId="urn:microsoft.com/office/officeart/2005/8/layout/process1"/>
    <dgm:cxn modelId="{9A80B86D-ADB0-498E-9172-0564C6C92981}" type="presParOf" srcId="{549AF04C-EDFD-441C-9AC4-04520D3DD2BE}" destId="{B0A9185C-9075-473F-9C21-7280C31CD1AE}" srcOrd="7" destOrd="0" presId="urn:microsoft.com/office/officeart/2005/8/layout/process1"/>
    <dgm:cxn modelId="{C06A859A-7927-439C-A5E9-E64DCA435995}" type="presParOf" srcId="{B0A9185C-9075-473F-9C21-7280C31CD1AE}" destId="{CB07BCD3-869D-46E6-B07B-05F3FCBF53DE}" srcOrd="0" destOrd="0" presId="urn:microsoft.com/office/officeart/2005/8/layout/process1"/>
    <dgm:cxn modelId="{15395DAC-04B4-4678-8471-2A8A0DDC4074}" type="presParOf" srcId="{549AF04C-EDFD-441C-9AC4-04520D3DD2BE}" destId="{BDA13CE1-6166-4051-A804-1A14F29A9A00}" srcOrd="8" destOrd="0" presId="urn:microsoft.com/office/officeart/2005/8/layout/process1"/>
    <dgm:cxn modelId="{E11BF052-7E6A-42CE-BBBD-BBB1EA414F41}" type="presParOf" srcId="{549AF04C-EDFD-441C-9AC4-04520D3DD2BE}" destId="{348BCF4A-B114-40CB-8DBE-7D4B64E4F839}" srcOrd="9" destOrd="0" presId="urn:microsoft.com/office/officeart/2005/8/layout/process1"/>
    <dgm:cxn modelId="{328769AA-5CE0-4994-A5F2-76D953482401}" type="presParOf" srcId="{348BCF4A-B114-40CB-8DBE-7D4B64E4F839}" destId="{3855B2EC-B918-42EF-AA15-A71D7ED71C6D}" srcOrd="0" destOrd="0" presId="urn:microsoft.com/office/officeart/2005/8/layout/process1"/>
    <dgm:cxn modelId="{B047F62B-180B-4684-95B8-F11D5AFDA4E4}" type="presParOf" srcId="{549AF04C-EDFD-441C-9AC4-04520D3DD2BE}" destId="{C34A082D-6009-4555-B202-AF1432FD2344}" srcOrd="10" destOrd="0" presId="urn:microsoft.com/office/officeart/2005/8/layout/process1"/>
    <dgm:cxn modelId="{CDCD0494-8116-4077-9A08-2F2CC279F0D5}" type="presParOf" srcId="{549AF04C-EDFD-441C-9AC4-04520D3DD2BE}" destId="{F836578C-CCC1-4604-83A7-B0B28B30C4A1}" srcOrd="11" destOrd="0" presId="urn:microsoft.com/office/officeart/2005/8/layout/process1"/>
    <dgm:cxn modelId="{2F2D22AE-B4EC-470C-BD20-15131DBB9BFD}" type="presParOf" srcId="{F836578C-CCC1-4604-83A7-B0B28B30C4A1}" destId="{4BE40AB9-C5C3-47F4-A9FD-A1042F1593DB}" srcOrd="0" destOrd="0" presId="urn:microsoft.com/office/officeart/2005/8/layout/process1"/>
    <dgm:cxn modelId="{B1A467C3-A192-44EA-B3FE-64FB5974E866}" type="presParOf" srcId="{549AF04C-EDFD-441C-9AC4-04520D3DD2BE}" destId="{9EDF00FD-3EEA-40E1-8BFB-9B03C9944DF4}" srcOrd="12" destOrd="0" presId="urn:microsoft.com/office/officeart/2005/8/layout/process1"/>
    <dgm:cxn modelId="{1CADB8E0-BF79-44A5-84B9-17F54887C5C0}" type="presParOf" srcId="{549AF04C-EDFD-441C-9AC4-04520D3DD2BE}" destId="{90454B4E-3E17-49CB-BB34-920EB6DB5192}" srcOrd="13" destOrd="0" presId="urn:microsoft.com/office/officeart/2005/8/layout/process1"/>
    <dgm:cxn modelId="{262CA01F-2F2E-44F0-A5EE-539CB1E247F1}" type="presParOf" srcId="{90454B4E-3E17-49CB-BB34-920EB6DB5192}" destId="{307754AC-478B-4946-B9CD-2868EF26BBDC}" srcOrd="0" destOrd="0" presId="urn:microsoft.com/office/officeart/2005/8/layout/process1"/>
    <dgm:cxn modelId="{8A47DFE9-82C4-4FED-80E8-9758AE0F29CA}" type="presParOf" srcId="{549AF04C-EDFD-441C-9AC4-04520D3DD2BE}" destId="{BFE2D2CB-629C-460D-8AB8-47945518ED2B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C3A165D-3E99-40F6-B4BD-A7245616DFA1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</dgm:pt>
    <dgm:pt modelId="{B8F8860A-3038-4EFC-BA9A-734839D1DE97}">
      <dgm:prSet phldrT="[Text]"/>
      <dgm:spPr/>
      <dgm:t>
        <a:bodyPr/>
        <a:lstStyle/>
        <a:p>
          <a:r>
            <a:rPr lang="en-US" b="1" i="0" dirty="0"/>
            <a:t>Initiation Phase</a:t>
          </a:r>
          <a:endParaRPr lang="en-US" dirty="0"/>
        </a:p>
      </dgm:t>
    </dgm:pt>
    <dgm:pt modelId="{EC6CE10B-5DCB-463A-AB0E-667B49C32E4D}" type="parTrans" cxnId="{F3ABA5BE-6E0E-4A23-A5E7-01C302FA0F66}">
      <dgm:prSet/>
      <dgm:spPr/>
      <dgm:t>
        <a:bodyPr/>
        <a:lstStyle/>
        <a:p>
          <a:endParaRPr lang="en-US"/>
        </a:p>
      </dgm:t>
    </dgm:pt>
    <dgm:pt modelId="{CB66B785-7925-461D-868A-6EFCF6417364}" type="sibTrans" cxnId="{F3ABA5BE-6E0E-4A23-A5E7-01C302FA0F66}">
      <dgm:prSet/>
      <dgm:spPr/>
      <dgm:t>
        <a:bodyPr/>
        <a:lstStyle/>
        <a:p>
          <a:endParaRPr lang="en-US"/>
        </a:p>
      </dgm:t>
    </dgm:pt>
    <dgm:pt modelId="{17DA61F8-9F94-4DF7-8C90-CC86A5459502}">
      <dgm:prSet phldrT="[Text]"/>
      <dgm:spPr/>
      <dgm:t>
        <a:bodyPr/>
        <a:lstStyle/>
        <a:p>
          <a:r>
            <a:rPr lang="en-US" b="1" i="0" dirty="0"/>
            <a:t>Planning Phase</a:t>
          </a:r>
          <a:endParaRPr lang="en-US" dirty="0"/>
        </a:p>
      </dgm:t>
    </dgm:pt>
    <dgm:pt modelId="{2426FAC8-DA2E-41EA-BDA2-F04A23D6A053}" type="parTrans" cxnId="{A9FEB8E6-4FA0-4EF8-8368-057F43B709F5}">
      <dgm:prSet/>
      <dgm:spPr/>
      <dgm:t>
        <a:bodyPr/>
        <a:lstStyle/>
        <a:p>
          <a:endParaRPr lang="en-US"/>
        </a:p>
      </dgm:t>
    </dgm:pt>
    <dgm:pt modelId="{39282CAC-871C-466A-AD52-680CBBD17B8A}" type="sibTrans" cxnId="{A9FEB8E6-4FA0-4EF8-8368-057F43B709F5}">
      <dgm:prSet/>
      <dgm:spPr/>
      <dgm:t>
        <a:bodyPr/>
        <a:lstStyle/>
        <a:p>
          <a:endParaRPr lang="en-US"/>
        </a:p>
      </dgm:t>
    </dgm:pt>
    <dgm:pt modelId="{D7C41D13-5B25-4DD1-B0DA-7B37AB543647}">
      <dgm:prSet phldrT="[Text]"/>
      <dgm:spPr/>
      <dgm:t>
        <a:bodyPr/>
        <a:lstStyle/>
        <a:p>
          <a:r>
            <a:rPr lang="en-US" b="1" i="0" dirty="0"/>
            <a:t>Analysis Phase</a:t>
          </a:r>
          <a:endParaRPr lang="en-US" dirty="0"/>
        </a:p>
      </dgm:t>
    </dgm:pt>
    <dgm:pt modelId="{3F9552C3-19E1-41A7-BFCC-7105C4F55A14}" type="parTrans" cxnId="{559500D9-D9A6-43F2-8239-B8500E115866}">
      <dgm:prSet/>
      <dgm:spPr/>
      <dgm:t>
        <a:bodyPr/>
        <a:lstStyle/>
        <a:p>
          <a:endParaRPr lang="en-US"/>
        </a:p>
      </dgm:t>
    </dgm:pt>
    <dgm:pt modelId="{67D33DD9-1B17-4A13-96A6-EEA33FBE5CD1}" type="sibTrans" cxnId="{559500D9-D9A6-43F2-8239-B8500E115866}">
      <dgm:prSet/>
      <dgm:spPr/>
      <dgm:t>
        <a:bodyPr/>
        <a:lstStyle/>
        <a:p>
          <a:endParaRPr lang="en-US"/>
        </a:p>
      </dgm:t>
    </dgm:pt>
    <dgm:pt modelId="{79739C99-5733-45CA-8AD9-80D557619B87}">
      <dgm:prSet/>
      <dgm:spPr/>
      <dgm:t>
        <a:bodyPr/>
        <a:lstStyle/>
        <a:p>
          <a:r>
            <a:rPr lang="en-US" b="1" i="0"/>
            <a:t>Design Phase</a:t>
          </a:r>
          <a:endParaRPr lang="en-US"/>
        </a:p>
      </dgm:t>
    </dgm:pt>
    <dgm:pt modelId="{A9CA8E43-4090-4C55-84DB-0895294F82CD}" type="parTrans" cxnId="{B565BBCF-456E-43D6-BCEC-50DD837E6D31}">
      <dgm:prSet/>
      <dgm:spPr/>
      <dgm:t>
        <a:bodyPr/>
        <a:lstStyle/>
        <a:p>
          <a:endParaRPr lang="en-US"/>
        </a:p>
      </dgm:t>
    </dgm:pt>
    <dgm:pt modelId="{9588485D-3E5D-46E0-B2B0-81CDB4AB31A4}" type="sibTrans" cxnId="{B565BBCF-456E-43D6-BCEC-50DD837E6D31}">
      <dgm:prSet/>
      <dgm:spPr/>
      <dgm:t>
        <a:bodyPr/>
        <a:lstStyle/>
        <a:p>
          <a:endParaRPr lang="en-US"/>
        </a:p>
      </dgm:t>
    </dgm:pt>
    <dgm:pt modelId="{AF170E60-57B6-4023-9F7C-B2D91C05B3C7}">
      <dgm:prSet/>
      <dgm:spPr/>
      <dgm:t>
        <a:bodyPr/>
        <a:lstStyle/>
        <a:p>
          <a:r>
            <a:rPr lang="en-US" b="1" i="0" dirty="0"/>
            <a:t>Development Phase</a:t>
          </a:r>
          <a:endParaRPr lang="en-US" dirty="0"/>
        </a:p>
      </dgm:t>
    </dgm:pt>
    <dgm:pt modelId="{149BECF8-6C99-449D-A8FC-AD3025E4C40D}" type="parTrans" cxnId="{A916252D-3188-468F-8F85-FE7D4CE3C06D}">
      <dgm:prSet/>
      <dgm:spPr/>
      <dgm:t>
        <a:bodyPr/>
        <a:lstStyle/>
        <a:p>
          <a:endParaRPr lang="en-US"/>
        </a:p>
      </dgm:t>
    </dgm:pt>
    <dgm:pt modelId="{59687841-1013-4AB5-8AFE-9CCD012D4AAE}" type="sibTrans" cxnId="{A916252D-3188-468F-8F85-FE7D4CE3C06D}">
      <dgm:prSet/>
      <dgm:spPr/>
      <dgm:t>
        <a:bodyPr/>
        <a:lstStyle/>
        <a:p>
          <a:endParaRPr lang="en-US"/>
        </a:p>
      </dgm:t>
    </dgm:pt>
    <dgm:pt modelId="{7815CD87-04B1-4AC8-9F2E-82337BB51B4C}">
      <dgm:prSet/>
      <dgm:spPr/>
      <dgm:t>
        <a:bodyPr/>
        <a:lstStyle/>
        <a:p>
          <a:r>
            <a:rPr lang="en-US" b="1" i="0"/>
            <a:t>Testing Phase</a:t>
          </a:r>
          <a:endParaRPr lang="en-US"/>
        </a:p>
      </dgm:t>
    </dgm:pt>
    <dgm:pt modelId="{EC32B22A-7146-4095-888A-B5B7BA8D03E2}" type="parTrans" cxnId="{D7C2679A-1C60-4B00-B05F-F6B49CD76BF4}">
      <dgm:prSet/>
      <dgm:spPr/>
      <dgm:t>
        <a:bodyPr/>
        <a:lstStyle/>
        <a:p>
          <a:endParaRPr lang="en-US"/>
        </a:p>
      </dgm:t>
    </dgm:pt>
    <dgm:pt modelId="{0D7050C2-5543-482F-B1AD-F1084883850A}" type="sibTrans" cxnId="{D7C2679A-1C60-4B00-B05F-F6B49CD76BF4}">
      <dgm:prSet/>
      <dgm:spPr/>
      <dgm:t>
        <a:bodyPr/>
        <a:lstStyle/>
        <a:p>
          <a:endParaRPr lang="en-US"/>
        </a:p>
      </dgm:t>
    </dgm:pt>
    <dgm:pt modelId="{752786CF-D1B1-4E39-8345-8C09B67A7ED9}">
      <dgm:prSet/>
      <dgm:spPr/>
      <dgm:t>
        <a:bodyPr/>
        <a:lstStyle/>
        <a:p>
          <a:r>
            <a:rPr lang="en-US" b="1" i="0" dirty="0"/>
            <a:t>Deployment Phase</a:t>
          </a:r>
          <a:endParaRPr lang="en-US" dirty="0"/>
        </a:p>
      </dgm:t>
    </dgm:pt>
    <dgm:pt modelId="{26F8176D-4B27-435A-8850-962246F82ED1}" type="parTrans" cxnId="{5F27FF48-A106-4C46-A6A5-315188B2DBB3}">
      <dgm:prSet/>
      <dgm:spPr/>
      <dgm:t>
        <a:bodyPr/>
        <a:lstStyle/>
        <a:p>
          <a:endParaRPr lang="en-US"/>
        </a:p>
      </dgm:t>
    </dgm:pt>
    <dgm:pt modelId="{1E76334B-C557-4D2B-80A0-F069106D3E36}" type="sibTrans" cxnId="{5F27FF48-A106-4C46-A6A5-315188B2DBB3}">
      <dgm:prSet/>
      <dgm:spPr/>
      <dgm:t>
        <a:bodyPr/>
        <a:lstStyle/>
        <a:p>
          <a:endParaRPr lang="en-US"/>
        </a:p>
      </dgm:t>
    </dgm:pt>
    <dgm:pt modelId="{BA997A55-0CBD-4D84-B2B4-A4F5779B6BAE}">
      <dgm:prSet/>
      <dgm:spPr/>
      <dgm:t>
        <a:bodyPr/>
        <a:lstStyle/>
        <a:p>
          <a:r>
            <a:rPr lang="en-US" b="1" i="0" dirty="0"/>
            <a:t>Maintenance Phase</a:t>
          </a:r>
          <a:endParaRPr lang="en-US" dirty="0"/>
        </a:p>
      </dgm:t>
    </dgm:pt>
    <dgm:pt modelId="{53771C47-51B6-4CC6-957C-F0DD4C3CA85C}" type="parTrans" cxnId="{C7BF1D29-54FE-4A83-B537-C40966024EB1}">
      <dgm:prSet/>
      <dgm:spPr/>
      <dgm:t>
        <a:bodyPr/>
        <a:lstStyle/>
        <a:p>
          <a:endParaRPr lang="en-US"/>
        </a:p>
      </dgm:t>
    </dgm:pt>
    <dgm:pt modelId="{805DF2FC-4C80-451B-AF79-CEA640C700C4}" type="sibTrans" cxnId="{C7BF1D29-54FE-4A83-B537-C40966024EB1}">
      <dgm:prSet/>
      <dgm:spPr/>
      <dgm:t>
        <a:bodyPr/>
        <a:lstStyle/>
        <a:p>
          <a:endParaRPr lang="en-US"/>
        </a:p>
      </dgm:t>
    </dgm:pt>
    <dgm:pt modelId="{549AF04C-EDFD-441C-9AC4-04520D3DD2BE}" type="pres">
      <dgm:prSet presAssocID="{CC3A165D-3E99-40F6-B4BD-A7245616DFA1}" presName="Name0" presStyleCnt="0">
        <dgm:presLayoutVars>
          <dgm:dir/>
          <dgm:resizeHandles val="exact"/>
        </dgm:presLayoutVars>
      </dgm:prSet>
      <dgm:spPr/>
    </dgm:pt>
    <dgm:pt modelId="{03832A67-9DE3-4A71-8287-128DFACB7863}" type="pres">
      <dgm:prSet presAssocID="{B8F8860A-3038-4EFC-BA9A-734839D1DE97}" presName="node" presStyleLbl="node1" presStyleIdx="0" presStyleCnt="8">
        <dgm:presLayoutVars>
          <dgm:bulletEnabled val="1"/>
        </dgm:presLayoutVars>
      </dgm:prSet>
      <dgm:spPr/>
    </dgm:pt>
    <dgm:pt modelId="{035326DE-B0BD-4EE6-826C-A4CD7E211875}" type="pres">
      <dgm:prSet presAssocID="{CB66B785-7925-461D-868A-6EFCF6417364}" presName="sibTrans" presStyleLbl="sibTrans2D1" presStyleIdx="0" presStyleCnt="7"/>
      <dgm:spPr/>
    </dgm:pt>
    <dgm:pt modelId="{60505FB5-D39E-4AA6-BF8F-F755211FC12C}" type="pres">
      <dgm:prSet presAssocID="{CB66B785-7925-461D-868A-6EFCF6417364}" presName="connectorText" presStyleLbl="sibTrans2D1" presStyleIdx="0" presStyleCnt="7"/>
      <dgm:spPr/>
    </dgm:pt>
    <dgm:pt modelId="{8FC030CC-C2AA-43F8-8BC0-8D937FAA2765}" type="pres">
      <dgm:prSet presAssocID="{17DA61F8-9F94-4DF7-8C90-CC86A5459502}" presName="node" presStyleLbl="node1" presStyleIdx="1" presStyleCnt="8">
        <dgm:presLayoutVars>
          <dgm:bulletEnabled val="1"/>
        </dgm:presLayoutVars>
      </dgm:prSet>
      <dgm:spPr/>
    </dgm:pt>
    <dgm:pt modelId="{1E03857D-1BF0-45A6-87F0-92113FC3765F}" type="pres">
      <dgm:prSet presAssocID="{39282CAC-871C-466A-AD52-680CBBD17B8A}" presName="sibTrans" presStyleLbl="sibTrans2D1" presStyleIdx="1" presStyleCnt="7"/>
      <dgm:spPr/>
    </dgm:pt>
    <dgm:pt modelId="{7B23A071-777D-4868-B968-1AF33EA97709}" type="pres">
      <dgm:prSet presAssocID="{39282CAC-871C-466A-AD52-680CBBD17B8A}" presName="connectorText" presStyleLbl="sibTrans2D1" presStyleIdx="1" presStyleCnt="7"/>
      <dgm:spPr/>
    </dgm:pt>
    <dgm:pt modelId="{E6740E45-44D5-4EF1-AAD8-900E4137F795}" type="pres">
      <dgm:prSet presAssocID="{D7C41D13-5B25-4DD1-B0DA-7B37AB543647}" presName="node" presStyleLbl="node1" presStyleIdx="2" presStyleCnt="8">
        <dgm:presLayoutVars>
          <dgm:bulletEnabled val="1"/>
        </dgm:presLayoutVars>
      </dgm:prSet>
      <dgm:spPr/>
    </dgm:pt>
    <dgm:pt modelId="{839CC336-BA96-43E8-B4AE-DF91DE6CAE6E}" type="pres">
      <dgm:prSet presAssocID="{67D33DD9-1B17-4A13-96A6-EEA33FBE5CD1}" presName="sibTrans" presStyleLbl="sibTrans2D1" presStyleIdx="2" presStyleCnt="7"/>
      <dgm:spPr/>
    </dgm:pt>
    <dgm:pt modelId="{5F39CA60-75DA-4E66-9967-192B681C53E2}" type="pres">
      <dgm:prSet presAssocID="{67D33DD9-1B17-4A13-96A6-EEA33FBE5CD1}" presName="connectorText" presStyleLbl="sibTrans2D1" presStyleIdx="2" presStyleCnt="7"/>
      <dgm:spPr/>
    </dgm:pt>
    <dgm:pt modelId="{BFC769C1-B910-44FE-A50D-69011B4A35AD}" type="pres">
      <dgm:prSet presAssocID="{79739C99-5733-45CA-8AD9-80D557619B87}" presName="node" presStyleLbl="node1" presStyleIdx="3" presStyleCnt="8">
        <dgm:presLayoutVars>
          <dgm:bulletEnabled val="1"/>
        </dgm:presLayoutVars>
      </dgm:prSet>
      <dgm:spPr/>
    </dgm:pt>
    <dgm:pt modelId="{B0A9185C-9075-473F-9C21-7280C31CD1AE}" type="pres">
      <dgm:prSet presAssocID="{9588485D-3E5D-46E0-B2B0-81CDB4AB31A4}" presName="sibTrans" presStyleLbl="sibTrans2D1" presStyleIdx="3" presStyleCnt="7"/>
      <dgm:spPr/>
    </dgm:pt>
    <dgm:pt modelId="{CB07BCD3-869D-46E6-B07B-05F3FCBF53DE}" type="pres">
      <dgm:prSet presAssocID="{9588485D-3E5D-46E0-B2B0-81CDB4AB31A4}" presName="connectorText" presStyleLbl="sibTrans2D1" presStyleIdx="3" presStyleCnt="7"/>
      <dgm:spPr/>
    </dgm:pt>
    <dgm:pt modelId="{BDA13CE1-6166-4051-A804-1A14F29A9A00}" type="pres">
      <dgm:prSet presAssocID="{AF170E60-57B6-4023-9F7C-B2D91C05B3C7}" presName="node" presStyleLbl="node1" presStyleIdx="4" presStyleCnt="8">
        <dgm:presLayoutVars>
          <dgm:bulletEnabled val="1"/>
        </dgm:presLayoutVars>
      </dgm:prSet>
      <dgm:spPr/>
    </dgm:pt>
    <dgm:pt modelId="{348BCF4A-B114-40CB-8DBE-7D4B64E4F839}" type="pres">
      <dgm:prSet presAssocID="{59687841-1013-4AB5-8AFE-9CCD012D4AAE}" presName="sibTrans" presStyleLbl="sibTrans2D1" presStyleIdx="4" presStyleCnt="7"/>
      <dgm:spPr/>
    </dgm:pt>
    <dgm:pt modelId="{3855B2EC-B918-42EF-AA15-A71D7ED71C6D}" type="pres">
      <dgm:prSet presAssocID="{59687841-1013-4AB5-8AFE-9CCD012D4AAE}" presName="connectorText" presStyleLbl="sibTrans2D1" presStyleIdx="4" presStyleCnt="7"/>
      <dgm:spPr/>
    </dgm:pt>
    <dgm:pt modelId="{C34A082D-6009-4555-B202-AF1432FD2344}" type="pres">
      <dgm:prSet presAssocID="{7815CD87-04B1-4AC8-9F2E-82337BB51B4C}" presName="node" presStyleLbl="node1" presStyleIdx="5" presStyleCnt="8">
        <dgm:presLayoutVars>
          <dgm:bulletEnabled val="1"/>
        </dgm:presLayoutVars>
      </dgm:prSet>
      <dgm:spPr/>
    </dgm:pt>
    <dgm:pt modelId="{F836578C-CCC1-4604-83A7-B0B28B30C4A1}" type="pres">
      <dgm:prSet presAssocID="{0D7050C2-5543-482F-B1AD-F1084883850A}" presName="sibTrans" presStyleLbl="sibTrans2D1" presStyleIdx="5" presStyleCnt="7"/>
      <dgm:spPr/>
    </dgm:pt>
    <dgm:pt modelId="{4BE40AB9-C5C3-47F4-A9FD-A1042F1593DB}" type="pres">
      <dgm:prSet presAssocID="{0D7050C2-5543-482F-B1AD-F1084883850A}" presName="connectorText" presStyleLbl="sibTrans2D1" presStyleIdx="5" presStyleCnt="7"/>
      <dgm:spPr/>
    </dgm:pt>
    <dgm:pt modelId="{9EDF00FD-3EEA-40E1-8BFB-9B03C9944DF4}" type="pres">
      <dgm:prSet presAssocID="{752786CF-D1B1-4E39-8345-8C09B67A7ED9}" presName="node" presStyleLbl="node1" presStyleIdx="6" presStyleCnt="8">
        <dgm:presLayoutVars>
          <dgm:bulletEnabled val="1"/>
        </dgm:presLayoutVars>
      </dgm:prSet>
      <dgm:spPr/>
    </dgm:pt>
    <dgm:pt modelId="{90454B4E-3E17-49CB-BB34-920EB6DB5192}" type="pres">
      <dgm:prSet presAssocID="{1E76334B-C557-4D2B-80A0-F069106D3E36}" presName="sibTrans" presStyleLbl="sibTrans2D1" presStyleIdx="6" presStyleCnt="7"/>
      <dgm:spPr/>
    </dgm:pt>
    <dgm:pt modelId="{307754AC-478B-4946-B9CD-2868EF26BBDC}" type="pres">
      <dgm:prSet presAssocID="{1E76334B-C557-4D2B-80A0-F069106D3E36}" presName="connectorText" presStyleLbl="sibTrans2D1" presStyleIdx="6" presStyleCnt="7"/>
      <dgm:spPr/>
    </dgm:pt>
    <dgm:pt modelId="{BFE2D2CB-629C-460D-8AB8-47945518ED2B}" type="pres">
      <dgm:prSet presAssocID="{BA997A55-0CBD-4D84-B2B4-A4F5779B6BAE}" presName="node" presStyleLbl="node1" presStyleIdx="7" presStyleCnt="8">
        <dgm:presLayoutVars>
          <dgm:bulletEnabled val="1"/>
        </dgm:presLayoutVars>
      </dgm:prSet>
      <dgm:spPr/>
    </dgm:pt>
  </dgm:ptLst>
  <dgm:cxnLst>
    <dgm:cxn modelId="{B602E502-A763-4C17-A51E-06EAE004B3C3}" type="presOf" srcId="{752786CF-D1B1-4E39-8345-8C09B67A7ED9}" destId="{9EDF00FD-3EEA-40E1-8BFB-9B03C9944DF4}" srcOrd="0" destOrd="0" presId="urn:microsoft.com/office/officeart/2005/8/layout/process1"/>
    <dgm:cxn modelId="{4F1E2713-E5C4-45D1-9707-DFFE263DB15C}" type="presOf" srcId="{1E76334B-C557-4D2B-80A0-F069106D3E36}" destId="{307754AC-478B-4946-B9CD-2868EF26BBDC}" srcOrd="1" destOrd="0" presId="urn:microsoft.com/office/officeart/2005/8/layout/process1"/>
    <dgm:cxn modelId="{8C3E0917-A2DD-43FF-9247-4C01C5589DA1}" type="presOf" srcId="{D7C41D13-5B25-4DD1-B0DA-7B37AB543647}" destId="{E6740E45-44D5-4EF1-AAD8-900E4137F795}" srcOrd="0" destOrd="0" presId="urn:microsoft.com/office/officeart/2005/8/layout/process1"/>
    <dgm:cxn modelId="{6DDCFE1C-1E70-4785-BAC0-802D8698B10A}" type="presOf" srcId="{67D33DD9-1B17-4A13-96A6-EEA33FBE5CD1}" destId="{5F39CA60-75DA-4E66-9967-192B681C53E2}" srcOrd="1" destOrd="0" presId="urn:microsoft.com/office/officeart/2005/8/layout/process1"/>
    <dgm:cxn modelId="{C7BF1D29-54FE-4A83-B537-C40966024EB1}" srcId="{CC3A165D-3E99-40F6-B4BD-A7245616DFA1}" destId="{BA997A55-0CBD-4D84-B2B4-A4F5779B6BAE}" srcOrd="7" destOrd="0" parTransId="{53771C47-51B6-4CC6-957C-F0DD4C3CA85C}" sibTransId="{805DF2FC-4C80-451B-AF79-CEA640C700C4}"/>
    <dgm:cxn modelId="{A916252D-3188-468F-8F85-FE7D4CE3C06D}" srcId="{CC3A165D-3E99-40F6-B4BD-A7245616DFA1}" destId="{AF170E60-57B6-4023-9F7C-B2D91C05B3C7}" srcOrd="4" destOrd="0" parTransId="{149BECF8-6C99-449D-A8FC-AD3025E4C40D}" sibTransId="{59687841-1013-4AB5-8AFE-9CCD012D4AAE}"/>
    <dgm:cxn modelId="{6A496939-5BBE-4FA7-8674-173DACB6E054}" type="presOf" srcId="{9588485D-3E5D-46E0-B2B0-81CDB4AB31A4}" destId="{B0A9185C-9075-473F-9C21-7280C31CD1AE}" srcOrd="0" destOrd="0" presId="urn:microsoft.com/office/officeart/2005/8/layout/process1"/>
    <dgm:cxn modelId="{7DF0293C-3050-4D12-A9BB-6C39A8ACEB61}" type="presOf" srcId="{39282CAC-871C-466A-AD52-680CBBD17B8A}" destId="{1E03857D-1BF0-45A6-87F0-92113FC3765F}" srcOrd="0" destOrd="0" presId="urn:microsoft.com/office/officeart/2005/8/layout/process1"/>
    <dgm:cxn modelId="{105C2B60-7C71-4900-A59F-77D8E93D4F10}" type="presOf" srcId="{79739C99-5733-45CA-8AD9-80D557619B87}" destId="{BFC769C1-B910-44FE-A50D-69011B4A35AD}" srcOrd="0" destOrd="0" presId="urn:microsoft.com/office/officeart/2005/8/layout/process1"/>
    <dgm:cxn modelId="{50272063-6BD9-49C5-8B7C-8C0BCB34CFDD}" type="presOf" srcId="{17DA61F8-9F94-4DF7-8C90-CC86A5459502}" destId="{8FC030CC-C2AA-43F8-8BC0-8D937FAA2765}" srcOrd="0" destOrd="0" presId="urn:microsoft.com/office/officeart/2005/8/layout/process1"/>
    <dgm:cxn modelId="{19381D68-3437-4686-9AE7-53CF9AE351D0}" type="presOf" srcId="{7815CD87-04B1-4AC8-9F2E-82337BB51B4C}" destId="{C34A082D-6009-4555-B202-AF1432FD2344}" srcOrd="0" destOrd="0" presId="urn:microsoft.com/office/officeart/2005/8/layout/process1"/>
    <dgm:cxn modelId="{5F27FF48-A106-4C46-A6A5-315188B2DBB3}" srcId="{CC3A165D-3E99-40F6-B4BD-A7245616DFA1}" destId="{752786CF-D1B1-4E39-8345-8C09B67A7ED9}" srcOrd="6" destOrd="0" parTransId="{26F8176D-4B27-435A-8850-962246F82ED1}" sibTransId="{1E76334B-C557-4D2B-80A0-F069106D3E36}"/>
    <dgm:cxn modelId="{C3F29E6B-9D51-46E4-9F8B-DC5A6D56639B}" type="presOf" srcId="{9588485D-3E5D-46E0-B2B0-81CDB4AB31A4}" destId="{CB07BCD3-869D-46E6-B07B-05F3FCBF53DE}" srcOrd="1" destOrd="0" presId="urn:microsoft.com/office/officeart/2005/8/layout/process1"/>
    <dgm:cxn modelId="{3EA13E74-C9F7-486D-B44B-62445894B392}" type="presOf" srcId="{59687841-1013-4AB5-8AFE-9CCD012D4AAE}" destId="{3855B2EC-B918-42EF-AA15-A71D7ED71C6D}" srcOrd="1" destOrd="0" presId="urn:microsoft.com/office/officeart/2005/8/layout/process1"/>
    <dgm:cxn modelId="{E6FE3176-627C-4480-912C-B3E5F826F0E0}" type="presOf" srcId="{BA997A55-0CBD-4D84-B2B4-A4F5779B6BAE}" destId="{BFE2D2CB-629C-460D-8AB8-47945518ED2B}" srcOrd="0" destOrd="0" presId="urn:microsoft.com/office/officeart/2005/8/layout/process1"/>
    <dgm:cxn modelId="{7A2E8179-CD74-4051-9C2A-AAA2F3893698}" type="presOf" srcId="{CB66B785-7925-461D-868A-6EFCF6417364}" destId="{035326DE-B0BD-4EE6-826C-A4CD7E211875}" srcOrd="0" destOrd="0" presId="urn:microsoft.com/office/officeart/2005/8/layout/process1"/>
    <dgm:cxn modelId="{9AA94D83-DF58-446C-84B4-A4B31772CEC8}" type="presOf" srcId="{67D33DD9-1B17-4A13-96A6-EEA33FBE5CD1}" destId="{839CC336-BA96-43E8-B4AE-DF91DE6CAE6E}" srcOrd="0" destOrd="0" presId="urn:microsoft.com/office/officeart/2005/8/layout/process1"/>
    <dgm:cxn modelId="{95A48085-E07D-40F4-93D4-3D2DC91D35A3}" type="presOf" srcId="{0D7050C2-5543-482F-B1AD-F1084883850A}" destId="{4BE40AB9-C5C3-47F4-A9FD-A1042F1593DB}" srcOrd="1" destOrd="0" presId="urn:microsoft.com/office/officeart/2005/8/layout/process1"/>
    <dgm:cxn modelId="{46A0D08E-943F-4978-9F98-4D1D0600C6DD}" type="presOf" srcId="{1E76334B-C557-4D2B-80A0-F069106D3E36}" destId="{90454B4E-3E17-49CB-BB34-920EB6DB5192}" srcOrd="0" destOrd="0" presId="urn:microsoft.com/office/officeart/2005/8/layout/process1"/>
    <dgm:cxn modelId="{04B5F78E-6BEA-47A2-9C84-E9F5E62BA6A3}" type="presOf" srcId="{0D7050C2-5543-482F-B1AD-F1084883850A}" destId="{F836578C-CCC1-4604-83A7-B0B28B30C4A1}" srcOrd="0" destOrd="0" presId="urn:microsoft.com/office/officeart/2005/8/layout/process1"/>
    <dgm:cxn modelId="{D7C2679A-1C60-4B00-B05F-F6B49CD76BF4}" srcId="{CC3A165D-3E99-40F6-B4BD-A7245616DFA1}" destId="{7815CD87-04B1-4AC8-9F2E-82337BB51B4C}" srcOrd="5" destOrd="0" parTransId="{EC32B22A-7146-4095-888A-B5B7BA8D03E2}" sibTransId="{0D7050C2-5543-482F-B1AD-F1084883850A}"/>
    <dgm:cxn modelId="{A0E0FB9F-25E4-4D86-BF48-254C9CE37926}" type="presOf" srcId="{AF170E60-57B6-4023-9F7C-B2D91C05B3C7}" destId="{BDA13CE1-6166-4051-A804-1A14F29A9A00}" srcOrd="0" destOrd="0" presId="urn:microsoft.com/office/officeart/2005/8/layout/process1"/>
    <dgm:cxn modelId="{A6B532A5-0EB7-4E61-86C1-5A69CDE9A506}" type="presOf" srcId="{39282CAC-871C-466A-AD52-680CBBD17B8A}" destId="{7B23A071-777D-4868-B968-1AF33EA97709}" srcOrd="1" destOrd="0" presId="urn:microsoft.com/office/officeart/2005/8/layout/process1"/>
    <dgm:cxn modelId="{CF3B09B0-3DFD-4E58-B0DE-9CE764030F59}" type="presOf" srcId="{CC3A165D-3E99-40F6-B4BD-A7245616DFA1}" destId="{549AF04C-EDFD-441C-9AC4-04520D3DD2BE}" srcOrd="0" destOrd="0" presId="urn:microsoft.com/office/officeart/2005/8/layout/process1"/>
    <dgm:cxn modelId="{F3ABA5BE-6E0E-4A23-A5E7-01C302FA0F66}" srcId="{CC3A165D-3E99-40F6-B4BD-A7245616DFA1}" destId="{B8F8860A-3038-4EFC-BA9A-734839D1DE97}" srcOrd="0" destOrd="0" parTransId="{EC6CE10B-5DCB-463A-AB0E-667B49C32E4D}" sibTransId="{CB66B785-7925-461D-868A-6EFCF6417364}"/>
    <dgm:cxn modelId="{B565BBCF-456E-43D6-BCEC-50DD837E6D31}" srcId="{CC3A165D-3E99-40F6-B4BD-A7245616DFA1}" destId="{79739C99-5733-45CA-8AD9-80D557619B87}" srcOrd="3" destOrd="0" parTransId="{A9CA8E43-4090-4C55-84DB-0895294F82CD}" sibTransId="{9588485D-3E5D-46E0-B2B0-81CDB4AB31A4}"/>
    <dgm:cxn modelId="{725E2FD4-C484-4D5F-A963-BCBFF4AF9273}" type="presOf" srcId="{CB66B785-7925-461D-868A-6EFCF6417364}" destId="{60505FB5-D39E-4AA6-BF8F-F755211FC12C}" srcOrd="1" destOrd="0" presId="urn:microsoft.com/office/officeart/2005/8/layout/process1"/>
    <dgm:cxn modelId="{559500D9-D9A6-43F2-8239-B8500E115866}" srcId="{CC3A165D-3E99-40F6-B4BD-A7245616DFA1}" destId="{D7C41D13-5B25-4DD1-B0DA-7B37AB543647}" srcOrd="2" destOrd="0" parTransId="{3F9552C3-19E1-41A7-BFCC-7105C4F55A14}" sibTransId="{67D33DD9-1B17-4A13-96A6-EEA33FBE5CD1}"/>
    <dgm:cxn modelId="{A9FEB8E6-4FA0-4EF8-8368-057F43B709F5}" srcId="{CC3A165D-3E99-40F6-B4BD-A7245616DFA1}" destId="{17DA61F8-9F94-4DF7-8C90-CC86A5459502}" srcOrd="1" destOrd="0" parTransId="{2426FAC8-DA2E-41EA-BDA2-F04A23D6A053}" sibTransId="{39282CAC-871C-466A-AD52-680CBBD17B8A}"/>
    <dgm:cxn modelId="{C1E746EA-617D-4619-9BCA-40B4696E7007}" type="presOf" srcId="{B8F8860A-3038-4EFC-BA9A-734839D1DE97}" destId="{03832A67-9DE3-4A71-8287-128DFACB7863}" srcOrd="0" destOrd="0" presId="urn:microsoft.com/office/officeart/2005/8/layout/process1"/>
    <dgm:cxn modelId="{C73BD4F8-898B-469D-98B5-F53CAE32BE46}" type="presOf" srcId="{59687841-1013-4AB5-8AFE-9CCD012D4AAE}" destId="{348BCF4A-B114-40CB-8DBE-7D4B64E4F839}" srcOrd="0" destOrd="0" presId="urn:microsoft.com/office/officeart/2005/8/layout/process1"/>
    <dgm:cxn modelId="{C7517402-BB78-4FAE-A3A5-F248468C4E19}" type="presParOf" srcId="{549AF04C-EDFD-441C-9AC4-04520D3DD2BE}" destId="{03832A67-9DE3-4A71-8287-128DFACB7863}" srcOrd="0" destOrd="0" presId="urn:microsoft.com/office/officeart/2005/8/layout/process1"/>
    <dgm:cxn modelId="{5E2780FF-77B3-4FBA-BFF0-4C1BE43C2684}" type="presParOf" srcId="{549AF04C-EDFD-441C-9AC4-04520D3DD2BE}" destId="{035326DE-B0BD-4EE6-826C-A4CD7E211875}" srcOrd="1" destOrd="0" presId="urn:microsoft.com/office/officeart/2005/8/layout/process1"/>
    <dgm:cxn modelId="{D5FDC098-DDC9-4BB1-B82D-355FEE4A8547}" type="presParOf" srcId="{035326DE-B0BD-4EE6-826C-A4CD7E211875}" destId="{60505FB5-D39E-4AA6-BF8F-F755211FC12C}" srcOrd="0" destOrd="0" presId="urn:microsoft.com/office/officeart/2005/8/layout/process1"/>
    <dgm:cxn modelId="{DF07CECD-1F86-4396-A338-0DB480224A01}" type="presParOf" srcId="{549AF04C-EDFD-441C-9AC4-04520D3DD2BE}" destId="{8FC030CC-C2AA-43F8-8BC0-8D937FAA2765}" srcOrd="2" destOrd="0" presId="urn:microsoft.com/office/officeart/2005/8/layout/process1"/>
    <dgm:cxn modelId="{336D103B-424F-4626-A0D6-088FD2BFCD84}" type="presParOf" srcId="{549AF04C-EDFD-441C-9AC4-04520D3DD2BE}" destId="{1E03857D-1BF0-45A6-87F0-92113FC3765F}" srcOrd="3" destOrd="0" presId="urn:microsoft.com/office/officeart/2005/8/layout/process1"/>
    <dgm:cxn modelId="{58D0DC2D-856E-43B2-8C25-ECAB14A128A3}" type="presParOf" srcId="{1E03857D-1BF0-45A6-87F0-92113FC3765F}" destId="{7B23A071-777D-4868-B968-1AF33EA97709}" srcOrd="0" destOrd="0" presId="urn:microsoft.com/office/officeart/2005/8/layout/process1"/>
    <dgm:cxn modelId="{DC66EEA5-90CD-4EB2-8538-BAE067F3A26E}" type="presParOf" srcId="{549AF04C-EDFD-441C-9AC4-04520D3DD2BE}" destId="{E6740E45-44D5-4EF1-AAD8-900E4137F795}" srcOrd="4" destOrd="0" presId="urn:microsoft.com/office/officeart/2005/8/layout/process1"/>
    <dgm:cxn modelId="{5A13DAFB-D025-4333-B967-7EC546911F7B}" type="presParOf" srcId="{549AF04C-EDFD-441C-9AC4-04520D3DD2BE}" destId="{839CC336-BA96-43E8-B4AE-DF91DE6CAE6E}" srcOrd="5" destOrd="0" presId="urn:microsoft.com/office/officeart/2005/8/layout/process1"/>
    <dgm:cxn modelId="{E4DE65C5-9AA5-41C9-884E-C111AAEBE08E}" type="presParOf" srcId="{839CC336-BA96-43E8-B4AE-DF91DE6CAE6E}" destId="{5F39CA60-75DA-4E66-9967-192B681C53E2}" srcOrd="0" destOrd="0" presId="urn:microsoft.com/office/officeart/2005/8/layout/process1"/>
    <dgm:cxn modelId="{FCA6ED7B-7076-4C33-AA5E-B5F08EEF4FBC}" type="presParOf" srcId="{549AF04C-EDFD-441C-9AC4-04520D3DD2BE}" destId="{BFC769C1-B910-44FE-A50D-69011B4A35AD}" srcOrd="6" destOrd="0" presId="urn:microsoft.com/office/officeart/2005/8/layout/process1"/>
    <dgm:cxn modelId="{9A80B86D-ADB0-498E-9172-0564C6C92981}" type="presParOf" srcId="{549AF04C-EDFD-441C-9AC4-04520D3DD2BE}" destId="{B0A9185C-9075-473F-9C21-7280C31CD1AE}" srcOrd="7" destOrd="0" presId="urn:microsoft.com/office/officeart/2005/8/layout/process1"/>
    <dgm:cxn modelId="{C06A859A-7927-439C-A5E9-E64DCA435995}" type="presParOf" srcId="{B0A9185C-9075-473F-9C21-7280C31CD1AE}" destId="{CB07BCD3-869D-46E6-B07B-05F3FCBF53DE}" srcOrd="0" destOrd="0" presId="urn:microsoft.com/office/officeart/2005/8/layout/process1"/>
    <dgm:cxn modelId="{15395DAC-04B4-4678-8471-2A8A0DDC4074}" type="presParOf" srcId="{549AF04C-EDFD-441C-9AC4-04520D3DD2BE}" destId="{BDA13CE1-6166-4051-A804-1A14F29A9A00}" srcOrd="8" destOrd="0" presId="urn:microsoft.com/office/officeart/2005/8/layout/process1"/>
    <dgm:cxn modelId="{E11BF052-7E6A-42CE-BBBD-BBB1EA414F41}" type="presParOf" srcId="{549AF04C-EDFD-441C-9AC4-04520D3DD2BE}" destId="{348BCF4A-B114-40CB-8DBE-7D4B64E4F839}" srcOrd="9" destOrd="0" presId="urn:microsoft.com/office/officeart/2005/8/layout/process1"/>
    <dgm:cxn modelId="{328769AA-5CE0-4994-A5F2-76D953482401}" type="presParOf" srcId="{348BCF4A-B114-40CB-8DBE-7D4B64E4F839}" destId="{3855B2EC-B918-42EF-AA15-A71D7ED71C6D}" srcOrd="0" destOrd="0" presId="urn:microsoft.com/office/officeart/2005/8/layout/process1"/>
    <dgm:cxn modelId="{B047F62B-180B-4684-95B8-F11D5AFDA4E4}" type="presParOf" srcId="{549AF04C-EDFD-441C-9AC4-04520D3DD2BE}" destId="{C34A082D-6009-4555-B202-AF1432FD2344}" srcOrd="10" destOrd="0" presId="urn:microsoft.com/office/officeart/2005/8/layout/process1"/>
    <dgm:cxn modelId="{CDCD0494-8116-4077-9A08-2F2CC279F0D5}" type="presParOf" srcId="{549AF04C-EDFD-441C-9AC4-04520D3DD2BE}" destId="{F836578C-CCC1-4604-83A7-B0B28B30C4A1}" srcOrd="11" destOrd="0" presId="urn:microsoft.com/office/officeart/2005/8/layout/process1"/>
    <dgm:cxn modelId="{2F2D22AE-B4EC-470C-BD20-15131DBB9BFD}" type="presParOf" srcId="{F836578C-CCC1-4604-83A7-B0B28B30C4A1}" destId="{4BE40AB9-C5C3-47F4-A9FD-A1042F1593DB}" srcOrd="0" destOrd="0" presId="urn:microsoft.com/office/officeart/2005/8/layout/process1"/>
    <dgm:cxn modelId="{B1A467C3-A192-44EA-B3FE-64FB5974E866}" type="presParOf" srcId="{549AF04C-EDFD-441C-9AC4-04520D3DD2BE}" destId="{9EDF00FD-3EEA-40E1-8BFB-9B03C9944DF4}" srcOrd="12" destOrd="0" presId="urn:microsoft.com/office/officeart/2005/8/layout/process1"/>
    <dgm:cxn modelId="{1CADB8E0-BF79-44A5-84B9-17F54887C5C0}" type="presParOf" srcId="{549AF04C-EDFD-441C-9AC4-04520D3DD2BE}" destId="{90454B4E-3E17-49CB-BB34-920EB6DB5192}" srcOrd="13" destOrd="0" presId="urn:microsoft.com/office/officeart/2005/8/layout/process1"/>
    <dgm:cxn modelId="{262CA01F-2F2E-44F0-A5EE-539CB1E247F1}" type="presParOf" srcId="{90454B4E-3E17-49CB-BB34-920EB6DB5192}" destId="{307754AC-478B-4946-B9CD-2868EF26BBDC}" srcOrd="0" destOrd="0" presId="urn:microsoft.com/office/officeart/2005/8/layout/process1"/>
    <dgm:cxn modelId="{8A47DFE9-82C4-4FED-80E8-9758AE0F29CA}" type="presParOf" srcId="{549AF04C-EDFD-441C-9AC4-04520D3DD2BE}" destId="{BFE2D2CB-629C-460D-8AB8-47945518ED2B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C3A165D-3E99-40F6-B4BD-A7245616DFA1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</dgm:pt>
    <dgm:pt modelId="{B8F8860A-3038-4EFC-BA9A-734839D1DE97}">
      <dgm:prSet phldrT="[Text]"/>
      <dgm:spPr/>
      <dgm:t>
        <a:bodyPr/>
        <a:lstStyle/>
        <a:p>
          <a:r>
            <a:rPr lang="en-US" b="1" i="0" dirty="0"/>
            <a:t>Initiation Phase</a:t>
          </a:r>
          <a:endParaRPr lang="en-US" dirty="0"/>
        </a:p>
      </dgm:t>
    </dgm:pt>
    <dgm:pt modelId="{EC6CE10B-5DCB-463A-AB0E-667B49C32E4D}" type="parTrans" cxnId="{F3ABA5BE-6E0E-4A23-A5E7-01C302FA0F66}">
      <dgm:prSet/>
      <dgm:spPr/>
      <dgm:t>
        <a:bodyPr/>
        <a:lstStyle/>
        <a:p>
          <a:endParaRPr lang="en-US"/>
        </a:p>
      </dgm:t>
    </dgm:pt>
    <dgm:pt modelId="{CB66B785-7925-461D-868A-6EFCF6417364}" type="sibTrans" cxnId="{F3ABA5BE-6E0E-4A23-A5E7-01C302FA0F66}">
      <dgm:prSet/>
      <dgm:spPr/>
      <dgm:t>
        <a:bodyPr/>
        <a:lstStyle/>
        <a:p>
          <a:endParaRPr lang="en-US"/>
        </a:p>
      </dgm:t>
    </dgm:pt>
    <dgm:pt modelId="{17DA61F8-9F94-4DF7-8C90-CC86A5459502}">
      <dgm:prSet phldrT="[Text]"/>
      <dgm:spPr/>
      <dgm:t>
        <a:bodyPr/>
        <a:lstStyle/>
        <a:p>
          <a:r>
            <a:rPr lang="en-US" b="1" i="0" dirty="0"/>
            <a:t>Planning Phase</a:t>
          </a:r>
          <a:endParaRPr lang="en-US" dirty="0"/>
        </a:p>
      </dgm:t>
    </dgm:pt>
    <dgm:pt modelId="{2426FAC8-DA2E-41EA-BDA2-F04A23D6A053}" type="parTrans" cxnId="{A9FEB8E6-4FA0-4EF8-8368-057F43B709F5}">
      <dgm:prSet/>
      <dgm:spPr/>
      <dgm:t>
        <a:bodyPr/>
        <a:lstStyle/>
        <a:p>
          <a:endParaRPr lang="en-US"/>
        </a:p>
      </dgm:t>
    </dgm:pt>
    <dgm:pt modelId="{39282CAC-871C-466A-AD52-680CBBD17B8A}" type="sibTrans" cxnId="{A9FEB8E6-4FA0-4EF8-8368-057F43B709F5}">
      <dgm:prSet/>
      <dgm:spPr/>
      <dgm:t>
        <a:bodyPr/>
        <a:lstStyle/>
        <a:p>
          <a:endParaRPr lang="en-US"/>
        </a:p>
      </dgm:t>
    </dgm:pt>
    <dgm:pt modelId="{D7C41D13-5B25-4DD1-B0DA-7B37AB543647}">
      <dgm:prSet phldrT="[Text]"/>
      <dgm:spPr/>
      <dgm:t>
        <a:bodyPr/>
        <a:lstStyle/>
        <a:p>
          <a:r>
            <a:rPr lang="en-US" b="1" i="0" dirty="0"/>
            <a:t>Analysis Phase</a:t>
          </a:r>
          <a:endParaRPr lang="en-US" dirty="0"/>
        </a:p>
      </dgm:t>
    </dgm:pt>
    <dgm:pt modelId="{3F9552C3-19E1-41A7-BFCC-7105C4F55A14}" type="parTrans" cxnId="{559500D9-D9A6-43F2-8239-B8500E115866}">
      <dgm:prSet/>
      <dgm:spPr/>
      <dgm:t>
        <a:bodyPr/>
        <a:lstStyle/>
        <a:p>
          <a:endParaRPr lang="en-US"/>
        </a:p>
      </dgm:t>
    </dgm:pt>
    <dgm:pt modelId="{67D33DD9-1B17-4A13-96A6-EEA33FBE5CD1}" type="sibTrans" cxnId="{559500D9-D9A6-43F2-8239-B8500E115866}">
      <dgm:prSet/>
      <dgm:spPr/>
      <dgm:t>
        <a:bodyPr/>
        <a:lstStyle/>
        <a:p>
          <a:endParaRPr lang="en-US"/>
        </a:p>
      </dgm:t>
    </dgm:pt>
    <dgm:pt modelId="{79739C99-5733-45CA-8AD9-80D557619B87}">
      <dgm:prSet/>
      <dgm:spPr/>
      <dgm:t>
        <a:bodyPr/>
        <a:lstStyle/>
        <a:p>
          <a:r>
            <a:rPr lang="en-US" b="1" i="0"/>
            <a:t>Design Phase</a:t>
          </a:r>
          <a:endParaRPr lang="en-US"/>
        </a:p>
      </dgm:t>
    </dgm:pt>
    <dgm:pt modelId="{A9CA8E43-4090-4C55-84DB-0895294F82CD}" type="parTrans" cxnId="{B565BBCF-456E-43D6-BCEC-50DD837E6D31}">
      <dgm:prSet/>
      <dgm:spPr/>
      <dgm:t>
        <a:bodyPr/>
        <a:lstStyle/>
        <a:p>
          <a:endParaRPr lang="en-US"/>
        </a:p>
      </dgm:t>
    </dgm:pt>
    <dgm:pt modelId="{9588485D-3E5D-46E0-B2B0-81CDB4AB31A4}" type="sibTrans" cxnId="{B565BBCF-456E-43D6-BCEC-50DD837E6D31}">
      <dgm:prSet/>
      <dgm:spPr/>
      <dgm:t>
        <a:bodyPr/>
        <a:lstStyle/>
        <a:p>
          <a:endParaRPr lang="en-US"/>
        </a:p>
      </dgm:t>
    </dgm:pt>
    <dgm:pt modelId="{AF170E60-57B6-4023-9F7C-B2D91C05B3C7}">
      <dgm:prSet/>
      <dgm:spPr/>
      <dgm:t>
        <a:bodyPr/>
        <a:lstStyle/>
        <a:p>
          <a:r>
            <a:rPr lang="en-US" b="1" i="0" dirty="0"/>
            <a:t>Development Phase</a:t>
          </a:r>
          <a:endParaRPr lang="en-US" dirty="0"/>
        </a:p>
      </dgm:t>
    </dgm:pt>
    <dgm:pt modelId="{149BECF8-6C99-449D-A8FC-AD3025E4C40D}" type="parTrans" cxnId="{A916252D-3188-468F-8F85-FE7D4CE3C06D}">
      <dgm:prSet/>
      <dgm:spPr/>
      <dgm:t>
        <a:bodyPr/>
        <a:lstStyle/>
        <a:p>
          <a:endParaRPr lang="en-US"/>
        </a:p>
      </dgm:t>
    </dgm:pt>
    <dgm:pt modelId="{59687841-1013-4AB5-8AFE-9CCD012D4AAE}" type="sibTrans" cxnId="{A916252D-3188-468F-8F85-FE7D4CE3C06D}">
      <dgm:prSet/>
      <dgm:spPr/>
      <dgm:t>
        <a:bodyPr/>
        <a:lstStyle/>
        <a:p>
          <a:endParaRPr lang="en-US"/>
        </a:p>
      </dgm:t>
    </dgm:pt>
    <dgm:pt modelId="{7815CD87-04B1-4AC8-9F2E-82337BB51B4C}">
      <dgm:prSet/>
      <dgm:spPr/>
      <dgm:t>
        <a:bodyPr/>
        <a:lstStyle/>
        <a:p>
          <a:r>
            <a:rPr lang="en-US" b="1" i="0"/>
            <a:t>Testing Phase</a:t>
          </a:r>
          <a:endParaRPr lang="en-US"/>
        </a:p>
      </dgm:t>
    </dgm:pt>
    <dgm:pt modelId="{EC32B22A-7146-4095-888A-B5B7BA8D03E2}" type="parTrans" cxnId="{D7C2679A-1C60-4B00-B05F-F6B49CD76BF4}">
      <dgm:prSet/>
      <dgm:spPr/>
      <dgm:t>
        <a:bodyPr/>
        <a:lstStyle/>
        <a:p>
          <a:endParaRPr lang="en-US"/>
        </a:p>
      </dgm:t>
    </dgm:pt>
    <dgm:pt modelId="{0D7050C2-5543-482F-B1AD-F1084883850A}" type="sibTrans" cxnId="{D7C2679A-1C60-4B00-B05F-F6B49CD76BF4}">
      <dgm:prSet/>
      <dgm:spPr/>
      <dgm:t>
        <a:bodyPr/>
        <a:lstStyle/>
        <a:p>
          <a:endParaRPr lang="en-US"/>
        </a:p>
      </dgm:t>
    </dgm:pt>
    <dgm:pt modelId="{752786CF-D1B1-4E39-8345-8C09B67A7ED9}">
      <dgm:prSet/>
      <dgm:spPr/>
      <dgm:t>
        <a:bodyPr/>
        <a:lstStyle/>
        <a:p>
          <a:r>
            <a:rPr lang="en-US" b="1" i="0" dirty="0"/>
            <a:t>Deployment Phase</a:t>
          </a:r>
          <a:endParaRPr lang="en-US" dirty="0"/>
        </a:p>
      </dgm:t>
    </dgm:pt>
    <dgm:pt modelId="{26F8176D-4B27-435A-8850-962246F82ED1}" type="parTrans" cxnId="{5F27FF48-A106-4C46-A6A5-315188B2DBB3}">
      <dgm:prSet/>
      <dgm:spPr/>
      <dgm:t>
        <a:bodyPr/>
        <a:lstStyle/>
        <a:p>
          <a:endParaRPr lang="en-US"/>
        </a:p>
      </dgm:t>
    </dgm:pt>
    <dgm:pt modelId="{1E76334B-C557-4D2B-80A0-F069106D3E36}" type="sibTrans" cxnId="{5F27FF48-A106-4C46-A6A5-315188B2DBB3}">
      <dgm:prSet/>
      <dgm:spPr/>
      <dgm:t>
        <a:bodyPr/>
        <a:lstStyle/>
        <a:p>
          <a:endParaRPr lang="en-US"/>
        </a:p>
      </dgm:t>
    </dgm:pt>
    <dgm:pt modelId="{BA997A55-0CBD-4D84-B2B4-A4F5779B6BAE}">
      <dgm:prSet/>
      <dgm:spPr/>
      <dgm:t>
        <a:bodyPr/>
        <a:lstStyle/>
        <a:p>
          <a:r>
            <a:rPr lang="en-US" b="1" i="0" dirty="0"/>
            <a:t>Maintenance Phase</a:t>
          </a:r>
          <a:endParaRPr lang="en-US" dirty="0"/>
        </a:p>
      </dgm:t>
    </dgm:pt>
    <dgm:pt modelId="{53771C47-51B6-4CC6-957C-F0DD4C3CA85C}" type="parTrans" cxnId="{C7BF1D29-54FE-4A83-B537-C40966024EB1}">
      <dgm:prSet/>
      <dgm:spPr/>
      <dgm:t>
        <a:bodyPr/>
        <a:lstStyle/>
        <a:p>
          <a:endParaRPr lang="en-US"/>
        </a:p>
      </dgm:t>
    </dgm:pt>
    <dgm:pt modelId="{805DF2FC-4C80-451B-AF79-CEA640C700C4}" type="sibTrans" cxnId="{C7BF1D29-54FE-4A83-B537-C40966024EB1}">
      <dgm:prSet/>
      <dgm:spPr/>
      <dgm:t>
        <a:bodyPr/>
        <a:lstStyle/>
        <a:p>
          <a:endParaRPr lang="en-US"/>
        </a:p>
      </dgm:t>
    </dgm:pt>
    <dgm:pt modelId="{549AF04C-EDFD-441C-9AC4-04520D3DD2BE}" type="pres">
      <dgm:prSet presAssocID="{CC3A165D-3E99-40F6-B4BD-A7245616DFA1}" presName="Name0" presStyleCnt="0">
        <dgm:presLayoutVars>
          <dgm:dir/>
          <dgm:resizeHandles val="exact"/>
        </dgm:presLayoutVars>
      </dgm:prSet>
      <dgm:spPr/>
    </dgm:pt>
    <dgm:pt modelId="{03832A67-9DE3-4A71-8287-128DFACB7863}" type="pres">
      <dgm:prSet presAssocID="{B8F8860A-3038-4EFC-BA9A-734839D1DE97}" presName="node" presStyleLbl="node1" presStyleIdx="0" presStyleCnt="8">
        <dgm:presLayoutVars>
          <dgm:bulletEnabled val="1"/>
        </dgm:presLayoutVars>
      </dgm:prSet>
      <dgm:spPr/>
    </dgm:pt>
    <dgm:pt modelId="{035326DE-B0BD-4EE6-826C-A4CD7E211875}" type="pres">
      <dgm:prSet presAssocID="{CB66B785-7925-461D-868A-6EFCF6417364}" presName="sibTrans" presStyleLbl="sibTrans2D1" presStyleIdx="0" presStyleCnt="7"/>
      <dgm:spPr/>
    </dgm:pt>
    <dgm:pt modelId="{60505FB5-D39E-4AA6-BF8F-F755211FC12C}" type="pres">
      <dgm:prSet presAssocID="{CB66B785-7925-461D-868A-6EFCF6417364}" presName="connectorText" presStyleLbl="sibTrans2D1" presStyleIdx="0" presStyleCnt="7"/>
      <dgm:spPr/>
    </dgm:pt>
    <dgm:pt modelId="{8FC030CC-C2AA-43F8-8BC0-8D937FAA2765}" type="pres">
      <dgm:prSet presAssocID="{17DA61F8-9F94-4DF7-8C90-CC86A5459502}" presName="node" presStyleLbl="node1" presStyleIdx="1" presStyleCnt="8">
        <dgm:presLayoutVars>
          <dgm:bulletEnabled val="1"/>
        </dgm:presLayoutVars>
      </dgm:prSet>
      <dgm:spPr/>
    </dgm:pt>
    <dgm:pt modelId="{1E03857D-1BF0-45A6-87F0-92113FC3765F}" type="pres">
      <dgm:prSet presAssocID="{39282CAC-871C-466A-AD52-680CBBD17B8A}" presName="sibTrans" presStyleLbl="sibTrans2D1" presStyleIdx="1" presStyleCnt="7"/>
      <dgm:spPr/>
    </dgm:pt>
    <dgm:pt modelId="{7B23A071-777D-4868-B968-1AF33EA97709}" type="pres">
      <dgm:prSet presAssocID="{39282CAC-871C-466A-AD52-680CBBD17B8A}" presName="connectorText" presStyleLbl="sibTrans2D1" presStyleIdx="1" presStyleCnt="7"/>
      <dgm:spPr/>
    </dgm:pt>
    <dgm:pt modelId="{E6740E45-44D5-4EF1-AAD8-900E4137F795}" type="pres">
      <dgm:prSet presAssocID="{D7C41D13-5B25-4DD1-B0DA-7B37AB543647}" presName="node" presStyleLbl="node1" presStyleIdx="2" presStyleCnt="8">
        <dgm:presLayoutVars>
          <dgm:bulletEnabled val="1"/>
        </dgm:presLayoutVars>
      </dgm:prSet>
      <dgm:spPr/>
    </dgm:pt>
    <dgm:pt modelId="{839CC336-BA96-43E8-B4AE-DF91DE6CAE6E}" type="pres">
      <dgm:prSet presAssocID="{67D33DD9-1B17-4A13-96A6-EEA33FBE5CD1}" presName="sibTrans" presStyleLbl="sibTrans2D1" presStyleIdx="2" presStyleCnt="7"/>
      <dgm:spPr/>
    </dgm:pt>
    <dgm:pt modelId="{5F39CA60-75DA-4E66-9967-192B681C53E2}" type="pres">
      <dgm:prSet presAssocID="{67D33DD9-1B17-4A13-96A6-EEA33FBE5CD1}" presName="connectorText" presStyleLbl="sibTrans2D1" presStyleIdx="2" presStyleCnt="7"/>
      <dgm:spPr/>
    </dgm:pt>
    <dgm:pt modelId="{BFC769C1-B910-44FE-A50D-69011B4A35AD}" type="pres">
      <dgm:prSet presAssocID="{79739C99-5733-45CA-8AD9-80D557619B87}" presName="node" presStyleLbl="node1" presStyleIdx="3" presStyleCnt="8">
        <dgm:presLayoutVars>
          <dgm:bulletEnabled val="1"/>
        </dgm:presLayoutVars>
      </dgm:prSet>
      <dgm:spPr/>
    </dgm:pt>
    <dgm:pt modelId="{B0A9185C-9075-473F-9C21-7280C31CD1AE}" type="pres">
      <dgm:prSet presAssocID="{9588485D-3E5D-46E0-B2B0-81CDB4AB31A4}" presName="sibTrans" presStyleLbl="sibTrans2D1" presStyleIdx="3" presStyleCnt="7"/>
      <dgm:spPr/>
    </dgm:pt>
    <dgm:pt modelId="{CB07BCD3-869D-46E6-B07B-05F3FCBF53DE}" type="pres">
      <dgm:prSet presAssocID="{9588485D-3E5D-46E0-B2B0-81CDB4AB31A4}" presName="connectorText" presStyleLbl="sibTrans2D1" presStyleIdx="3" presStyleCnt="7"/>
      <dgm:spPr/>
    </dgm:pt>
    <dgm:pt modelId="{BDA13CE1-6166-4051-A804-1A14F29A9A00}" type="pres">
      <dgm:prSet presAssocID="{AF170E60-57B6-4023-9F7C-B2D91C05B3C7}" presName="node" presStyleLbl="node1" presStyleIdx="4" presStyleCnt="8">
        <dgm:presLayoutVars>
          <dgm:bulletEnabled val="1"/>
        </dgm:presLayoutVars>
      </dgm:prSet>
      <dgm:spPr/>
    </dgm:pt>
    <dgm:pt modelId="{348BCF4A-B114-40CB-8DBE-7D4B64E4F839}" type="pres">
      <dgm:prSet presAssocID="{59687841-1013-4AB5-8AFE-9CCD012D4AAE}" presName="sibTrans" presStyleLbl="sibTrans2D1" presStyleIdx="4" presStyleCnt="7"/>
      <dgm:spPr/>
    </dgm:pt>
    <dgm:pt modelId="{3855B2EC-B918-42EF-AA15-A71D7ED71C6D}" type="pres">
      <dgm:prSet presAssocID="{59687841-1013-4AB5-8AFE-9CCD012D4AAE}" presName="connectorText" presStyleLbl="sibTrans2D1" presStyleIdx="4" presStyleCnt="7"/>
      <dgm:spPr/>
    </dgm:pt>
    <dgm:pt modelId="{C34A082D-6009-4555-B202-AF1432FD2344}" type="pres">
      <dgm:prSet presAssocID="{7815CD87-04B1-4AC8-9F2E-82337BB51B4C}" presName="node" presStyleLbl="node1" presStyleIdx="5" presStyleCnt="8">
        <dgm:presLayoutVars>
          <dgm:bulletEnabled val="1"/>
        </dgm:presLayoutVars>
      </dgm:prSet>
      <dgm:spPr/>
    </dgm:pt>
    <dgm:pt modelId="{F836578C-CCC1-4604-83A7-B0B28B30C4A1}" type="pres">
      <dgm:prSet presAssocID="{0D7050C2-5543-482F-B1AD-F1084883850A}" presName="sibTrans" presStyleLbl="sibTrans2D1" presStyleIdx="5" presStyleCnt="7"/>
      <dgm:spPr/>
    </dgm:pt>
    <dgm:pt modelId="{4BE40AB9-C5C3-47F4-A9FD-A1042F1593DB}" type="pres">
      <dgm:prSet presAssocID="{0D7050C2-5543-482F-B1AD-F1084883850A}" presName="connectorText" presStyleLbl="sibTrans2D1" presStyleIdx="5" presStyleCnt="7"/>
      <dgm:spPr/>
    </dgm:pt>
    <dgm:pt modelId="{9EDF00FD-3EEA-40E1-8BFB-9B03C9944DF4}" type="pres">
      <dgm:prSet presAssocID="{752786CF-D1B1-4E39-8345-8C09B67A7ED9}" presName="node" presStyleLbl="node1" presStyleIdx="6" presStyleCnt="8">
        <dgm:presLayoutVars>
          <dgm:bulletEnabled val="1"/>
        </dgm:presLayoutVars>
      </dgm:prSet>
      <dgm:spPr/>
    </dgm:pt>
    <dgm:pt modelId="{90454B4E-3E17-49CB-BB34-920EB6DB5192}" type="pres">
      <dgm:prSet presAssocID="{1E76334B-C557-4D2B-80A0-F069106D3E36}" presName="sibTrans" presStyleLbl="sibTrans2D1" presStyleIdx="6" presStyleCnt="7"/>
      <dgm:spPr/>
    </dgm:pt>
    <dgm:pt modelId="{307754AC-478B-4946-B9CD-2868EF26BBDC}" type="pres">
      <dgm:prSet presAssocID="{1E76334B-C557-4D2B-80A0-F069106D3E36}" presName="connectorText" presStyleLbl="sibTrans2D1" presStyleIdx="6" presStyleCnt="7"/>
      <dgm:spPr/>
    </dgm:pt>
    <dgm:pt modelId="{BFE2D2CB-629C-460D-8AB8-47945518ED2B}" type="pres">
      <dgm:prSet presAssocID="{BA997A55-0CBD-4D84-B2B4-A4F5779B6BAE}" presName="node" presStyleLbl="node1" presStyleIdx="7" presStyleCnt="8">
        <dgm:presLayoutVars>
          <dgm:bulletEnabled val="1"/>
        </dgm:presLayoutVars>
      </dgm:prSet>
      <dgm:spPr/>
    </dgm:pt>
  </dgm:ptLst>
  <dgm:cxnLst>
    <dgm:cxn modelId="{B602E502-A763-4C17-A51E-06EAE004B3C3}" type="presOf" srcId="{752786CF-D1B1-4E39-8345-8C09B67A7ED9}" destId="{9EDF00FD-3EEA-40E1-8BFB-9B03C9944DF4}" srcOrd="0" destOrd="0" presId="urn:microsoft.com/office/officeart/2005/8/layout/process1"/>
    <dgm:cxn modelId="{4F1E2713-E5C4-45D1-9707-DFFE263DB15C}" type="presOf" srcId="{1E76334B-C557-4D2B-80A0-F069106D3E36}" destId="{307754AC-478B-4946-B9CD-2868EF26BBDC}" srcOrd="1" destOrd="0" presId="urn:microsoft.com/office/officeart/2005/8/layout/process1"/>
    <dgm:cxn modelId="{8C3E0917-A2DD-43FF-9247-4C01C5589DA1}" type="presOf" srcId="{D7C41D13-5B25-4DD1-B0DA-7B37AB543647}" destId="{E6740E45-44D5-4EF1-AAD8-900E4137F795}" srcOrd="0" destOrd="0" presId="urn:microsoft.com/office/officeart/2005/8/layout/process1"/>
    <dgm:cxn modelId="{6DDCFE1C-1E70-4785-BAC0-802D8698B10A}" type="presOf" srcId="{67D33DD9-1B17-4A13-96A6-EEA33FBE5CD1}" destId="{5F39CA60-75DA-4E66-9967-192B681C53E2}" srcOrd="1" destOrd="0" presId="urn:microsoft.com/office/officeart/2005/8/layout/process1"/>
    <dgm:cxn modelId="{C7BF1D29-54FE-4A83-B537-C40966024EB1}" srcId="{CC3A165D-3E99-40F6-B4BD-A7245616DFA1}" destId="{BA997A55-0CBD-4D84-B2B4-A4F5779B6BAE}" srcOrd="7" destOrd="0" parTransId="{53771C47-51B6-4CC6-957C-F0DD4C3CA85C}" sibTransId="{805DF2FC-4C80-451B-AF79-CEA640C700C4}"/>
    <dgm:cxn modelId="{A916252D-3188-468F-8F85-FE7D4CE3C06D}" srcId="{CC3A165D-3E99-40F6-B4BD-A7245616DFA1}" destId="{AF170E60-57B6-4023-9F7C-B2D91C05B3C7}" srcOrd="4" destOrd="0" parTransId="{149BECF8-6C99-449D-A8FC-AD3025E4C40D}" sibTransId="{59687841-1013-4AB5-8AFE-9CCD012D4AAE}"/>
    <dgm:cxn modelId="{6A496939-5BBE-4FA7-8674-173DACB6E054}" type="presOf" srcId="{9588485D-3E5D-46E0-B2B0-81CDB4AB31A4}" destId="{B0A9185C-9075-473F-9C21-7280C31CD1AE}" srcOrd="0" destOrd="0" presId="urn:microsoft.com/office/officeart/2005/8/layout/process1"/>
    <dgm:cxn modelId="{7DF0293C-3050-4D12-A9BB-6C39A8ACEB61}" type="presOf" srcId="{39282CAC-871C-466A-AD52-680CBBD17B8A}" destId="{1E03857D-1BF0-45A6-87F0-92113FC3765F}" srcOrd="0" destOrd="0" presId="urn:microsoft.com/office/officeart/2005/8/layout/process1"/>
    <dgm:cxn modelId="{105C2B60-7C71-4900-A59F-77D8E93D4F10}" type="presOf" srcId="{79739C99-5733-45CA-8AD9-80D557619B87}" destId="{BFC769C1-B910-44FE-A50D-69011B4A35AD}" srcOrd="0" destOrd="0" presId="urn:microsoft.com/office/officeart/2005/8/layout/process1"/>
    <dgm:cxn modelId="{50272063-6BD9-49C5-8B7C-8C0BCB34CFDD}" type="presOf" srcId="{17DA61F8-9F94-4DF7-8C90-CC86A5459502}" destId="{8FC030CC-C2AA-43F8-8BC0-8D937FAA2765}" srcOrd="0" destOrd="0" presId="urn:microsoft.com/office/officeart/2005/8/layout/process1"/>
    <dgm:cxn modelId="{19381D68-3437-4686-9AE7-53CF9AE351D0}" type="presOf" srcId="{7815CD87-04B1-4AC8-9F2E-82337BB51B4C}" destId="{C34A082D-6009-4555-B202-AF1432FD2344}" srcOrd="0" destOrd="0" presId="urn:microsoft.com/office/officeart/2005/8/layout/process1"/>
    <dgm:cxn modelId="{5F27FF48-A106-4C46-A6A5-315188B2DBB3}" srcId="{CC3A165D-3E99-40F6-B4BD-A7245616DFA1}" destId="{752786CF-D1B1-4E39-8345-8C09B67A7ED9}" srcOrd="6" destOrd="0" parTransId="{26F8176D-4B27-435A-8850-962246F82ED1}" sibTransId="{1E76334B-C557-4D2B-80A0-F069106D3E36}"/>
    <dgm:cxn modelId="{C3F29E6B-9D51-46E4-9F8B-DC5A6D56639B}" type="presOf" srcId="{9588485D-3E5D-46E0-B2B0-81CDB4AB31A4}" destId="{CB07BCD3-869D-46E6-B07B-05F3FCBF53DE}" srcOrd="1" destOrd="0" presId="urn:microsoft.com/office/officeart/2005/8/layout/process1"/>
    <dgm:cxn modelId="{3EA13E74-C9F7-486D-B44B-62445894B392}" type="presOf" srcId="{59687841-1013-4AB5-8AFE-9CCD012D4AAE}" destId="{3855B2EC-B918-42EF-AA15-A71D7ED71C6D}" srcOrd="1" destOrd="0" presId="urn:microsoft.com/office/officeart/2005/8/layout/process1"/>
    <dgm:cxn modelId="{E6FE3176-627C-4480-912C-B3E5F826F0E0}" type="presOf" srcId="{BA997A55-0CBD-4D84-B2B4-A4F5779B6BAE}" destId="{BFE2D2CB-629C-460D-8AB8-47945518ED2B}" srcOrd="0" destOrd="0" presId="urn:microsoft.com/office/officeart/2005/8/layout/process1"/>
    <dgm:cxn modelId="{7A2E8179-CD74-4051-9C2A-AAA2F3893698}" type="presOf" srcId="{CB66B785-7925-461D-868A-6EFCF6417364}" destId="{035326DE-B0BD-4EE6-826C-A4CD7E211875}" srcOrd="0" destOrd="0" presId="urn:microsoft.com/office/officeart/2005/8/layout/process1"/>
    <dgm:cxn modelId="{9AA94D83-DF58-446C-84B4-A4B31772CEC8}" type="presOf" srcId="{67D33DD9-1B17-4A13-96A6-EEA33FBE5CD1}" destId="{839CC336-BA96-43E8-B4AE-DF91DE6CAE6E}" srcOrd="0" destOrd="0" presId="urn:microsoft.com/office/officeart/2005/8/layout/process1"/>
    <dgm:cxn modelId="{95A48085-E07D-40F4-93D4-3D2DC91D35A3}" type="presOf" srcId="{0D7050C2-5543-482F-B1AD-F1084883850A}" destId="{4BE40AB9-C5C3-47F4-A9FD-A1042F1593DB}" srcOrd="1" destOrd="0" presId="urn:microsoft.com/office/officeart/2005/8/layout/process1"/>
    <dgm:cxn modelId="{46A0D08E-943F-4978-9F98-4D1D0600C6DD}" type="presOf" srcId="{1E76334B-C557-4D2B-80A0-F069106D3E36}" destId="{90454B4E-3E17-49CB-BB34-920EB6DB5192}" srcOrd="0" destOrd="0" presId="urn:microsoft.com/office/officeart/2005/8/layout/process1"/>
    <dgm:cxn modelId="{04B5F78E-6BEA-47A2-9C84-E9F5E62BA6A3}" type="presOf" srcId="{0D7050C2-5543-482F-B1AD-F1084883850A}" destId="{F836578C-CCC1-4604-83A7-B0B28B30C4A1}" srcOrd="0" destOrd="0" presId="urn:microsoft.com/office/officeart/2005/8/layout/process1"/>
    <dgm:cxn modelId="{D7C2679A-1C60-4B00-B05F-F6B49CD76BF4}" srcId="{CC3A165D-3E99-40F6-B4BD-A7245616DFA1}" destId="{7815CD87-04B1-4AC8-9F2E-82337BB51B4C}" srcOrd="5" destOrd="0" parTransId="{EC32B22A-7146-4095-888A-B5B7BA8D03E2}" sibTransId="{0D7050C2-5543-482F-B1AD-F1084883850A}"/>
    <dgm:cxn modelId="{A0E0FB9F-25E4-4D86-BF48-254C9CE37926}" type="presOf" srcId="{AF170E60-57B6-4023-9F7C-B2D91C05B3C7}" destId="{BDA13CE1-6166-4051-A804-1A14F29A9A00}" srcOrd="0" destOrd="0" presId="urn:microsoft.com/office/officeart/2005/8/layout/process1"/>
    <dgm:cxn modelId="{A6B532A5-0EB7-4E61-86C1-5A69CDE9A506}" type="presOf" srcId="{39282CAC-871C-466A-AD52-680CBBD17B8A}" destId="{7B23A071-777D-4868-B968-1AF33EA97709}" srcOrd="1" destOrd="0" presId="urn:microsoft.com/office/officeart/2005/8/layout/process1"/>
    <dgm:cxn modelId="{CF3B09B0-3DFD-4E58-B0DE-9CE764030F59}" type="presOf" srcId="{CC3A165D-3E99-40F6-B4BD-A7245616DFA1}" destId="{549AF04C-EDFD-441C-9AC4-04520D3DD2BE}" srcOrd="0" destOrd="0" presId="urn:microsoft.com/office/officeart/2005/8/layout/process1"/>
    <dgm:cxn modelId="{F3ABA5BE-6E0E-4A23-A5E7-01C302FA0F66}" srcId="{CC3A165D-3E99-40F6-B4BD-A7245616DFA1}" destId="{B8F8860A-3038-4EFC-BA9A-734839D1DE97}" srcOrd="0" destOrd="0" parTransId="{EC6CE10B-5DCB-463A-AB0E-667B49C32E4D}" sibTransId="{CB66B785-7925-461D-868A-6EFCF6417364}"/>
    <dgm:cxn modelId="{B565BBCF-456E-43D6-BCEC-50DD837E6D31}" srcId="{CC3A165D-3E99-40F6-B4BD-A7245616DFA1}" destId="{79739C99-5733-45CA-8AD9-80D557619B87}" srcOrd="3" destOrd="0" parTransId="{A9CA8E43-4090-4C55-84DB-0895294F82CD}" sibTransId="{9588485D-3E5D-46E0-B2B0-81CDB4AB31A4}"/>
    <dgm:cxn modelId="{725E2FD4-C484-4D5F-A963-BCBFF4AF9273}" type="presOf" srcId="{CB66B785-7925-461D-868A-6EFCF6417364}" destId="{60505FB5-D39E-4AA6-BF8F-F755211FC12C}" srcOrd="1" destOrd="0" presId="urn:microsoft.com/office/officeart/2005/8/layout/process1"/>
    <dgm:cxn modelId="{559500D9-D9A6-43F2-8239-B8500E115866}" srcId="{CC3A165D-3E99-40F6-B4BD-A7245616DFA1}" destId="{D7C41D13-5B25-4DD1-B0DA-7B37AB543647}" srcOrd="2" destOrd="0" parTransId="{3F9552C3-19E1-41A7-BFCC-7105C4F55A14}" sibTransId="{67D33DD9-1B17-4A13-96A6-EEA33FBE5CD1}"/>
    <dgm:cxn modelId="{A9FEB8E6-4FA0-4EF8-8368-057F43B709F5}" srcId="{CC3A165D-3E99-40F6-B4BD-A7245616DFA1}" destId="{17DA61F8-9F94-4DF7-8C90-CC86A5459502}" srcOrd="1" destOrd="0" parTransId="{2426FAC8-DA2E-41EA-BDA2-F04A23D6A053}" sibTransId="{39282CAC-871C-466A-AD52-680CBBD17B8A}"/>
    <dgm:cxn modelId="{C1E746EA-617D-4619-9BCA-40B4696E7007}" type="presOf" srcId="{B8F8860A-3038-4EFC-BA9A-734839D1DE97}" destId="{03832A67-9DE3-4A71-8287-128DFACB7863}" srcOrd="0" destOrd="0" presId="urn:microsoft.com/office/officeart/2005/8/layout/process1"/>
    <dgm:cxn modelId="{C73BD4F8-898B-469D-98B5-F53CAE32BE46}" type="presOf" srcId="{59687841-1013-4AB5-8AFE-9CCD012D4AAE}" destId="{348BCF4A-B114-40CB-8DBE-7D4B64E4F839}" srcOrd="0" destOrd="0" presId="urn:microsoft.com/office/officeart/2005/8/layout/process1"/>
    <dgm:cxn modelId="{C7517402-BB78-4FAE-A3A5-F248468C4E19}" type="presParOf" srcId="{549AF04C-EDFD-441C-9AC4-04520D3DD2BE}" destId="{03832A67-9DE3-4A71-8287-128DFACB7863}" srcOrd="0" destOrd="0" presId="urn:microsoft.com/office/officeart/2005/8/layout/process1"/>
    <dgm:cxn modelId="{5E2780FF-77B3-4FBA-BFF0-4C1BE43C2684}" type="presParOf" srcId="{549AF04C-EDFD-441C-9AC4-04520D3DD2BE}" destId="{035326DE-B0BD-4EE6-826C-A4CD7E211875}" srcOrd="1" destOrd="0" presId="urn:microsoft.com/office/officeart/2005/8/layout/process1"/>
    <dgm:cxn modelId="{D5FDC098-DDC9-4BB1-B82D-355FEE4A8547}" type="presParOf" srcId="{035326DE-B0BD-4EE6-826C-A4CD7E211875}" destId="{60505FB5-D39E-4AA6-BF8F-F755211FC12C}" srcOrd="0" destOrd="0" presId="urn:microsoft.com/office/officeart/2005/8/layout/process1"/>
    <dgm:cxn modelId="{DF07CECD-1F86-4396-A338-0DB480224A01}" type="presParOf" srcId="{549AF04C-EDFD-441C-9AC4-04520D3DD2BE}" destId="{8FC030CC-C2AA-43F8-8BC0-8D937FAA2765}" srcOrd="2" destOrd="0" presId="urn:microsoft.com/office/officeart/2005/8/layout/process1"/>
    <dgm:cxn modelId="{336D103B-424F-4626-A0D6-088FD2BFCD84}" type="presParOf" srcId="{549AF04C-EDFD-441C-9AC4-04520D3DD2BE}" destId="{1E03857D-1BF0-45A6-87F0-92113FC3765F}" srcOrd="3" destOrd="0" presId="urn:microsoft.com/office/officeart/2005/8/layout/process1"/>
    <dgm:cxn modelId="{58D0DC2D-856E-43B2-8C25-ECAB14A128A3}" type="presParOf" srcId="{1E03857D-1BF0-45A6-87F0-92113FC3765F}" destId="{7B23A071-777D-4868-B968-1AF33EA97709}" srcOrd="0" destOrd="0" presId="urn:microsoft.com/office/officeart/2005/8/layout/process1"/>
    <dgm:cxn modelId="{DC66EEA5-90CD-4EB2-8538-BAE067F3A26E}" type="presParOf" srcId="{549AF04C-EDFD-441C-9AC4-04520D3DD2BE}" destId="{E6740E45-44D5-4EF1-AAD8-900E4137F795}" srcOrd="4" destOrd="0" presId="urn:microsoft.com/office/officeart/2005/8/layout/process1"/>
    <dgm:cxn modelId="{5A13DAFB-D025-4333-B967-7EC546911F7B}" type="presParOf" srcId="{549AF04C-EDFD-441C-9AC4-04520D3DD2BE}" destId="{839CC336-BA96-43E8-B4AE-DF91DE6CAE6E}" srcOrd="5" destOrd="0" presId="urn:microsoft.com/office/officeart/2005/8/layout/process1"/>
    <dgm:cxn modelId="{E4DE65C5-9AA5-41C9-884E-C111AAEBE08E}" type="presParOf" srcId="{839CC336-BA96-43E8-B4AE-DF91DE6CAE6E}" destId="{5F39CA60-75DA-4E66-9967-192B681C53E2}" srcOrd="0" destOrd="0" presId="urn:microsoft.com/office/officeart/2005/8/layout/process1"/>
    <dgm:cxn modelId="{FCA6ED7B-7076-4C33-AA5E-B5F08EEF4FBC}" type="presParOf" srcId="{549AF04C-EDFD-441C-9AC4-04520D3DD2BE}" destId="{BFC769C1-B910-44FE-A50D-69011B4A35AD}" srcOrd="6" destOrd="0" presId="urn:microsoft.com/office/officeart/2005/8/layout/process1"/>
    <dgm:cxn modelId="{9A80B86D-ADB0-498E-9172-0564C6C92981}" type="presParOf" srcId="{549AF04C-EDFD-441C-9AC4-04520D3DD2BE}" destId="{B0A9185C-9075-473F-9C21-7280C31CD1AE}" srcOrd="7" destOrd="0" presId="urn:microsoft.com/office/officeart/2005/8/layout/process1"/>
    <dgm:cxn modelId="{C06A859A-7927-439C-A5E9-E64DCA435995}" type="presParOf" srcId="{B0A9185C-9075-473F-9C21-7280C31CD1AE}" destId="{CB07BCD3-869D-46E6-B07B-05F3FCBF53DE}" srcOrd="0" destOrd="0" presId="urn:microsoft.com/office/officeart/2005/8/layout/process1"/>
    <dgm:cxn modelId="{15395DAC-04B4-4678-8471-2A8A0DDC4074}" type="presParOf" srcId="{549AF04C-EDFD-441C-9AC4-04520D3DD2BE}" destId="{BDA13CE1-6166-4051-A804-1A14F29A9A00}" srcOrd="8" destOrd="0" presId="urn:microsoft.com/office/officeart/2005/8/layout/process1"/>
    <dgm:cxn modelId="{E11BF052-7E6A-42CE-BBBD-BBB1EA414F41}" type="presParOf" srcId="{549AF04C-EDFD-441C-9AC4-04520D3DD2BE}" destId="{348BCF4A-B114-40CB-8DBE-7D4B64E4F839}" srcOrd="9" destOrd="0" presId="urn:microsoft.com/office/officeart/2005/8/layout/process1"/>
    <dgm:cxn modelId="{328769AA-5CE0-4994-A5F2-76D953482401}" type="presParOf" srcId="{348BCF4A-B114-40CB-8DBE-7D4B64E4F839}" destId="{3855B2EC-B918-42EF-AA15-A71D7ED71C6D}" srcOrd="0" destOrd="0" presId="urn:microsoft.com/office/officeart/2005/8/layout/process1"/>
    <dgm:cxn modelId="{B047F62B-180B-4684-95B8-F11D5AFDA4E4}" type="presParOf" srcId="{549AF04C-EDFD-441C-9AC4-04520D3DD2BE}" destId="{C34A082D-6009-4555-B202-AF1432FD2344}" srcOrd="10" destOrd="0" presId="urn:microsoft.com/office/officeart/2005/8/layout/process1"/>
    <dgm:cxn modelId="{CDCD0494-8116-4077-9A08-2F2CC279F0D5}" type="presParOf" srcId="{549AF04C-EDFD-441C-9AC4-04520D3DD2BE}" destId="{F836578C-CCC1-4604-83A7-B0B28B30C4A1}" srcOrd="11" destOrd="0" presId="urn:microsoft.com/office/officeart/2005/8/layout/process1"/>
    <dgm:cxn modelId="{2F2D22AE-B4EC-470C-BD20-15131DBB9BFD}" type="presParOf" srcId="{F836578C-CCC1-4604-83A7-B0B28B30C4A1}" destId="{4BE40AB9-C5C3-47F4-A9FD-A1042F1593DB}" srcOrd="0" destOrd="0" presId="urn:microsoft.com/office/officeart/2005/8/layout/process1"/>
    <dgm:cxn modelId="{B1A467C3-A192-44EA-B3FE-64FB5974E866}" type="presParOf" srcId="{549AF04C-EDFD-441C-9AC4-04520D3DD2BE}" destId="{9EDF00FD-3EEA-40E1-8BFB-9B03C9944DF4}" srcOrd="12" destOrd="0" presId="urn:microsoft.com/office/officeart/2005/8/layout/process1"/>
    <dgm:cxn modelId="{1CADB8E0-BF79-44A5-84B9-17F54887C5C0}" type="presParOf" srcId="{549AF04C-EDFD-441C-9AC4-04520D3DD2BE}" destId="{90454B4E-3E17-49CB-BB34-920EB6DB5192}" srcOrd="13" destOrd="0" presId="urn:microsoft.com/office/officeart/2005/8/layout/process1"/>
    <dgm:cxn modelId="{262CA01F-2F2E-44F0-A5EE-539CB1E247F1}" type="presParOf" srcId="{90454B4E-3E17-49CB-BB34-920EB6DB5192}" destId="{307754AC-478B-4946-B9CD-2868EF26BBDC}" srcOrd="0" destOrd="0" presId="urn:microsoft.com/office/officeart/2005/8/layout/process1"/>
    <dgm:cxn modelId="{8A47DFE9-82C4-4FED-80E8-9758AE0F29CA}" type="presParOf" srcId="{549AF04C-EDFD-441C-9AC4-04520D3DD2BE}" destId="{BFE2D2CB-629C-460D-8AB8-47945518ED2B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C3A165D-3E99-40F6-B4BD-A7245616DFA1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</dgm:pt>
    <dgm:pt modelId="{B8F8860A-3038-4EFC-BA9A-734839D1DE97}">
      <dgm:prSet phldrT="[Text]"/>
      <dgm:spPr/>
      <dgm:t>
        <a:bodyPr/>
        <a:lstStyle/>
        <a:p>
          <a:r>
            <a:rPr lang="en-US" b="1" i="0" dirty="0"/>
            <a:t>Initiation Phase</a:t>
          </a:r>
          <a:endParaRPr lang="en-US" dirty="0"/>
        </a:p>
      </dgm:t>
    </dgm:pt>
    <dgm:pt modelId="{EC6CE10B-5DCB-463A-AB0E-667B49C32E4D}" type="parTrans" cxnId="{F3ABA5BE-6E0E-4A23-A5E7-01C302FA0F66}">
      <dgm:prSet/>
      <dgm:spPr/>
      <dgm:t>
        <a:bodyPr/>
        <a:lstStyle/>
        <a:p>
          <a:endParaRPr lang="en-US"/>
        </a:p>
      </dgm:t>
    </dgm:pt>
    <dgm:pt modelId="{CB66B785-7925-461D-868A-6EFCF6417364}" type="sibTrans" cxnId="{F3ABA5BE-6E0E-4A23-A5E7-01C302FA0F66}">
      <dgm:prSet/>
      <dgm:spPr/>
      <dgm:t>
        <a:bodyPr/>
        <a:lstStyle/>
        <a:p>
          <a:endParaRPr lang="en-US"/>
        </a:p>
      </dgm:t>
    </dgm:pt>
    <dgm:pt modelId="{17DA61F8-9F94-4DF7-8C90-CC86A5459502}">
      <dgm:prSet phldrT="[Text]"/>
      <dgm:spPr/>
      <dgm:t>
        <a:bodyPr/>
        <a:lstStyle/>
        <a:p>
          <a:r>
            <a:rPr lang="en-US" b="1" i="0" dirty="0"/>
            <a:t>Planning Phase</a:t>
          </a:r>
          <a:endParaRPr lang="en-US" dirty="0"/>
        </a:p>
      </dgm:t>
    </dgm:pt>
    <dgm:pt modelId="{2426FAC8-DA2E-41EA-BDA2-F04A23D6A053}" type="parTrans" cxnId="{A9FEB8E6-4FA0-4EF8-8368-057F43B709F5}">
      <dgm:prSet/>
      <dgm:spPr/>
      <dgm:t>
        <a:bodyPr/>
        <a:lstStyle/>
        <a:p>
          <a:endParaRPr lang="en-US"/>
        </a:p>
      </dgm:t>
    </dgm:pt>
    <dgm:pt modelId="{39282CAC-871C-466A-AD52-680CBBD17B8A}" type="sibTrans" cxnId="{A9FEB8E6-4FA0-4EF8-8368-057F43B709F5}">
      <dgm:prSet/>
      <dgm:spPr/>
      <dgm:t>
        <a:bodyPr/>
        <a:lstStyle/>
        <a:p>
          <a:endParaRPr lang="en-US"/>
        </a:p>
      </dgm:t>
    </dgm:pt>
    <dgm:pt modelId="{D7C41D13-5B25-4DD1-B0DA-7B37AB543647}">
      <dgm:prSet phldrT="[Text]"/>
      <dgm:spPr/>
      <dgm:t>
        <a:bodyPr/>
        <a:lstStyle/>
        <a:p>
          <a:r>
            <a:rPr lang="en-US" b="1" i="0" dirty="0"/>
            <a:t>Analysis Phase</a:t>
          </a:r>
          <a:endParaRPr lang="en-US" dirty="0"/>
        </a:p>
      </dgm:t>
    </dgm:pt>
    <dgm:pt modelId="{3F9552C3-19E1-41A7-BFCC-7105C4F55A14}" type="parTrans" cxnId="{559500D9-D9A6-43F2-8239-B8500E115866}">
      <dgm:prSet/>
      <dgm:spPr/>
      <dgm:t>
        <a:bodyPr/>
        <a:lstStyle/>
        <a:p>
          <a:endParaRPr lang="en-US"/>
        </a:p>
      </dgm:t>
    </dgm:pt>
    <dgm:pt modelId="{67D33DD9-1B17-4A13-96A6-EEA33FBE5CD1}" type="sibTrans" cxnId="{559500D9-D9A6-43F2-8239-B8500E115866}">
      <dgm:prSet/>
      <dgm:spPr/>
      <dgm:t>
        <a:bodyPr/>
        <a:lstStyle/>
        <a:p>
          <a:endParaRPr lang="en-US"/>
        </a:p>
      </dgm:t>
    </dgm:pt>
    <dgm:pt modelId="{79739C99-5733-45CA-8AD9-80D557619B87}">
      <dgm:prSet/>
      <dgm:spPr/>
      <dgm:t>
        <a:bodyPr/>
        <a:lstStyle/>
        <a:p>
          <a:r>
            <a:rPr lang="en-US" b="1" i="0"/>
            <a:t>Design Phase</a:t>
          </a:r>
          <a:endParaRPr lang="en-US"/>
        </a:p>
      </dgm:t>
    </dgm:pt>
    <dgm:pt modelId="{A9CA8E43-4090-4C55-84DB-0895294F82CD}" type="parTrans" cxnId="{B565BBCF-456E-43D6-BCEC-50DD837E6D31}">
      <dgm:prSet/>
      <dgm:spPr/>
      <dgm:t>
        <a:bodyPr/>
        <a:lstStyle/>
        <a:p>
          <a:endParaRPr lang="en-US"/>
        </a:p>
      </dgm:t>
    </dgm:pt>
    <dgm:pt modelId="{9588485D-3E5D-46E0-B2B0-81CDB4AB31A4}" type="sibTrans" cxnId="{B565BBCF-456E-43D6-BCEC-50DD837E6D31}">
      <dgm:prSet/>
      <dgm:spPr/>
      <dgm:t>
        <a:bodyPr/>
        <a:lstStyle/>
        <a:p>
          <a:endParaRPr lang="en-US"/>
        </a:p>
      </dgm:t>
    </dgm:pt>
    <dgm:pt modelId="{AF170E60-57B6-4023-9F7C-B2D91C05B3C7}">
      <dgm:prSet/>
      <dgm:spPr/>
      <dgm:t>
        <a:bodyPr/>
        <a:lstStyle/>
        <a:p>
          <a:r>
            <a:rPr lang="en-US" b="1" i="0" dirty="0"/>
            <a:t>Development Phase</a:t>
          </a:r>
          <a:endParaRPr lang="en-US" dirty="0"/>
        </a:p>
      </dgm:t>
    </dgm:pt>
    <dgm:pt modelId="{149BECF8-6C99-449D-A8FC-AD3025E4C40D}" type="parTrans" cxnId="{A916252D-3188-468F-8F85-FE7D4CE3C06D}">
      <dgm:prSet/>
      <dgm:spPr/>
      <dgm:t>
        <a:bodyPr/>
        <a:lstStyle/>
        <a:p>
          <a:endParaRPr lang="en-US"/>
        </a:p>
      </dgm:t>
    </dgm:pt>
    <dgm:pt modelId="{59687841-1013-4AB5-8AFE-9CCD012D4AAE}" type="sibTrans" cxnId="{A916252D-3188-468F-8F85-FE7D4CE3C06D}">
      <dgm:prSet/>
      <dgm:spPr/>
      <dgm:t>
        <a:bodyPr/>
        <a:lstStyle/>
        <a:p>
          <a:endParaRPr lang="en-US"/>
        </a:p>
      </dgm:t>
    </dgm:pt>
    <dgm:pt modelId="{7815CD87-04B1-4AC8-9F2E-82337BB51B4C}">
      <dgm:prSet/>
      <dgm:spPr/>
      <dgm:t>
        <a:bodyPr/>
        <a:lstStyle/>
        <a:p>
          <a:r>
            <a:rPr lang="en-US" b="1" i="0"/>
            <a:t>Testing Phase</a:t>
          </a:r>
          <a:endParaRPr lang="en-US"/>
        </a:p>
      </dgm:t>
    </dgm:pt>
    <dgm:pt modelId="{EC32B22A-7146-4095-888A-B5B7BA8D03E2}" type="parTrans" cxnId="{D7C2679A-1C60-4B00-B05F-F6B49CD76BF4}">
      <dgm:prSet/>
      <dgm:spPr/>
      <dgm:t>
        <a:bodyPr/>
        <a:lstStyle/>
        <a:p>
          <a:endParaRPr lang="en-US"/>
        </a:p>
      </dgm:t>
    </dgm:pt>
    <dgm:pt modelId="{0D7050C2-5543-482F-B1AD-F1084883850A}" type="sibTrans" cxnId="{D7C2679A-1C60-4B00-B05F-F6B49CD76BF4}">
      <dgm:prSet/>
      <dgm:spPr/>
      <dgm:t>
        <a:bodyPr/>
        <a:lstStyle/>
        <a:p>
          <a:endParaRPr lang="en-US"/>
        </a:p>
      </dgm:t>
    </dgm:pt>
    <dgm:pt modelId="{752786CF-D1B1-4E39-8345-8C09B67A7ED9}">
      <dgm:prSet/>
      <dgm:spPr/>
      <dgm:t>
        <a:bodyPr/>
        <a:lstStyle/>
        <a:p>
          <a:r>
            <a:rPr lang="en-US" b="1" i="0" dirty="0"/>
            <a:t>Deployment Phase</a:t>
          </a:r>
          <a:endParaRPr lang="en-US" dirty="0"/>
        </a:p>
      </dgm:t>
    </dgm:pt>
    <dgm:pt modelId="{26F8176D-4B27-435A-8850-962246F82ED1}" type="parTrans" cxnId="{5F27FF48-A106-4C46-A6A5-315188B2DBB3}">
      <dgm:prSet/>
      <dgm:spPr/>
      <dgm:t>
        <a:bodyPr/>
        <a:lstStyle/>
        <a:p>
          <a:endParaRPr lang="en-US"/>
        </a:p>
      </dgm:t>
    </dgm:pt>
    <dgm:pt modelId="{1E76334B-C557-4D2B-80A0-F069106D3E36}" type="sibTrans" cxnId="{5F27FF48-A106-4C46-A6A5-315188B2DBB3}">
      <dgm:prSet/>
      <dgm:spPr/>
      <dgm:t>
        <a:bodyPr/>
        <a:lstStyle/>
        <a:p>
          <a:endParaRPr lang="en-US"/>
        </a:p>
      </dgm:t>
    </dgm:pt>
    <dgm:pt modelId="{BA997A55-0CBD-4D84-B2B4-A4F5779B6BAE}">
      <dgm:prSet/>
      <dgm:spPr/>
      <dgm:t>
        <a:bodyPr/>
        <a:lstStyle/>
        <a:p>
          <a:r>
            <a:rPr lang="en-US" b="1" i="0" dirty="0"/>
            <a:t>Maintenance Phase</a:t>
          </a:r>
          <a:endParaRPr lang="en-US" dirty="0"/>
        </a:p>
      </dgm:t>
    </dgm:pt>
    <dgm:pt modelId="{53771C47-51B6-4CC6-957C-F0DD4C3CA85C}" type="parTrans" cxnId="{C7BF1D29-54FE-4A83-B537-C40966024EB1}">
      <dgm:prSet/>
      <dgm:spPr/>
      <dgm:t>
        <a:bodyPr/>
        <a:lstStyle/>
        <a:p>
          <a:endParaRPr lang="en-US"/>
        </a:p>
      </dgm:t>
    </dgm:pt>
    <dgm:pt modelId="{805DF2FC-4C80-451B-AF79-CEA640C700C4}" type="sibTrans" cxnId="{C7BF1D29-54FE-4A83-B537-C40966024EB1}">
      <dgm:prSet/>
      <dgm:spPr/>
      <dgm:t>
        <a:bodyPr/>
        <a:lstStyle/>
        <a:p>
          <a:endParaRPr lang="en-US"/>
        </a:p>
      </dgm:t>
    </dgm:pt>
    <dgm:pt modelId="{549AF04C-EDFD-441C-9AC4-04520D3DD2BE}" type="pres">
      <dgm:prSet presAssocID="{CC3A165D-3E99-40F6-B4BD-A7245616DFA1}" presName="Name0" presStyleCnt="0">
        <dgm:presLayoutVars>
          <dgm:dir/>
          <dgm:resizeHandles val="exact"/>
        </dgm:presLayoutVars>
      </dgm:prSet>
      <dgm:spPr/>
    </dgm:pt>
    <dgm:pt modelId="{03832A67-9DE3-4A71-8287-128DFACB7863}" type="pres">
      <dgm:prSet presAssocID="{B8F8860A-3038-4EFC-BA9A-734839D1DE97}" presName="node" presStyleLbl="node1" presStyleIdx="0" presStyleCnt="8">
        <dgm:presLayoutVars>
          <dgm:bulletEnabled val="1"/>
        </dgm:presLayoutVars>
      </dgm:prSet>
      <dgm:spPr/>
    </dgm:pt>
    <dgm:pt modelId="{035326DE-B0BD-4EE6-826C-A4CD7E211875}" type="pres">
      <dgm:prSet presAssocID="{CB66B785-7925-461D-868A-6EFCF6417364}" presName="sibTrans" presStyleLbl="sibTrans2D1" presStyleIdx="0" presStyleCnt="7"/>
      <dgm:spPr/>
    </dgm:pt>
    <dgm:pt modelId="{60505FB5-D39E-4AA6-BF8F-F755211FC12C}" type="pres">
      <dgm:prSet presAssocID="{CB66B785-7925-461D-868A-6EFCF6417364}" presName="connectorText" presStyleLbl="sibTrans2D1" presStyleIdx="0" presStyleCnt="7"/>
      <dgm:spPr/>
    </dgm:pt>
    <dgm:pt modelId="{8FC030CC-C2AA-43F8-8BC0-8D937FAA2765}" type="pres">
      <dgm:prSet presAssocID="{17DA61F8-9F94-4DF7-8C90-CC86A5459502}" presName="node" presStyleLbl="node1" presStyleIdx="1" presStyleCnt="8">
        <dgm:presLayoutVars>
          <dgm:bulletEnabled val="1"/>
        </dgm:presLayoutVars>
      </dgm:prSet>
      <dgm:spPr/>
    </dgm:pt>
    <dgm:pt modelId="{1E03857D-1BF0-45A6-87F0-92113FC3765F}" type="pres">
      <dgm:prSet presAssocID="{39282CAC-871C-466A-AD52-680CBBD17B8A}" presName="sibTrans" presStyleLbl="sibTrans2D1" presStyleIdx="1" presStyleCnt="7"/>
      <dgm:spPr/>
    </dgm:pt>
    <dgm:pt modelId="{7B23A071-777D-4868-B968-1AF33EA97709}" type="pres">
      <dgm:prSet presAssocID="{39282CAC-871C-466A-AD52-680CBBD17B8A}" presName="connectorText" presStyleLbl="sibTrans2D1" presStyleIdx="1" presStyleCnt="7"/>
      <dgm:spPr/>
    </dgm:pt>
    <dgm:pt modelId="{E6740E45-44D5-4EF1-AAD8-900E4137F795}" type="pres">
      <dgm:prSet presAssocID="{D7C41D13-5B25-4DD1-B0DA-7B37AB543647}" presName="node" presStyleLbl="node1" presStyleIdx="2" presStyleCnt="8">
        <dgm:presLayoutVars>
          <dgm:bulletEnabled val="1"/>
        </dgm:presLayoutVars>
      </dgm:prSet>
      <dgm:spPr/>
    </dgm:pt>
    <dgm:pt modelId="{839CC336-BA96-43E8-B4AE-DF91DE6CAE6E}" type="pres">
      <dgm:prSet presAssocID="{67D33DD9-1B17-4A13-96A6-EEA33FBE5CD1}" presName="sibTrans" presStyleLbl="sibTrans2D1" presStyleIdx="2" presStyleCnt="7"/>
      <dgm:spPr/>
    </dgm:pt>
    <dgm:pt modelId="{5F39CA60-75DA-4E66-9967-192B681C53E2}" type="pres">
      <dgm:prSet presAssocID="{67D33DD9-1B17-4A13-96A6-EEA33FBE5CD1}" presName="connectorText" presStyleLbl="sibTrans2D1" presStyleIdx="2" presStyleCnt="7"/>
      <dgm:spPr/>
    </dgm:pt>
    <dgm:pt modelId="{BFC769C1-B910-44FE-A50D-69011B4A35AD}" type="pres">
      <dgm:prSet presAssocID="{79739C99-5733-45CA-8AD9-80D557619B87}" presName="node" presStyleLbl="node1" presStyleIdx="3" presStyleCnt="8">
        <dgm:presLayoutVars>
          <dgm:bulletEnabled val="1"/>
        </dgm:presLayoutVars>
      </dgm:prSet>
      <dgm:spPr/>
    </dgm:pt>
    <dgm:pt modelId="{B0A9185C-9075-473F-9C21-7280C31CD1AE}" type="pres">
      <dgm:prSet presAssocID="{9588485D-3E5D-46E0-B2B0-81CDB4AB31A4}" presName="sibTrans" presStyleLbl="sibTrans2D1" presStyleIdx="3" presStyleCnt="7"/>
      <dgm:spPr/>
    </dgm:pt>
    <dgm:pt modelId="{CB07BCD3-869D-46E6-B07B-05F3FCBF53DE}" type="pres">
      <dgm:prSet presAssocID="{9588485D-3E5D-46E0-B2B0-81CDB4AB31A4}" presName="connectorText" presStyleLbl="sibTrans2D1" presStyleIdx="3" presStyleCnt="7"/>
      <dgm:spPr/>
    </dgm:pt>
    <dgm:pt modelId="{BDA13CE1-6166-4051-A804-1A14F29A9A00}" type="pres">
      <dgm:prSet presAssocID="{AF170E60-57B6-4023-9F7C-B2D91C05B3C7}" presName="node" presStyleLbl="node1" presStyleIdx="4" presStyleCnt="8">
        <dgm:presLayoutVars>
          <dgm:bulletEnabled val="1"/>
        </dgm:presLayoutVars>
      </dgm:prSet>
      <dgm:spPr/>
    </dgm:pt>
    <dgm:pt modelId="{348BCF4A-B114-40CB-8DBE-7D4B64E4F839}" type="pres">
      <dgm:prSet presAssocID="{59687841-1013-4AB5-8AFE-9CCD012D4AAE}" presName="sibTrans" presStyleLbl="sibTrans2D1" presStyleIdx="4" presStyleCnt="7"/>
      <dgm:spPr/>
    </dgm:pt>
    <dgm:pt modelId="{3855B2EC-B918-42EF-AA15-A71D7ED71C6D}" type="pres">
      <dgm:prSet presAssocID="{59687841-1013-4AB5-8AFE-9CCD012D4AAE}" presName="connectorText" presStyleLbl="sibTrans2D1" presStyleIdx="4" presStyleCnt="7"/>
      <dgm:spPr/>
    </dgm:pt>
    <dgm:pt modelId="{C34A082D-6009-4555-B202-AF1432FD2344}" type="pres">
      <dgm:prSet presAssocID="{7815CD87-04B1-4AC8-9F2E-82337BB51B4C}" presName="node" presStyleLbl="node1" presStyleIdx="5" presStyleCnt="8">
        <dgm:presLayoutVars>
          <dgm:bulletEnabled val="1"/>
        </dgm:presLayoutVars>
      </dgm:prSet>
      <dgm:spPr/>
    </dgm:pt>
    <dgm:pt modelId="{F836578C-CCC1-4604-83A7-B0B28B30C4A1}" type="pres">
      <dgm:prSet presAssocID="{0D7050C2-5543-482F-B1AD-F1084883850A}" presName="sibTrans" presStyleLbl="sibTrans2D1" presStyleIdx="5" presStyleCnt="7"/>
      <dgm:spPr/>
    </dgm:pt>
    <dgm:pt modelId="{4BE40AB9-C5C3-47F4-A9FD-A1042F1593DB}" type="pres">
      <dgm:prSet presAssocID="{0D7050C2-5543-482F-B1AD-F1084883850A}" presName="connectorText" presStyleLbl="sibTrans2D1" presStyleIdx="5" presStyleCnt="7"/>
      <dgm:spPr/>
    </dgm:pt>
    <dgm:pt modelId="{9EDF00FD-3EEA-40E1-8BFB-9B03C9944DF4}" type="pres">
      <dgm:prSet presAssocID="{752786CF-D1B1-4E39-8345-8C09B67A7ED9}" presName="node" presStyleLbl="node1" presStyleIdx="6" presStyleCnt="8">
        <dgm:presLayoutVars>
          <dgm:bulletEnabled val="1"/>
        </dgm:presLayoutVars>
      </dgm:prSet>
      <dgm:spPr/>
    </dgm:pt>
    <dgm:pt modelId="{90454B4E-3E17-49CB-BB34-920EB6DB5192}" type="pres">
      <dgm:prSet presAssocID="{1E76334B-C557-4D2B-80A0-F069106D3E36}" presName="sibTrans" presStyleLbl="sibTrans2D1" presStyleIdx="6" presStyleCnt="7"/>
      <dgm:spPr/>
    </dgm:pt>
    <dgm:pt modelId="{307754AC-478B-4946-B9CD-2868EF26BBDC}" type="pres">
      <dgm:prSet presAssocID="{1E76334B-C557-4D2B-80A0-F069106D3E36}" presName="connectorText" presStyleLbl="sibTrans2D1" presStyleIdx="6" presStyleCnt="7"/>
      <dgm:spPr/>
    </dgm:pt>
    <dgm:pt modelId="{BFE2D2CB-629C-460D-8AB8-47945518ED2B}" type="pres">
      <dgm:prSet presAssocID="{BA997A55-0CBD-4D84-B2B4-A4F5779B6BAE}" presName="node" presStyleLbl="node1" presStyleIdx="7" presStyleCnt="8">
        <dgm:presLayoutVars>
          <dgm:bulletEnabled val="1"/>
        </dgm:presLayoutVars>
      </dgm:prSet>
      <dgm:spPr/>
    </dgm:pt>
  </dgm:ptLst>
  <dgm:cxnLst>
    <dgm:cxn modelId="{B602E502-A763-4C17-A51E-06EAE004B3C3}" type="presOf" srcId="{752786CF-D1B1-4E39-8345-8C09B67A7ED9}" destId="{9EDF00FD-3EEA-40E1-8BFB-9B03C9944DF4}" srcOrd="0" destOrd="0" presId="urn:microsoft.com/office/officeart/2005/8/layout/process1"/>
    <dgm:cxn modelId="{4F1E2713-E5C4-45D1-9707-DFFE263DB15C}" type="presOf" srcId="{1E76334B-C557-4D2B-80A0-F069106D3E36}" destId="{307754AC-478B-4946-B9CD-2868EF26BBDC}" srcOrd="1" destOrd="0" presId="urn:microsoft.com/office/officeart/2005/8/layout/process1"/>
    <dgm:cxn modelId="{8C3E0917-A2DD-43FF-9247-4C01C5589DA1}" type="presOf" srcId="{D7C41D13-5B25-4DD1-B0DA-7B37AB543647}" destId="{E6740E45-44D5-4EF1-AAD8-900E4137F795}" srcOrd="0" destOrd="0" presId="urn:microsoft.com/office/officeart/2005/8/layout/process1"/>
    <dgm:cxn modelId="{6DDCFE1C-1E70-4785-BAC0-802D8698B10A}" type="presOf" srcId="{67D33DD9-1B17-4A13-96A6-EEA33FBE5CD1}" destId="{5F39CA60-75DA-4E66-9967-192B681C53E2}" srcOrd="1" destOrd="0" presId="urn:microsoft.com/office/officeart/2005/8/layout/process1"/>
    <dgm:cxn modelId="{C7BF1D29-54FE-4A83-B537-C40966024EB1}" srcId="{CC3A165D-3E99-40F6-B4BD-A7245616DFA1}" destId="{BA997A55-0CBD-4D84-B2B4-A4F5779B6BAE}" srcOrd="7" destOrd="0" parTransId="{53771C47-51B6-4CC6-957C-F0DD4C3CA85C}" sibTransId="{805DF2FC-4C80-451B-AF79-CEA640C700C4}"/>
    <dgm:cxn modelId="{A916252D-3188-468F-8F85-FE7D4CE3C06D}" srcId="{CC3A165D-3E99-40F6-B4BD-A7245616DFA1}" destId="{AF170E60-57B6-4023-9F7C-B2D91C05B3C7}" srcOrd="4" destOrd="0" parTransId="{149BECF8-6C99-449D-A8FC-AD3025E4C40D}" sibTransId="{59687841-1013-4AB5-8AFE-9CCD012D4AAE}"/>
    <dgm:cxn modelId="{6A496939-5BBE-4FA7-8674-173DACB6E054}" type="presOf" srcId="{9588485D-3E5D-46E0-B2B0-81CDB4AB31A4}" destId="{B0A9185C-9075-473F-9C21-7280C31CD1AE}" srcOrd="0" destOrd="0" presId="urn:microsoft.com/office/officeart/2005/8/layout/process1"/>
    <dgm:cxn modelId="{7DF0293C-3050-4D12-A9BB-6C39A8ACEB61}" type="presOf" srcId="{39282CAC-871C-466A-AD52-680CBBD17B8A}" destId="{1E03857D-1BF0-45A6-87F0-92113FC3765F}" srcOrd="0" destOrd="0" presId="urn:microsoft.com/office/officeart/2005/8/layout/process1"/>
    <dgm:cxn modelId="{105C2B60-7C71-4900-A59F-77D8E93D4F10}" type="presOf" srcId="{79739C99-5733-45CA-8AD9-80D557619B87}" destId="{BFC769C1-B910-44FE-A50D-69011B4A35AD}" srcOrd="0" destOrd="0" presId="urn:microsoft.com/office/officeart/2005/8/layout/process1"/>
    <dgm:cxn modelId="{50272063-6BD9-49C5-8B7C-8C0BCB34CFDD}" type="presOf" srcId="{17DA61F8-9F94-4DF7-8C90-CC86A5459502}" destId="{8FC030CC-C2AA-43F8-8BC0-8D937FAA2765}" srcOrd="0" destOrd="0" presId="urn:microsoft.com/office/officeart/2005/8/layout/process1"/>
    <dgm:cxn modelId="{19381D68-3437-4686-9AE7-53CF9AE351D0}" type="presOf" srcId="{7815CD87-04B1-4AC8-9F2E-82337BB51B4C}" destId="{C34A082D-6009-4555-B202-AF1432FD2344}" srcOrd="0" destOrd="0" presId="urn:microsoft.com/office/officeart/2005/8/layout/process1"/>
    <dgm:cxn modelId="{5F27FF48-A106-4C46-A6A5-315188B2DBB3}" srcId="{CC3A165D-3E99-40F6-B4BD-A7245616DFA1}" destId="{752786CF-D1B1-4E39-8345-8C09B67A7ED9}" srcOrd="6" destOrd="0" parTransId="{26F8176D-4B27-435A-8850-962246F82ED1}" sibTransId="{1E76334B-C557-4D2B-80A0-F069106D3E36}"/>
    <dgm:cxn modelId="{C3F29E6B-9D51-46E4-9F8B-DC5A6D56639B}" type="presOf" srcId="{9588485D-3E5D-46E0-B2B0-81CDB4AB31A4}" destId="{CB07BCD3-869D-46E6-B07B-05F3FCBF53DE}" srcOrd="1" destOrd="0" presId="urn:microsoft.com/office/officeart/2005/8/layout/process1"/>
    <dgm:cxn modelId="{3EA13E74-C9F7-486D-B44B-62445894B392}" type="presOf" srcId="{59687841-1013-4AB5-8AFE-9CCD012D4AAE}" destId="{3855B2EC-B918-42EF-AA15-A71D7ED71C6D}" srcOrd="1" destOrd="0" presId="urn:microsoft.com/office/officeart/2005/8/layout/process1"/>
    <dgm:cxn modelId="{E6FE3176-627C-4480-912C-B3E5F826F0E0}" type="presOf" srcId="{BA997A55-0CBD-4D84-B2B4-A4F5779B6BAE}" destId="{BFE2D2CB-629C-460D-8AB8-47945518ED2B}" srcOrd="0" destOrd="0" presId="urn:microsoft.com/office/officeart/2005/8/layout/process1"/>
    <dgm:cxn modelId="{7A2E8179-CD74-4051-9C2A-AAA2F3893698}" type="presOf" srcId="{CB66B785-7925-461D-868A-6EFCF6417364}" destId="{035326DE-B0BD-4EE6-826C-A4CD7E211875}" srcOrd="0" destOrd="0" presId="urn:microsoft.com/office/officeart/2005/8/layout/process1"/>
    <dgm:cxn modelId="{9AA94D83-DF58-446C-84B4-A4B31772CEC8}" type="presOf" srcId="{67D33DD9-1B17-4A13-96A6-EEA33FBE5CD1}" destId="{839CC336-BA96-43E8-B4AE-DF91DE6CAE6E}" srcOrd="0" destOrd="0" presId="urn:microsoft.com/office/officeart/2005/8/layout/process1"/>
    <dgm:cxn modelId="{95A48085-E07D-40F4-93D4-3D2DC91D35A3}" type="presOf" srcId="{0D7050C2-5543-482F-B1AD-F1084883850A}" destId="{4BE40AB9-C5C3-47F4-A9FD-A1042F1593DB}" srcOrd="1" destOrd="0" presId="urn:microsoft.com/office/officeart/2005/8/layout/process1"/>
    <dgm:cxn modelId="{46A0D08E-943F-4978-9F98-4D1D0600C6DD}" type="presOf" srcId="{1E76334B-C557-4D2B-80A0-F069106D3E36}" destId="{90454B4E-3E17-49CB-BB34-920EB6DB5192}" srcOrd="0" destOrd="0" presId="urn:microsoft.com/office/officeart/2005/8/layout/process1"/>
    <dgm:cxn modelId="{04B5F78E-6BEA-47A2-9C84-E9F5E62BA6A3}" type="presOf" srcId="{0D7050C2-5543-482F-B1AD-F1084883850A}" destId="{F836578C-CCC1-4604-83A7-B0B28B30C4A1}" srcOrd="0" destOrd="0" presId="urn:microsoft.com/office/officeart/2005/8/layout/process1"/>
    <dgm:cxn modelId="{D7C2679A-1C60-4B00-B05F-F6B49CD76BF4}" srcId="{CC3A165D-3E99-40F6-B4BD-A7245616DFA1}" destId="{7815CD87-04B1-4AC8-9F2E-82337BB51B4C}" srcOrd="5" destOrd="0" parTransId="{EC32B22A-7146-4095-888A-B5B7BA8D03E2}" sibTransId="{0D7050C2-5543-482F-B1AD-F1084883850A}"/>
    <dgm:cxn modelId="{A0E0FB9F-25E4-4D86-BF48-254C9CE37926}" type="presOf" srcId="{AF170E60-57B6-4023-9F7C-B2D91C05B3C7}" destId="{BDA13CE1-6166-4051-A804-1A14F29A9A00}" srcOrd="0" destOrd="0" presId="urn:microsoft.com/office/officeart/2005/8/layout/process1"/>
    <dgm:cxn modelId="{A6B532A5-0EB7-4E61-86C1-5A69CDE9A506}" type="presOf" srcId="{39282CAC-871C-466A-AD52-680CBBD17B8A}" destId="{7B23A071-777D-4868-B968-1AF33EA97709}" srcOrd="1" destOrd="0" presId="urn:microsoft.com/office/officeart/2005/8/layout/process1"/>
    <dgm:cxn modelId="{CF3B09B0-3DFD-4E58-B0DE-9CE764030F59}" type="presOf" srcId="{CC3A165D-3E99-40F6-B4BD-A7245616DFA1}" destId="{549AF04C-EDFD-441C-9AC4-04520D3DD2BE}" srcOrd="0" destOrd="0" presId="urn:microsoft.com/office/officeart/2005/8/layout/process1"/>
    <dgm:cxn modelId="{F3ABA5BE-6E0E-4A23-A5E7-01C302FA0F66}" srcId="{CC3A165D-3E99-40F6-B4BD-A7245616DFA1}" destId="{B8F8860A-3038-4EFC-BA9A-734839D1DE97}" srcOrd="0" destOrd="0" parTransId="{EC6CE10B-5DCB-463A-AB0E-667B49C32E4D}" sibTransId="{CB66B785-7925-461D-868A-6EFCF6417364}"/>
    <dgm:cxn modelId="{B565BBCF-456E-43D6-BCEC-50DD837E6D31}" srcId="{CC3A165D-3E99-40F6-B4BD-A7245616DFA1}" destId="{79739C99-5733-45CA-8AD9-80D557619B87}" srcOrd="3" destOrd="0" parTransId="{A9CA8E43-4090-4C55-84DB-0895294F82CD}" sibTransId="{9588485D-3E5D-46E0-B2B0-81CDB4AB31A4}"/>
    <dgm:cxn modelId="{725E2FD4-C484-4D5F-A963-BCBFF4AF9273}" type="presOf" srcId="{CB66B785-7925-461D-868A-6EFCF6417364}" destId="{60505FB5-D39E-4AA6-BF8F-F755211FC12C}" srcOrd="1" destOrd="0" presId="urn:microsoft.com/office/officeart/2005/8/layout/process1"/>
    <dgm:cxn modelId="{559500D9-D9A6-43F2-8239-B8500E115866}" srcId="{CC3A165D-3E99-40F6-B4BD-A7245616DFA1}" destId="{D7C41D13-5B25-4DD1-B0DA-7B37AB543647}" srcOrd="2" destOrd="0" parTransId="{3F9552C3-19E1-41A7-BFCC-7105C4F55A14}" sibTransId="{67D33DD9-1B17-4A13-96A6-EEA33FBE5CD1}"/>
    <dgm:cxn modelId="{A9FEB8E6-4FA0-4EF8-8368-057F43B709F5}" srcId="{CC3A165D-3E99-40F6-B4BD-A7245616DFA1}" destId="{17DA61F8-9F94-4DF7-8C90-CC86A5459502}" srcOrd="1" destOrd="0" parTransId="{2426FAC8-DA2E-41EA-BDA2-F04A23D6A053}" sibTransId="{39282CAC-871C-466A-AD52-680CBBD17B8A}"/>
    <dgm:cxn modelId="{C1E746EA-617D-4619-9BCA-40B4696E7007}" type="presOf" srcId="{B8F8860A-3038-4EFC-BA9A-734839D1DE97}" destId="{03832A67-9DE3-4A71-8287-128DFACB7863}" srcOrd="0" destOrd="0" presId="urn:microsoft.com/office/officeart/2005/8/layout/process1"/>
    <dgm:cxn modelId="{C73BD4F8-898B-469D-98B5-F53CAE32BE46}" type="presOf" srcId="{59687841-1013-4AB5-8AFE-9CCD012D4AAE}" destId="{348BCF4A-B114-40CB-8DBE-7D4B64E4F839}" srcOrd="0" destOrd="0" presId="urn:microsoft.com/office/officeart/2005/8/layout/process1"/>
    <dgm:cxn modelId="{C7517402-BB78-4FAE-A3A5-F248468C4E19}" type="presParOf" srcId="{549AF04C-EDFD-441C-9AC4-04520D3DD2BE}" destId="{03832A67-9DE3-4A71-8287-128DFACB7863}" srcOrd="0" destOrd="0" presId="urn:microsoft.com/office/officeart/2005/8/layout/process1"/>
    <dgm:cxn modelId="{5E2780FF-77B3-4FBA-BFF0-4C1BE43C2684}" type="presParOf" srcId="{549AF04C-EDFD-441C-9AC4-04520D3DD2BE}" destId="{035326DE-B0BD-4EE6-826C-A4CD7E211875}" srcOrd="1" destOrd="0" presId="urn:microsoft.com/office/officeart/2005/8/layout/process1"/>
    <dgm:cxn modelId="{D5FDC098-DDC9-4BB1-B82D-355FEE4A8547}" type="presParOf" srcId="{035326DE-B0BD-4EE6-826C-A4CD7E211875}" destId="{60505FB5-D39E-4AA6-BF8F-F755211FC12C}" srcOrd="0" destOrd="0" presId="urn:microsoft.com/office/officeart/2005/8/layout/process1"/>
    <dgm:cxn modelId="{DF07CECD-1F86-4396-A338-0DB480224A01}" type="presParOf" srcId="{549AF04C-EDFD-441C-9AC4-04520D3DD2BE}" destId="{8FC030CC-C2AA-43F8-8BC0-8D937FAA2765}" srcOrd="2" destOrd="0" presId="urn:microsoft.com/office/officeart/2005/8/layout/process1"/>
    <dgm:cxn modelId="{336D103B-424F-4626-A0D6-088FD2BFCD84}" type="presParOf" srcId="{549AF04C-EDFD-441C-9AC4-04520D3DD2BE}" destId="{1E03857D-1BF0-45A6-87F0-92113FC3765F}" srcOrd="3" destOrd="0" presId="urn:microsoft.com/office/officeart/2005/8/layout/process1"/>
    <dgm:cxn modelId="{58D0DC2D-856E-43B2-8C25-ECAB14A128A3}" type="presParOf" srcId="{1E03857D-1BF0-45A6-87F0-92113FC3765F}" destId="{7B23A071-777D-4868-B968-1AF33EA97709}" srcOrd="0" destOrd="0" presId="urn:microsoft.com/office/officeart/2005/8/layout/process1"/>
    <dgm:cxn modelId="{DC66EEA5-90CD-4EB2-8538-BAE067F3A26E}" type="presParOf" srcId="{549AF04C-EDFD-441C-9AC4-04520D3DD2BE}" destId="{E6740E45-44D5-4EF1-AAD8-900E4137F795}" srcOrd="4" destOrd="0" presId="urn:microsoft.com/office/officeart/2005/8/layout/process1"/>
    <dgm:cxn modelId="{5A13DAFB-D025-4333-B967-7EC546911F7B}" type="presParOf" srcId="{549AF04C-EDFD-441C-9AC4-04520D3DD2BE}" destId="{839CC336-BA96-43E8-B4AE-DF91DE6CAE6E}" srcOrd="5" destOrd="0" presId="urn:microsoft.com/office/officeart/2005/8/layout/process1"/>
    <dgm:cxn modelId="{E4DE65C5-9AA5-41C9-884E-C111AAEBE08E}" type="presParOf" srcId="{839CC336-BA96-43E8-B4AE-DF91DE6CAE6E}" destId="{5F39CA60-75DA-4E66-9967-192B681C53E2}" srcOrd="0" destOrd="0" presId="urn:microsoft.com/office/officeart/2005/8/layout/process1"/>
    <dgm:cxn modelId="{FCA6ED7B-7076-4C33-AA5E-B5F08EEF4FBC}" type="presParOf" srcId="{549AF04C-EDFD-441C-9AC4-04520D3DD2BE}" destId="{BFC769C1-B910-44FE-A50D-69011B4A35AD}" srcOrd="6" destOrd="0" presId="urn:microsoft.com/office/officeart/2005/8/layout/process1"/>
    <dgm:cxn modelId="{9A80B86D-ADB0-498E-9172-0564C6C92981}" type="presParOf" srcId="{549AF04C-EDFD-441C-9AC4-04520D3DD2BE}" destId="{B0A9185C-9075-473F-9C21-7280C31CD1AE}" srcOrd="7" destOrd="0" presId="urn:microsoft.com/office/officeart/2005/8/layout/process1"/>
    <dgm:cxn modelId="{C06A859A-7927-439C-A5E9-E64DCA435995}" type="presParOf" srcId="{B0A9185C-9075-473F-9C21-7280C31CD1AE}" destId="{CB07BCD3-869D-46E6-B07B-05F3FCBF53DE}" srcOrd="0" destOrd="0" presId="urn:microsoft.com/office/officeart/2005/8/layout/process1"/>
    <dgm:cxn modelId="{15395DAC-04B4-4678-8471-2A8A0DDC4074}" type="presParOf" srcId="{549AF04C-EDFD-441C-9AC4-04520D3DD2BE}" destId="{BDA13CE1-6166-4051-A804-1A14F29A9A00}" srcOrd="8" destOrd="0" presId="urn:microsoft.com/office/officeart/2005/8/layout/process1"/>
    <dgm:cxn modelId="{E11BF052-7E6A-42CE-BBBD-BBB1EA414F41}" type="presParOf" srcId="{549AF04C-EDFD-441C-9AC4-04520D3DD2BE}" destId="{348BCF4A-B114-40CB-8DBE-7D4B64E4F839}" srcOrd="9" destOrd="0" presId="urn:microsoft.com/office/officeart/2005/8/layout/process1"/>
    <dgm:cxn modelId="{328769AA-5CE0-4994-A5F2-76D953482401}" type="presParOf" srcId="{348BCF4A-B114-40CB-8DBE-7D4B64E4F839}" destId="{3855B2EC-B918-42EF-AA15-A71D7ED71C6D}" srcOrd="0" destOrd="0" presId="urn:microsoft.com/office/officeart/2005/8/layout/process1"/>
    <dgm:cxn modelId="{B047F62B-180B-4684-95B8-F11D5AFDA4E4}" type="presParOf" srcId="{549AF04C-EDFD-441C-9AC4-04520D3DD2BE}" destId="{C34A082D-6009-4555-B202-AF1432FD2344}" srcOrd="10" destOrd="0" presId="urn:microsoft.com/office/officeart/2005/8/layout/process1"/>
    <dgm:cxn modelId="{CDCD0494-8116-4077-9A08-2F2CC279F0D5}" type="presParOf" srcId="{549AF04C-EDFD-441C-9AC4-04520D3DD2BE}" destId="{F836578C-CCC1-4604-83A7-B0B28B30C4A1}" srcOrd="11" destOrd="0" presId="urn:microsoft.com/office/officeart/2005/8/layout/process1"/>
    <dgm:cxn modelId="{2F2D22AE-B4EC-470C-BD20-15131DBB9BFD}" type="presParOf" srcId="{F836578C-CCC1-4604-83A7-B0B28B30C4A1}" destId="{4BE40AB9-C5C3-47F4-A9FD-A1042F1593DB}" srcOrd="0" destOrd="0" presId="urn:microsoft.com/office/officeart/2005/8/layout/process1"/>
    <dgm:cxn modelId="{B1A467C3-A192-44EA-B3FE-64FB5974E866}" type="presParOf" srcId="{549AF04C-EDFD-441C-9AC4-04520D3DD2BE}" destId="{9EDF00FD-3EEA-40E1-8BFB-9B03C9944DF4}" srcOrd="12" destOrd="0" presId="urn:microsoft.com/office/officeart/2005/8/layout/process1"/>
    <dgm:cxn modelId="{1CADB8E0-BF79-44A5-84B9-17F54887C5C0}" type="presParOf" srcId="{549AF04C-EDFD-441C-9AC4-04520D3DD2BE}" destId="{90454B4E-3E17-49CB-BB34-920EB6DB5192}" srcOrd="13" destOrd="0" presId="urn:microsoft.com/office/officeart/2005/8/layout/process1"/>
    <dgm:cxn modelId="{262CA01F-2F2E-44F0-A5EE-539CB1E247F1}" type="presParOf" srcId="{90454B4E-3E17-49CB-BB34-920EB6DB5192}" destId="{307754AC-478B-4946-B9CD-2868EF26BBDC}" srcOrd="0" destOrd="0" presId="urn:microsoft.com/office/officeart/2005/8/layout/process1"/>
    <dgm:cxn modelId="{8A47DFE9-82C4-4FED-80E8-9758AE0F29CA}" type="presParOf" srcId="{549AF04C-EDFD-441C-9AC4-04520D3DD2BE}" destId="{BFE2D2CB-629C-460D-8AB8-47945518ED2B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C3A165D-3E99-40F6-B4BD-A7245616DFA1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</dgm:pt>
    <dgm:pt modelId="{B8F8860A-3038-4EFC-BA9A-734839D1DE97}">
      <dgm:prSet phldrT="[Text]"/>
      <dgm:spPr/>
      <dgm:t>
        <a:bodyPr/>
        <a:lstStyle/>
        <a:p>
          <a:r>
            <a:rPr lang="en-US" b="1" i="0" dirty="0"/>
            <a:t>Initiation Phase</a:t>
          </a:r>
          <a:endParaRPr lang="en-US" dirty="0"/>
        </a:p>
      </dgm:t>
    </dgm:pt>
    <dgm:pt modelId="{EC6CE10B-5DCB-463A-AB0E-667B49C32E4D}" type="parTrans" cxnId="{F3ABA5BE-6E0E-4A23-A5E7-01C302FA0F66}">
      <dgm:prSet/>
      <dgm:spPr/>
      <dgm:t>
        <a:bodyPr/>
        <a:lstStyle/>
        <a:p>
          <a:endParaRPr lang="en-US"/>
        </a:p>
      </dgm:t>
    </dgm:pt>
    <dgm:pt modelId="{CB66B785-7925-461D-868A-6EFCF6417364}" type="sibTrans" cxnId="{F3ABA5BE-6E0E-4A23-A5E7-01C302FA0F66}">
      <dgm:prSet/>
      <dgm:spPr/>
      <dgm:t>
        <a:bodyPr/>
        <a:lstStyle/>
        <a:p>
          <a:endParaRPr lang="en-US"/>
        </a:p>
      </dgm:t>
    </dgm:pt>
    <dgm:pt modelId="{17DA61F8-9F94-4DF7-8C90-CC86A5459502}">
      <dgm:prSet phldrT="[Text]"/>
      <dgm:spPr/>
      <dgm:t>
        <a:bodyPr/>
        <a:lstStyle/>
        <a:p>
          <a:r>
            <a:rPr lang="en-US" b="1" i="0" dirty="0"/>
            <a:t>Planning Phase</a:t>
          </a:r>
          <a:endParaRPr lang="en-US" dirty="0"/>
        </a:p>
      </dgm:t>
    </dgm:pt>
    <dgm:pt modelId="{2426FAC8-DA2E-41EA-BDA2-F04A23D6A053}" type="parTrans" cxnId="{A9FEB8E6-4FA0-4EF8-8368-057F43B709F5}">
      <dgm:prSet/>
      <dgm:spPr/>
      <dgm:t>
        <a:bodyPr/>
        <a:lstStyle/>
        <a:p>
          <a:endParaRPr lang="en-US"/>
        </a:p>
      </dgm:t>
    </dgm:pt>
    <dgm:pt modelId="{39282CAC-871C-466A-AD52-680CBBD17B8A}" type="sibTrans" cxnId="{A9FEB8E6-4FA0-4EF8-8368-057F43B709F5}">
      <dgm:prSet/>
      <dgm:spPr/>
      <dgm:t>
        <a:bodyPr/>
        <a:lstStyle/>
        <a:p>
          <a:endParaRPr lang="en-US"/>
        </a:p>
      </dgm:t>
    </dgm:pt>
    <dgm:pt modelId="{D7C41D13-5B25-4DD1-B0DA-7B37AB543647}">
      <dgm:prSet phldrT="[Text]"/>
      <dgm:spPr/>
      <dgm:t>
        <a:bodyPr/>
        <a:lstStyle/>
        <a:p>
          <a:r>
            <a:rPr lang="en-US" b="1" i="0" dirty="0"/>
            <a:t>Analysis Phase</a:t>
          </a:r>
          <a:endParaRPr lang="en-US" dirty="0"/>
        </a:p>
      </dgm:t>
    </dgm:pt>
    <dgm:pt modelId="{3F9552C3-19E1-41A7-BFCC-7105C4F55A14}" type="parTrans" cxnId="{559500D9-D9A6-43F2-8239-B8500E115866}">
      <dgm:prSet/>
      <dgm:spPr/>
      <dgm:t>
        <a:bodyPr/>
        <a:lstStyle/>
        <a:p>
          <a:endParaRPr lang="en-US"/>
        </a:p>
      </dgm:t>
    </dgm:pt>
    <dgm:pt modelId="{67D33DD9-1B17-4A13-96A6-EEA33FBE5CD1}" type="sibTrans" cxnId="{559500D9-D9A6-43F2-8239-B8500E115866}">
      <dgm:prSet/>
      <dgm:spPr/>
      <dgm:t>
        <a:bodyPr/>
        <a:lstStyle/>
        <a:p>
          <a:endParaRPr lang="en-US"/>
        </a:p>
      </dgm:t>
    </dgm:pt>
    <dgm:pt modelId="{79739C99-5733-45CA-8AD9-80D557619B87}">
      <dgm:prSet/>
      <dgm:spPr/>
      <dgm:t>
        <a:bodyPr/>
        <a:lstStyle/>
        <a:p>
          <a:r>
            <a:rPr lang="en-US" b="1" i="0"/>
            <a:t>Design Phase</a:t>
          </a:r>
          <a:endParaRPr lang="en-US"/>
        </a:p>
      </dgm:t>
    </dgm:pt>
    <dgm:pt modelId="{A9CA8E43-4090-4C55-84DB-0895294F82CD}" type="parTrans" cxnId="{B565BBCF-456E-43D6-BCEC-50DD837E6D31}">
      <dgm:prSet/>
      <dgm:spPr/>
      <dgm:t>
        <a:bodyPr/>
        <a:lstStyle/>
        <a:p>
          <a:endParaRPr lang="en-US"/>
        </a:p>
      </dgm:t>
    </dgm:pt>
    <dgm:pt modelId="{9588485D-3E5D-46E0-B2B0-81CDB4AB31A4}" type="sibTrans" cxnId="{B565BBCF-456E-43D6-BCEC-50DD837E6D31}">
      <dgm:prSet/>
      <dgm:spPr/>
      <dgm:t>
        <a:bodyPr/>
        <a:lstStyle/>
        <a:p>
          <a:endParaRPr lang="en-US"/>
        </a:p>
      </dgm:t>
    </dgm:pt>
    <dgm:pt modelId="{AF170E60-57B6-4023-9F7C-B2D91C05B3C7}">
      <dgm:prSet/>
      <dgm:spPr/>
      <dgm:t>
        <a:bodyPr/>
        <a:lstStyle/>
        <a:p>
          <a:r>
            <a:rPr lang="en-US" b="1" i="0" dirty="0"/>
            <a:t>Development Phase</a:t>
          </a:r>
          <a:endParaRPr lang="en-US" dirty="0"/>
        </a:p>
      </dgm:t>
    </dgm:pt>
    <dgm:pt modelId="{149BECF8-6C99-449D-A8FC-AD3025E4C40D}" type="parTrans" cxnId="{A916252D-3188-468F-8F85-FE7D4CE3C06D}">
      <dgm:prSet/>
      <dgm:spPr/>
      <dgm:t>
        <a:bodyPr/>
        <a:lstStyle/>
        <a:p>
          <a:endParaRPr lang="en-US"/>
        </a:p>
      </dgm:t>
    </dgm:pt>
    <dgm:pt modelId="{59687841-1013-4AB5-8AFE-9CCD012D4AAE}" type="sibTrans" cxnId="{A916252D-3188-468F-8F85-FE7D4CE3C06D}">
      <dgm:prSet/>
      <dgm:spPr/>
      <dgm:t>
        <a:bodyPr/>
        <a:lstStyle/>
        <a:p>
          <a:endParaRPr lang="en-US"/>
        </a:p>
      </dgm:t>
    </dgm:pt>
    <dgm:pt modelId="{7815CD87-04B1-4AC8-9F2E-82337BB51B4C}">
      <dgm:prSet/>
      <dgm:spPr/>
      <dgm:t>
        <a:bodyPr/>
        <a:lstStyle/>
        <a:p>
          <a:r>
            <a:rPr lang="en-US" b="1" i="0"/>
            <a:t>Testing Phase</a:t>
          </a:r>
          <a:endParaRPr lang="en-US"/>
        </a:p>
      </dgm:t>
    </dgm:pt>
    <dgm:pt modelId="{EC32B22A-7146-4095-888A-B5B7BA8D03E2}" type="parTrans" cxnId="{D7C2679A-1C60-4B00-B05F-F6B49CD76BF4}">
      <dgm:prSet/>
      <dgm:spPr/>
      <dgm:t>
        <a:bodyPr/>
        <a:lstStyle/>
        <a:p>
          <a:endParaRPr lang="en-US"/>
        </a:p>
      </dgm:t>
    </dgm:pt>
    <dgm:pt modelId="{0D7050C2-5543-482F-B1AD-F1084883850A}" type="sibTrans" cxnId="{D7C2679A-1C60-4B00-B05F-F6B49CD76BF4}">
      <dgm:prSet/>
      <dgm:spPr/>
      <dgm:t>
        <a:bodyPr/>
        <a:lstStyle/>
        <a:p>
          <a:endParaRPr lang="en-US"/>
        </a:p>
      </dgm:t>
    </dgm:pt>
    <dgm:pt modelId="{752786CF-D1B1-4E39-8345-8C09B67A7ED9}">
      <dgm:prSet/>
      <dgm:spPr/>
      <dgm:t>
        <a:bodyPr/>
        <a:lstStyle/>
        <a:p>
          <a:r>
            <a:rPr lang="en-US" b="1" i="0" dirty="0"/>
            <a:t>Deployment Phase</a:t>
          </a:r>
          <a:endParaRPr lang="en-US" dirty="0"/>
        </a:p>
      </dgm:t>
    </dgm:pt>
    <dgm:pt modelId="{26F8176D-4B27-435A-8850-962246F82ED1}" type="parTrans" cxnId="{5F27FF48-A106-4C46-A6A5-315188B2DBB3}">
      <dgm:prSet/>
      <dgm:spPr/>
      <dgm:t>
        <a:bodyPr/>
        <a:lstStyle/>
        <a:p>
          <a:endParaRPr lang="en-US"/>
        </a:p>
      </dgm:t>
    </dgm:pt>
    <dgm:pt modelId="{1E76334B-C557-4D2B-80A0-F069106D3E36}" type="sibTrans" cxnId="{5F27FF48-A106-4C46-A6A5-315188B2DBB3}">
      <dgm:prSet/>
      <dgm:spPr/>
      <dgm:t>
        <a:bodyPr/>
        <a:lstStyle/>
        <a:p>
          <a:endParaRPr lang="en-US"/>
        </a:p>
      </dgm:t>
    </dgm:pt>
    <dgm:pt modelId="{BA997A55-0CBD-4D84-B2B4-A4F5779B6BAE}">
      <dgm:prSet/>
      <dgm:spPr/>
      <dgm:t>
        <a:bodyPr/>
        <a:lstStyle/>
        <a:p>
          <a:r>
            <a:rPr lang="en-US" b="1" i="0" dirty="0"/>
            <a:t>Maintenance Phase</a:t>
          </a:r>
          <a:endParaRPr lang="en-US" dirty="0"/>
        </a:p>
      </dgm:t>
    </dgm:pt>
    <dgm:pt modelId="{53771C47-51B6-4CC6-957C-F0DD4C3CA85C}" type="parTrans" cxnId="{C7BF1D29-54FE-4A83-B537-C40966024EB1}">
      <dgm:prSet/>
      <dgm:spPr/>
      <dgm:t>
        <a:bodyPr/>
        <a:lstStyle/>
        <a:p>
          <a:endParaRPr lang="en-US"/>
        </a:p>
      </dgm:t>
    </dgm:pt>
    <dgm:pt modelId="{805DF2FC-4C80-451B-AF79-CEA640C700C4}" type="sibTrans" cxnId="{C7BF1D29-54FE-4A83-B537-C40966024EB1}">
      <dgm:prSet/>
      <dgm:spPr/>
      <dgm:t>
        <a:bodyPr/>
        <a:lstStyle/>
        <a:p>
          <a:endParaRPr lang="en-US"/>
        </a:p>
      </dgm:t>
    </dgm:pt>
    <dgm:pt modelId="{549AF04C-EDFD-441C-9AC4-04520D3DD2BE}" type="pres">
      <dgm:prSet presAssocID="{CC3A165D-3E99-40F6-B4BD-A7245616DFA1}" presName="Name0" presStyleCnt="0">
        <dgm:presLayoutVars>
          <dgm:dir/>
          <dgm:resizeHandles val="exact"/>
        </dgm:presLayoutVars>
      </dgm:prSet>
      <dgm:spPr/>
    </dgm:pt>
    <dgm:pt modelId="{03832A67-9DE3-4A71-8287-128DFACB7863}" type="pres">
      <dgm:prSet presAssocID="{B8F8860A-3038-4EFC-BA9A-734839D1DE97}" presName="node" presStyleLbl="node1" presStyleIdx="0" presStyleCnt="8">
        <dgm:presLayoutVars>
          <dgm:bulletEnabled val="1"/>
        </dgm:presLayoutVars>
      </dgm:prSet>
      <dgm:spPr/>
    </dgm:pt>
    <dgm:pt modelId="{035326DE-B0BD-4EE6-826C-A4CD7E211875}" type="pres">
      <dgm:prSet presAssocID="{CB66B785-7925-461D-868A-6EFCF6417364}" presName="sibTrans" presStyleLbl="sibTrans2D1" presStyleIdx="0" presStyleCnt="7"/>
      <dgm:spPr/>
    </dgm:pt>
    <dgm:pt modelId="{60505FB5-D39E-4AA6-BF8F-F755211FC12C}" type="pres">
      <dgm:prSet presAssocID="{CB66B785-7925-461D-868A-6EFCF6417364}" presName="connectorText" presStyleLbl="sibTrans2D1" presStyleIdx="0" presStyleCnt="7"/>
      <dgm:spPr/>
    </dgm:pt>
    <dgm:pt modelId="{8FC030CC-C2AA-43F8-8BC0-8D937FAA2765}" type="pres">
      <dgm:prSet presAssocID="{17DA61F8-9F94-4DF7-8C90-CC86A5459502}" presName="node" presStyleLbl="node1" presStyleIdx="1" presStyleCnt="8">
        <dgm:presLayoutVars>
          <dgm:bulletEnabled val="1"/>
        </dgm:presLayoutVars>
      </dgm:prSet>
      <dgm:spPr/>
    </dgm:pt>
    <dgm:pt modelId="{1E03857D-1BF0-45A6-87F0-92113FC3765F}" type="pres">
      <dgm:prSet presAssocID="{39282CAC-871C-466A-AD52-680CBBD17B8A}" presName="sibTrans" presStyleLbl="sibTrans2D1" presStyleIdx="1" presStyleCnt="7"/>
      <dgm:spPr/>
    </dgm:pt>
    <dgm:pt modelId="{7B23A071-777D-4868-B968-1AF33EA97709}" type="pres">
      <dgm:prSet presAssocID="{39282CAC-871C-466A-AD52-680CBBD17B8A}" presName="connectorText" presStyleLbl="sibTrans2D1" presStyleIdx="1" presStyleCnt="7"/>
      <dgm:spPr/>
    </dgm:pt>
    <dgm:pt modelId="{E6740E45-44D5-4EF1-AAD8-900E4137F795}" type="pres">
      <dgm:prSet presAssocID="{D7C41D13-5B25-4DD1-B0DA-7B37AB543647}" presName="node" presStyleLbl="node1" presStyleIdx="2" presStyleCnt="8">
        <dgm:presLayoutVars>
          <dgm:bulletEnabled val="1"/>
        </dgm:presLayoutVars>
      </dgm:prSet>
      <dgm:spPr/>
    </dgm:pt>
    <dgm:pt modelId="{839CC336-BA96-43E8-B4AE-DF91DE6CAE6E}" type="pres">
      <dgm:prSet presAssocID="{67D33DD9-1B17-4A13-96A6-EEA33FBE5CD1}" presName="sibTrans" presStyleLbl="sibTrans2D1" presStyleIdx="2" presStyleCnt="7"/>
      <dgm:spPr/>
    </dgm:pt>
    <dgm:pt modelId="{5F39CA60-75DA-4E66-9967-192B681C53E2}" type="pres">
      <dgm:prSet presAssocID="{67D33DD9-1B17-4A13-96A6-EEA33FBE5CD1}" presName="connectorText" presStyleLbl="sibTrans2D1" presStyleIdx="2" presStyleCnt="7"/>
      <dgm:spPr/>
    </dgm:pt>
    <dgm:pt modelId="{BFC769C1-B910-44FE-A50D-69011B4A35AD}" type="pres">
      <dgm:prSet presAssocID="{79739C99-5733-45CA-8AD9-80D557619B87}" presName="node" presStyleLbl="node1" presStyleIdx="3" presStyleCnt="8">
        <dgm:presLayoutVars>
          <dgm:bulletEnabled val="1"/>
        </dgm:presLayoutVars>
      </dgm:prSet>
      <dgm:spPr/>
    </dgm:pt>
    <dgm:pt modelId="{B0A9185C-9075-473F-9C21-7280C31CD1AE}" type="pres">
      <dgm:prSet presAssocID="{9588485D-3E5D-46E0-B2B0-81CDB4AB31A4}" presName="sibTrans" presStyleLbl="sibTrans2D1" presStyleIdx="3" presStyleCnt="7"/>
      <dgm:spPr/>
    </dgm:pt>
    <dgm:pt modelId="{CB07BCD3-869D-46E6-B07B-05F3FCBF53DE}" type="pres">
      <dgm:prSet presAssocID="{9588485D-3E5D-46E0-B2B0-81CDB4AB31A4}" presName="connectorText" presStyleLbl="sibTrans2D1" presStyleIdx="3" presStyleCnt="7"/>
      <dgm:spPr/>
    </dgm:pt>
    <dgm:pt modelId="{BDA13CE1-6166-4051-A804-1A14F29A9A00}" type="pres">
      <dgm:prSet presAssocID="{AF170E60-57B6-4023-9F7C-B2D91C05B3C7}" presName="node" presStyleLbl="node1" presStyleIdx="4" presStyleCnt="8">
        <dgm:presLayoutVars>
          <dgm:bulletEnabled val="1"/>
        </dgm:presLayoutVars>
      </dgm:prSet>
      <dgm:spPr/>
    </dgm:pt>
    <dgm:pt modelId="{348BCF4A-B114-40CB-8DBE-7D4B64E4F839}" type="pres">
      <dgm:prSet presAssocID="{59687841-1013-4AB5-8AFE-9CCD012D4AAE}" presName="sibTrans" presStyleLbl="sibTrans2D1" presStyleIdx="4" presStyleCnt="7"/>
      <dgm:spPr/>
    </dgm:pt>
    <dgm:pt modelId="{3855B2EC-B918-42EF-AA15-A71D7ED71C6D}" type="pres">
      <dgm:prSet presAssocID="{59687841-1013-4AB5-8AFE-9CCD012D4AAE}" presName="connectorText" presStyleLbl="sibTrans2D1" presStyleIdx="4" presStyleCnt="7"/>
      <dgm:spPr/>
    </dgm:pt>
    <dgm:pt modelId="{C34A082D-6009-4555-B202-AF1432FD2344}" type="pres">
      <dgm:prSet presAssocID="{7815CD87-04B1-4AC8-9F2E-82337BB51B4C}" presName="node" presStyleLbl="node1" presStyleIdx="5" presStyleCnt="8">
        <dgm:presLayoutVars>
          <dgm:bulletEnabled val="1"/>
        </dgm:presLayoutVars>
      </dgm:prSet>
      <dgm:spPr/>
    </dgm:pt>
    <dgm:pt modelId="{F836578C-CCC1-4604-83A7-B0B28B30C4A1}" type="pres">
      <dgm:prSet presAssocID="{0D7050C2-5543-482F-B1AD-F1084883850A}" presName="sibTrans" presStyleLbl="sibTrans2D1" presStyleIdx="5" presStyleCnt="7"/>
      <dgm:spPr/>
    </dgm:pt>
    <dgm:pt modelId="{4BE40AB9-C5C3-47F4-A9FD-A1042F1593DB}" type="pres">
      <dgm:prSet presAssocID="{0D7050C2-5543-482F-B1AD-F1084883850A}" presName="connectorText" presStyleLbl="sibTrans2D1" presStyleIdx="5" presStyleCnt="7"/>
      <dgm:spPr/>
    </dgm:pt>
    <dgm:pt modelId="{9EDF00FD-3EEA-40E1-8BFB-9B03C9944DF4}" type="pres">
      <dgm:prSet presAssocID="{752786CF-D1B1-4E39-8345-8C09B67A7ED9}" presName="node" presStyleLbl="node1" presStyleIdx="6" presStyleCnt="8">
        <dgm:presLayoutVars>
          <dgm:bulletEnabled val="1"/>
        </dgm:presLayoutVars>
      </dgm:prSet>
      <dgm:spPr/>
    </dgm:pt>
    <dgm:pt modelId="{90454B4E-3E17-49CB-BB34-920EB6DB5192}" type="pres">
      <dgm:prSet presAssocID="{1E76334B-C557-4D2B-80A0-F069106D3E36}" presName="sibTrans" presStyleLbl="sibTrans2D1" presStyleIdx="6" presStyleCnt="7"/>
      <dgm:spPr/>
    </dgm:pt>
    <dgm:pt modelId="{307754AC-478B-4946-B9CD-2868EF26BBDC}" type="pres">
      <dgm:prSet presAssocID="{1E76334B-C557-4D2B-80A0-F069106D3E36}" presName="connectorText" presStyleLbl="sibTrans2D1" presStyleIdx="6" presStyleCnt="7"/>
      <dgm:spPr/>
    </dgm:pt>
    <dgm:pt modelId="{BFE2D2CB-629C-460D-8AB8-47945518ED2B}" type="pres">
      <dgm:prSet presAssocID="{BA997A55-0CBD-4D84-B2B4-A4F5779B6BAE}" presName="node" presStyleLbl="node1" presStyleIdx="7" presStyleCnt="8">
        <dgm:presLayoutVars>
          <dgm:bulletEnabled val="1"/>
        </dgm:presLayoutVars>
      </dgm:prSet>
      <dgm:spPr/>
    </dgm:pt>
  </dgm:ptLst>
  <dgm:cxnLst>
    <dgm:cxn modelId="{B602E502-A763-4C17-A51E-06EAE004B3C3}" type="presOf" srcId="{752786CF-D1B1-4E39-8345-8C09B67A7ED9}" destId="{9EDF00FD-3EEA-40E1-8BFB-9B03C9944DF4}" srcOrd="0" destOrd="0" presId="urn:microsoft.com/office/officeart/2005/8/layout/process1"/>
    <dgm:cxn modelId="{4F1E2713-E5C4-45D1-9707-DFFE263DB15C}" type="presOf" srcId="{1E76334B-C557-4D2B-80A0-F069106D3E36}" destId="{307754AC-478B-4946-B9CD-2868EF26BBDC}" srcOrd="1" destOrd="0" presId="urn:microsoft.com/office/officeart/2005/8/layout/process1"/>
    <dgm:cxn modelId="{8C3E0917-A2DD-43FF-9247-4C01C5589DA1}" type="presOf" srcId="{D7C41D13-5B25-4DD1-B0DA-7B37AB543647}" destId="{E6740E45-44D5-4EF1-AAD8-900E4137F795}" srcOrd="0" destOrd="0" presId="urn:microsoft.com/office/officeart/2005/8/layout/process1"/>
    <dgm:cxn modelId="{6DDCFE1C-1E70-4785-BAC0-802D8698B10A}" type="presOf" srcId="{67D33DD9-1B17-4A13-96A6-EEA33FBE5CD1}" destId="{5F39CA60-75DA-4E66-9967-192B681C53E2}" srcOrd="1" destOrd="0" presId="urn:microsoft.com/office/officeart/2005/8/layout/process1"/>
    <dgm:cxn modelId="{C7BF1D29-54FE-4A83-B537-C40966024EB1}" srcId="{CC3A165D-3E99-40F6-B4BD-A7245616DFA1}" destId="{BA997A55-0CBD-4D84-B2B4-A4F5779B6BAE}" srcOrd="7" destOrd="0" parTransId="{53771C47-51B6-4CC6-957C-F0DD4C3CA85C}" sibTransId="{805DF2FC-4C80-451B-AF79-CEA640C700C4}"/>
    <dgm:cxn modelId="{A916252D-3188-468F-8F85-FE7D4CE3C06D}" srcId="{CC3A165D-3E99-40F6-B4BD-A7245616DFA1}" destId="{AF170E60-57B6-4023-9F7C-B2D91C05B3C7}" srcOrd="4" destOrd="0" parTransId="{149BECF8-6C99-449D-A8FC-AD3025E4C40D}" sibTransId="{59687841-1013-4AB5-8AFE-9CCD012D4AAE}"/>
    <dgm:cxn modelId="{6A496939-5BBE-4FA7-8674-173DACB6E054}" type="presOf" srcId="{9588485D-3E5D-46E0-B2B0-81CDB4AB31A4}" destId="{B0A9185C-9075-473F-9C21-7280C31CD1AE}" srcOrd="0" destOrd="0" presId="urn:microsoft.com/office/officeart/2005/8/layout/process1"/>
    <dgm:cxn modelId="{7DF0293C-3050-4D12-A9BB-6C39A8ACEB61}" type="presOf" srcId="{39282CAC-871C-466A-AD52-680CBBD17B8A}" destId="{1E03857D-1BF0-45A6-87F0-92113FC3765F}" srcOrd="0" destOrd="0" presId="urn:microsoft.com/office/officeart/2005/8/layout/process1"/>
    <dgm:cxn modelId="{105C2B60-7C71-4900-A59F-77D8E93D4F10}" type="presOf" srcId="{79739C99-5733-45CA-8AD9-80D557619B87}" destId="{BFC769C1-B910-44FE-A50D-69011B4A35AD}" srcOrd="0" destOrd="0" presId="urn:microsoft.com/office/officeart/2005/8/layout/process1"/>
    <dgm:cxn modelId="{50272063-6BD9-49C5-8B7C-8C0BCB34CFDD}" type="presOf" srcId="{17DA61F8-9F94-4DF7-8C90-CC86A5459502}" destId="{8FC030CC-C2AA-43F8-8BC0-8D937FAA2765}" srcOrd="0" destOrd="0" presId="urn:microsoft.com/office/officeart/2005/8/layout/process1"/>
    <dgm:cxn modelId="{19381D68-3437-4686-9AE7-53CF9AE351D0}" type="presOf" srcId="{7815CD87-04B1-4AC8-9F2E-82337BB51B4C}" destId="{C34A082D-6009-4555-B202-AF1432FD2344}" srcOrd="0" destOrd="0" presId="urn:microsoft.com/office/officeart/2005/8/layout/process1"/>
    <dgm:cxn modelId="{5F27FF48-A106-4C46-A6A5-315188B2DBB3}" srcId="{CC3A165D-3E99-40F6-B4BD-A7245616DFA1}" destId="{752786CF-D1B1-4E39-8345-8C09B67A7ED9}" srcOrd="6" destOrd="0" parTransId="{26F8176D-4B27-435A-8850-962246F82ED1}" sibTransId="{1E76334B-C557-4D2B-80A0-F069106D3E36}"/>
    <dgm:cxn modelId="{C3F29E6B-9D51-46E4-9F8B-DC5A6D56639B}" type="presOf" srcId="{9588485D-3E5D-46E0-B2B0-81CDB4AB31A4}" destId="{CB07BCD3-869D-46E6-B07B-05F3FCBF53DE}" srcOrd="1" destOrd="0" presId="urn:microsoft.com/office/officeart/2005/8/layout/process1"/>
    <dgm:cxn modelId="{3EA13E74-C9F7-486D-B44B-62445894B392}" type="presOf" srcId="{59687841-1013-4AB5-8AFE-9CCD012D4AAE}" destId="{3855B2EC-B918-42EF-AA15-A71D7ED71C6D}" srcOrd="1" destOrd="0" presId="urn:microsoft.com/office/officeart/2005/8/layout/process1"/>
    <dgm:cxn modelId="{E6FE3176-627C-4480-912C-B3E5F826F0E0}" type="presOf" srcId="{BA997A55-0CBD-4D84-B2B4-A4F5779B6BAE}" destId="{BFE2D2CB-629C-460D-8AB8-47945518ED2B}" srcOrd="0" destOrd="0" presId="urn:microsoft.com/office/officeart/2005/8/layout/process1"/>
    <dgm:cxn modelId="{7A2E8179-CD74-4051-9C2A-AAA2F3893698}" type="presOf" srcId="{CB66B785-7925-461D-868A-6EFCF6417364}" destId="{035326DE-B0BD-4EE6-826C-A4CD7E211875}" srcOrd="0" destOrd="0" presId="urn:microsoft.com/office/officeart/2005/8/layout/process1"/>
    <dgm:cxn modelId="{9AA94D83-DF58-446C-84B4-A4B31772CEC8}" type="presOf" srcId="{67D33DD9-1B17-4A13-96A6-EEA33FBE5CD1}" destId="{839CC336-BA96-43E8-B4AE-DF91DE6CAE6E}" srcOrd="0" destOrd="0" presId="urn:microsoft.com/office/officeart/2005/8/layout/process1"/>
    <dgm:cxn modelId="{95A48085-E07D-40F4-93D4-3D2DC91D35A3}" type="presOf" srcId="{0D7050C2-5543-482F-B1AD-F1084883850A}" destId="{4BE40AB9-C5C3-47F4-A9FD-A1042F1593DB}" srcOrd="1" destOrd="0" presId="urn:microsoft.com/office/officeart/2005/8/layout/process1"/>
    <dgm:cxn modelId="{46A0D08E-943F-4978-9F98-4D1D0600C6DD}" type="presOf" srcId="{1E76334B-C557-4D2B-80A0-F069106D3E36}" destId="{90454B4E-3E17-49CB-BB34-920EB6DB5192}" srcOrd="0" destOrd="0" presId="urn:microsoft.com/office/officeart/2005/8/layout/process1"/>
    <dgm:cxn modelId="{04B5F78E-6BEA-47A2-9C84-E9F5E62BA6A3}" type="presOf" srcId="{0D7050C2-5543-482F-B1AD-F1084883850A}" destId="{F836578C-CCC1-4604-83A7-B0B28B30C4A1}" srcOrd="0" destOrd="0" presId="urn:microsoft.com/office/officeart/2005/8/layout/process1"/>
    <dgm:cxn modelId="{D7C2679A-1C60-4B00-B05F-F6B49CD76BF4}" srcId="{CC3A165D-3E99-40F6-B4BD-A7245616DFA1}" destId="{7815CD87-04B1-4AC8-9F2E-82337BB51B4C}" srcOrd="5" destOrd="0" parTransId="{EC32B22A-7146-4095-888A-B5B7BA8D03E2}" sibTransId="{0D7050C2-5543-482F-B1AD-F1084883850A}"/>
    <dgm:cxn modelId="{A0E0FB9F-25E4-4D86-BF48-254C9CE37926}" type="presOf" srcId="{AF170E60-57B6-4023-9F7C-B2D91C05B3C7}" destId="{BDA13CE1-6166-4051-A804-1A14F29A9A00}" srcOrd="0" destOrd="0" presId="urn:microsoft.com/office/officeart/2005/8/layout/process1"/>
    <dgm:cxn modelId="{A6B532A5-0EB7-4E61-86C1-5A69CDE9A506}" type="presOf" srcId="{39282CAC-871C-466A-AD52-680CBBD17B8A}" destId="{7B23A071-777D-4868-B968-1AF33EA97709}" srcOrd="1" destOrd="0" presId="urn:microsoft.com/office/officeart/2005/8/layout/process1"/>
    <dgm:cxn modelId="{CF3B09B0-3DFD-4E58-B0DE-9CE764030F59}" type="presOf" srcId="{CC3A165D-3E99-40F6-B4BD-A7245616DFA1}" destId="{549AF04C-EDFD-441C-9AC4-04520D3DD2BE}" srcOrd="0" destOrd="0" presId="urn:microsoft.com/office/officeart/2005/8/layout/process1"/>
    <dgm:cxn modelId="{F3ABA5BE-6E0E-4A23-A5E7-01C302FA0F66}" srcId="{CC3A165D-3E99-40F6-B4BD-A7245616DFA1}" destId="{B8F8860A-3038-4EFC-BA9A-734839D1DE97}" srcOrd="0" destOrd="0" parTransId="{EC6CE10B-5DCB-463A-AB0E-667B49C32E4D}" sibTransId="{CB66B785-7925-461D-868A-6EFCF6417364}"/>
    <dgm:cxn modelId="{B565BBCF-456E-43D6-BCEC-50DD837E6D31}" srcId="{CC3A165D-3E99-40F6-B4BD-A7245616DFA1}" destId="{79739C99-5733-45CA-8AD9-80D557619B87}" srcOrd="3" destOrd="0" parTransId="{A9CA8E43-4090-4C55-84DB-0895294F82CD}" sibTransId="{9588485D-3E5D-46E0-B2B0-81CDB4AB31A4}"/>
    <dgm:cxn modelId="{725E2FD4-C484-4D5F-A963-BCBFF4AF9273}" type="presOf" srcId="{CB66B785-7925-461D-868A-6EFCF6417364}" destId="{60505FB5-D39E-4AA6-BF8F-F755211FC12C}" srcOrd="1" destOrd="0" presId="urn:microsoft.com/office/officeart/2005/8/layout/process1"/>
    <dgm:cxn modelId="{559500D9-D9A6-43F2-8239-B8500E115866}" srcId="{CC3A165D-3E99-40F6-B4BD-A7245616DFA1}" destId="{D7C41D13-5B25-4DD1-B0DA-7B37AB543647}" srcOrd="2" destOrd="0" parTransId="{3F9552C3-19E1-41A7-BFCC-7105C4F55A14}" sibTransId="{67D33DD9-1B17-4A13-96A6-EEA33FBE5CD1}"/>
    <dgm:cxn modelId="{A9FEB8E6-4FA0-4EF8-8368-057F43B709F5}" srcId="{CC3A165D-3E99-40F6-B4BD-A7245616DFA1}" destId="{17DA61F8-9F94-4DF7-8C90-CC86A5459502}" srcOrd="1" destOrd="0" parTransId="{2426FAC8-DA2E-41EA-BDA2-F04A23D6A053}" sibTransId="{39282CAC-871C-466A-AD52-680CBBD17B8A}"/>
    <dgm:cxn modelId="{C1E746EA-617D-4619-9BCA-40B4696E7007}" type="presOf" srcId="{B8F8860A-3038-4EFC-BA9A-734839D1DE97}" destId="{03832A67-9DE3-4A71-8287-128DFACB7863}" srcOrd="0" destOrd="0" presId="urn:microsoft.com/office/officeart/2005/8/layout/process1"/>
    <dgm:cxn modelId="{C73BD4F8-898B-469D-98B5-F53CAE32BE46}" type="presOf" srcId="{59687841-1013-4AB5-8AFE-9CCD012D4AAE}" destId="{348BCF4A-B114-40CB-8DBE-7D4B64E4F839}" srcOrd="0" destOrd="0" presId="urn:microsoft.com/office/officeart/2005/8/layout/process1"/>
    <dgm:cxn modelId="{C7517402-BB78-4FAE-A3A5-F248468C4E19}" type="presParOf" srcId="{549AF04C-EDFD-441C-9AC4-04520D3DD2BE}" destId="{03832A67-9DE3-4A71-8287-128DFACB7863}" srcOrd="0" destOrd="0" presId="urn:microsoft.com/office/officeart/2005/8/layout/process1"/>
    <dgm:cxn modelId="{5E2780FF-77B3-4FBA-BFF0-4C1BE43C2684}" type="presParOf" srcId="{549AF04C-EDFD-441C-9AC4-04520D3DD2BE}" destId="{035326DE-B0BD-4EE6-826C-A4CD7E211875}" srcOrd="1" destOrd="0" presId="urn:microsoft.com/office/officeart/2005/8/layout/process1"/>
    <dgm:cxn modelId="{D5FDC098-DDC9-4BB1-B82D-355FEE4A8547}" type="presParOf" srcId="{035326DE-B0BD-4EE6-826C-A4CD7E211875}" destId="{60505FB5-D39E-4AA6-BF8F-F755211FC12C}" srcOrd="0" destOrd="0" presId="urn:microsoft.com/office/officeart/2005/8/layout/process1"/>
    <dgm:cxn modelId="{DF07CECD-1F86-4396-A338-0DB480224A01}" type="presParOf" srcId="{549AF04C-EDFD-441C-9AC4-04520D3DD2BE}" destId="{8FC030CC-C2AA-43F8-8BC0-8D937FAA2765}" srcOrd="2" destOrd="0" presId="urn:microsoft.com/office/officeart/2005/8/layout/process1"/>
    <dgm:cxn modelId="{336D103B-424F-4626-A0D6-088FD2BFCD84}" type="presParOf" srcId="{549AF04C-EDFD-441C-9AC4-04520D3DD2BE}" destId="{1E03857D-1BF0-45A6-87F0-92113FC3765F}" srcOrd="3" destOrd="0" presId="urn:microsoft.com/office/officeart/2005/8/layout/process1"/>
    <dgm:cxn modelId="{58D0DC2D-856E-43B2-8C25-ECAB14A128A3}" type="presParOf" srcId="{1E03857D-1BF0-45A6-87F0-92113FC3765F}" destId="{7B23A071-777D-4868-B968-1AF33EA97709}" srcOrd="0" destOrd="0" presId="urn:microsoft.com/office/officeart/2005/8/layout/process1"/>
    <dgm:cxn modelId="{DC66EEA5-90CD-4EB2-8538-BAE067F3A26E}" type="presParOf" srcId="{549AF04C-EDFD-441C-9AC4-04520D3DD2BE}" destId="{E6740E45-44D5-4EF1-AAD8-900E4137F795}" srcOrd="4" destOrd="0" presId="urn:microsoft.com/office/officeart/2005/8/layout/process1"/>
    <dgm:cxn modelId="{5A13DAFB-D025-4333-B967-7EC546911F7B}" type="presParOf" srcId="{549AF04C-EDFD-441C-9AC4-04520D3DD2BE}" destId="{839CC336-BA96-43E8-B4AE-DF91DE6CAE6E}" srcOrd="5" destOrd="0" presId="urn:microsoft.com/office/officeart/2005/8/layout/process1"/>
    <dgm:cxn modelId="{E4DE65C5-9AA5-41C9-884E-C111AAEBE08E}" type="presParOf" srcId="{839CC336-BA96-43E8-B4AE-DF91DE6CAE6E}" destId="{5F39CA60-75DA-4E66-9967-192B681C53E2}" srcOrd="0" destOrd="0" presId="urn:microsoft.com/office/officeart/2005/8/layout/process1"/>
    <dgm:cxn modelId="{FCA6ED7B-7076-4C33-AA5E-B5F08EEF4FBC}" type="presParOf" srcId="{549AF04C-EDFD-441C-9AC4-04520D3DD2BE}" destId="{BFC769C1-B910-44FE-A50D-69011B4A35AD}" srcOrd="6" destOrd="0" presId="urn:microsoft.com/office/officeart/2005/8/layout/process1"/>
    <dgm:cxn modelId="{9A80B86D-ADB0-498E-9172-0564C6C92981}" type="presParOf" srcId="{549AF04C-EDFD-441C-9AC4-04520D3DD2BE}" destId="{B0A9185C-9075-473F-9C21-7280C31CD1AE}" srcOrd="7" destOrd="0" presId="urn:microsoft.com/office/officeart/2005/8/layout/process1"/>
    <dgm:cxn modelId="{C06A859A-7927-439C-A5E9-E64DCA435995}" type="presParOf" srcId="{B0A9185C-9075-473F-9C21-7280C31CD1AE}" destId="{CB07BCD3-869D-46E6-B07B-05F3FCBF53DE}" srcOrd="0" destOrd="0" presId="urn:microsoft.com/office/officeart/2005/8/layout/process1"/>
    <dgm:cxn modelId="{15395DAC-04B4-4678-8471-2A8A0DDC4074}" type="presParOf" srcId="{549AF04C-EDFD-441C-9AC4-04520D3DD2BE}" destId="{BDA13CE1-6166-4051-A804-1A14F29A9A00}" srcOrd="8" destOrd="0" presId="urn:microsoft.com/office/officeart/2005/8/layout/process1"/>
    <dgm:cxn modelId="{E11BF052-7E6A-42CE-BBBD-BBB1EA414F41}" type="presParOf" srcId="{549AF04C-EDFD-441C-9AC4-04520D3DD2BE}" destId="{348BCF4A-B114-40CB-8DBE-7D4B64E4F839}" srcOrd="9" destOrd="0" presId="urn:microsoft.com/office/officeart/2005/8/layout/process1"/>
    <dgm:cxn modelId="{328769AA-5CE0-4994-A5F2-76D953482401}" type="presParOf" srcId="{348BCF4A-B114-40CB-8DBE-7D4B64E4F839}" destId="{3855B2EC-B918-42EF-AA15-A71D7ED71C6D}" srcOrd="0" destOrd="0" presId="urn:microsoft.com/office/officeart/2005/8/layout/process1"/>
    <dgm:cxn modelId="{B047F62B-180B-4684-95B8-F11D5AFDA4E4}" type="presParOf" srcId="{549AF04C-EDFD-441C-9AC4-04520D3DD2BE}" destId="{C34A082D-6009-4555-B202-AF1432FD2344}" srcOrd="10" destOrd="0" presId="urn:microsoft.com/office/officeart/2005/8/layout/process1"/>
    <dgm:cxn modelId="{CDCD0494-8116-4077-9A08-2F2CC279F0D5}" type="presParOf" srcId="{549AF04C-EDFD-441C-9AC4-04520D3DD2BE}" destId="{F836578C-CCC1-4604-83A7-B0B28B30C4A1}" srcOrd="11" destOrd="0" presId="urn:microsoft.com/office/officeart/2005/8/layout/process1"/>
    <dgm:cxn modelId="{2F2D22AE-B4EC-470C-BD20-15131DBB9BFD}" type="presParOf" srcId="{F836578C-CCC1-4604-83A7-B0B28B30C4A1}" destId="{4BE40AB9-C5C3-47F4-A9FD-A1042F1593DB}" srcOrd="0" destOrd="0" presId="urn:microsoft.com/office/officeart/2005/8/layout/process1"/>
    <dgm:cxn modelId="{B1A467C3-A192-44EA-B3FE-64FB5974E866}" type="presParOf" srcId="{549AF04C-EDFD-441C-9AC4-04520D3DD2BE}" destId="{9EDF00FD-3EEA-40E1-8BFB-9B03C9944DF4}" srcOrd="12" destOrd="0" presId="urn:microsoft.com/office/officeart/2005/8/layout/process1"/>
    <dgm:cxn modelId="{1CADB8E0-BF79-44A5-84B9-17F54887C5C0}" type="presParOf" srcId="{549AF04C-EDFD-441C-9AC4-04520D3DD2BE}" destId="{90454B4E-3E17-49CB-BB34-920EB6DB5192}" srcOrd="13" destOrd="0" presId="urn:microsoft.com/office/officeart/2005/8/layout/process1"/>
    <dgm:cxn modelId="{262CA01F-2F2E-44F0-A5EE-539CB1E247F1}" type="presParOf" srcId="{90454B4E-3E17-49CB-BB34-920EB6DB5192}" destId="{307754AC-478B-4946-B9CD-2868EF26BBDC}" srcOrd="0" destOrd="0" presId="urn:microsoft.com/office/officeart/2005/8/layout/process1"/>
    <dgm:cxn modelId="{8A47DFE9-82C4-4FED-80E8-9758AE0F29CA}" type="presParOf" srcId="{549AF04C-EDFD-441C-9AC4-04520D3DD2BE}" destId="{BFE2D2CB-629C-460D-8AB8-47945518ED2B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C3A165D-3E99-40F6-B4BD-A7245616DFA1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</dgm:pt>
    <dgm:pt modelId="{B8F8860A-3038-4EFC-BA9A-734839D1DE97}">
      <dgm:prSet phldrT="[Text]"/>
      <dgm:spPr/>
      <dgm:t>
        <a:bodyPr/>
        <a:lstStyle/>
        <a:p>
          <a:r>
            <a:rPr lang="en-US" b="1" i="0" dirty="0"/>
            <a:t>Initiation Phase</a:t>
          </a:r>
          <a:endParaRPr lang="en-US" dirty="0"/>
        </a:p>
      </dgm:t>
    </dgm:pt>
    <dgm:pt modelId="{EC6CE10B-5DCB-463A-AB0E-667B49C32E4D}" type="parTrans" cxnId="{F3ABA5BE-6E0E-4A23-A5E7-01C302FA0F66}">
      <dgm:prSet/>
      <dgm:spPr/>
      <dgm:t>
        <a:bodyPr/>
        <a:lstStyle/>
        <a:p>
          <a:endParaRPr lang="en-US"/>
        </a:p>
      </dgm:t>
    </dgm:pt>
    <dgm:pt modelId="{CB66B785-7925-461D-868A-6EFCF6417364}" type="sibTrans" cxnId="{F3ABA5BE-6E0E-4A23-A5E7-01C302FA0F66}">
      <dgm:prSet/>
      <dgm:spPr/>
      <dgm:t>
        <a:bodyPr/>
        <a:lstStyle/>
        <a:p>
          <a:endParaRPr lang="en-US"/>
        </a:p>
      </dgm:t>
    </dgm:pt>
    <dgm:pt modelId="{17DA61F8-9F94-4DF7-8C90-CC86A5459502}">
      <dgm:prSet phldrT="[Text]"/>
      <dgm:spPr/>
      <dgm:t>
        <a:bodyPr/>
        <a:lstStyle/>
        <a:p>
          <a:r>
            <a:rPr lang="en-US" b="1" i="0" dirty="0"/>
            <a:t>Planning Phase</a:t>
          </a:r>
          <a:endParaRPr lang="en-US" dirty="0"/>
        </a:p>
      </dgm:t>
    </dgm:pt>
    <dgm:pt modelId="{2426FAC8-DA2E-41EA-BDA2-F04A23D6A053}" type="parTrans" cxnId="{A9FEB8E6-4FA0-4EF8-8368-057F43B709F5}">
      <dgm:prSet/>
      <dgm:spPr/>
      <dgm:t>
        <a:bodyPr/>
        <a:lstStyle/>
        <a:p>
          <a:endParaRPr lang="en-US"/>
        </a:p>
      </dgm:t>
    </dgm:pt>
    <dgm:pt modelId="{39282CAC-871C-466A-AD52-680CBBD17B8A}" type="sibTrans" cxnId="{A9FEB8E6-4FA0-4EF8-8368-057F43B709F5}">
      <dgm:prSet/>
      <dgm:spPr/>
      <dgm:t>
        <a:bodyPr/>
        <a:lstStyle/>
        <a:p>
          <a:endParaRPr lang="en-US"/>
        </a:p>
      </dgm:t>
    </dgm:pt>
    <dgm:pt modelId="{D7C41D13-5B25-4DD1-B0DA-7B37AB543647}">
      <dgm:prSet phldrT="[Text]"/>
      <dgm:spPr/>
      <dgm:t>
        <a:bodyPr/>
        <a:lstStyle/>
        <a:p>
          <a:r>
            <a:rPr lang="en-US" b="1" i="0" dirty="0"/>
            <a:t>Analysis Phase</a:t>
          </a:r>
          <a:endParaRPr lang="en-US" dirty="0"/>
        </a:p>
      </dgm:t>
    </dgm:pt>
    <dgm:pt modelId="{3F9552C3-19E1-41A7-BFCC-7105C4F55A14}" type="parTrans" cxnId="{559500D9-D9A6-43F2-8239-B8500E115866}">
      <dgm:prSet/>
      <dgm:spPr/>
      <dgm:t>
        <a:bodyPr/>
        <a:lstStyle/>
        <a:p>
          <a:endParaRPr lang="en-US"/>
        </a:p>
      </dgm:t>
    </dgm:pt>
    <dgm:pt modelId="{67D33DD9-1B17-4A13-96A6-EEA33FBE5CD1}" type="sibTrans" cxnId="{559500D9-D9A6-43F2-8239-B8500E115866}">
      <dgm:prSet/>
      <dgm:spPr/>
      <dgm:t>
        <a:bodyPr/>
        <a:lstStyle/>
        <a:p>
          <a:endParaRPr lang="en-US"/>
        </a:p>
      </dgm:t>
    </dgm:pt>
    <dgm:pt modelId="{79739C99-5733-45CA-8AD9-80D557619B87}">
      <dgm:prSet/>
      <dgm:spPr/>
      <dgm:t>
        <a:bodyPr/>
        <a:lstStyle/>
        <a:p>
          <a:r>
            <a:rPr lang="en-US" b="1" i="0"/>
            <a:t>Design Phase</a:t>
          </a:r>
          <a:endParaRPr lang="en-US"/>
        </a:p>
      </dgm:t>
    </dgm:pt>
    <dgm:pt modelId="{A9CA8E43-4090-4C55-84DB-0895294F82CD}" type="parTrans" cxnId="{B565BBCF-456E-43D6-BCEC-50DD837E6D31}">
      <dgm:prSet/>
      <dgm:spPr/>
      <dgm:t>
        <a:bodyPr/>
        <a:lstStyle/>
        <a:p>
          <a:endParaRPr lang="en-US"/>
        </a:p>
      </dgm:t>
    </dgm:pt>
    <dgm:pt modelId="{9588485D-3E5D-46E0-B2B0-81CDB4AB31A4}" type="sibTrans" cxnId="{B565BBCF-456E-43D6-BCEC-50DD837E6D31}">
      <dgm:prSet/>
      <dgm:spPr/>
      <dgm:t>
        <a:bodyPr/>
        <a:lstStyle/>
        <a:p>
          <a:endParaRPr lang="en-US"/>
        </a:p>
      </dgm:t>
    </dgm:pt>
    <dgm:pt modelId="{AF170E60-57B6-4023-9F7C-B2D91C05B3C7}">
      <dgm:prSet/>
      <dgm:spPr/>
      <dgm:t>
        <a:bodyPr/>
        <a:lstStyle/>
        <a:p>
          <a:r>
            <a:rPr lang="en-US" b="1" i="0" dirty="0"/>
            <a:t>Development Phase</a:t>
          </a:r>
          <a:endParaRPr lang="en-US" dirty="0"/>
        </a:p>
      </dgm:t>
    </dgm:pt>
    <dgm:pt modelId="{149BECF8-6C99-449D-A8FC-AD3025E4C40D}" type="parTrans" cxnId="{A916252D-3188-468F-8F85-FE7D4CE3C06D}">
      <dgm:prSet/>
      <dgm:spPr/>
      <dgm:t>
        <a:bodyPr/>
        <a:lstStyle/>
        <a:p>
          <a:endParaRPr lang="en-US"/>
        </a:p>
      </dgm:t>
    </dgm:pt>
    <dgm:pt modelId="{59687841-1013-4AB5-8AFE-9CCD012D4AAE}" type="sibTrans" cxnId="{A916252D-3188-468F-8F85-FE7D4CE3C06D}">
      <dgm:prSet/>
      <dgm:spPr/>
      <dgm:t>
        <a:bodyPr/>
        <a:lstStyle/>
        <a:p>
          <a:endParaRPr lang="en-US"/>
        </a:p>
      </dgm:t>
    </dgm:pt>
    <dgm:pt modelId="{7815CD87-04B1-4AC8-9F2E-82337BB51B4C}">
      <dgm:prSet/>
      <dgm:spPr/>
      <dgm:t>
        <a:bodyPr/>
        <a:lstStyle/>
        <a:p>
          <a:r>
            <a:rPr lang="en-US" b="1" i="0"/>
            <a:t>Testing Phase</a:t>
          </a:r>
          <a:endParaRPr lang="en-US"/>
        </a:p>
      </dgm:t>
    </dgm:pt>
    <dgm:pt modelId="{EC32B22A-7146-4095-888A-B5B7BA8D03E2}" type="parTrans" cxnId="{D7C2679A-1C60-4B00-B05F-F6B49CD76BF4}">
      <dgm:prSet/>
      <dgm:spPr/>
      <dgm:t>
        <a:bodyPr/>
        <a:lstStyle/>
        <a:p>
          <a:endParaRPr lang="en-US"/>
        </a:p>
      </dgm:t>
    </dgm:pt>
    <dgm:pt modelId="{0D7050C2-5543-482F-B1AD-F1084883850A}" type="sibTrans" cxnId="{D7C2679A-1C60-4B00-B05F-F6B49CD76BF4}">
      <dgm:prSet/>
      <dgm:spPr/>
      <dgm:t>
        <a:bodyPr/>
        <a:lstStyle/>
        <a:p>
          <a:endParaRPr lang="en-US"/>
        </a:p>
      </dgm:t>
    </dgm:pt>
    <dgm:pt modelId="{752786CF-D1B1-4E39-8345-8C09B67A7ED9}">
      <dgm:prSet/>
      <dgm:spPr/>
      <dgm:t>
        <a:bodyPr/>
        <a:lstStyle/>
        <a:p>
          <a:r>
            <a:rPr lang="en-US" b="1" i="0" dirty="0"/>
            <a:t>Deployment Phase</a:t>
          </a:r>
          <a:endParaRPr lang="en-US" dirty="0"/>
        </a:p>
      </dgm:t>
    </dgm:pt>
    <dgm:pt modelId="{26F8176D-4B27-435A-8850-962246F82ED1}" type="parTrans" cxnId="{5F27FF48-A106-4C46-A6A5-315188B2DBB3}">
      <dgm:prSet/>
      <dgm:spPr/>
      <dgm:t>
        <a:bodyPr/>
        <a:lstStyle/>
        <a:p>
          <a:endParaRPr lang="en-US"/>
        </a:p>
      </dgm:t>
    </dgm:pt>
    <dgm:pt modelId="{1E76334B-C557-4D2B-80A0-F069106D3E36}" type="sibTrans" cxnId="{5F27FF48-A106-4C46-A6A5-315188B2DBB3}">
      <dgm:prSet/>
      <dgm:spPr/>
      <dgm:t>
        <a:bodyPr/>
        <a:lstStyle/>
        <a:p>
          <a:endParaRPr lang="en-US"/>
        </a:p>
      </dgm:t>
    </dgm:pt>
    <dgm:pt modelId="{BA997A55-0CBD-4D84-B2B4-A4F5779B6BAE}">
      <dgm:prSet/>
      <dgm:spPr/>
      <dgm:t>
        <a:bodyPr/>
        <a:lstStyle/>
        <a:p>
          <a:r>
            <a:rPr lang="en-US" b="1" i="0" dirty="0"/>
            <a:t>Maintenance Phase</a:t>
          </a:r>
          <a:endParaRPr lang="en-US" dirty="0"/>
        </a:p>
      </dgm:t>
    </dgm:pt>
    <dgm:pt modelId="{53771C47-51B6-4CC6-957C-F0DD4C3CA85C}" type="parTrans" cxnId="{C7BF1D29-54FE-4A83-B537-C40966024EB1}">
      <dgm:prSet/>
      <dgm:spPr/>
      <dgm:t>
        <a:bodyPr/>
        <a:lstStyle/>
        <a:p>
          <a:endParaRPr lang="en-US"/>
        </a:p>
      </dgm:t>
    </dgm:pt>
    <dgm:pt modelId="{805DF2FC-4C80-451B-AF79-CEA640C700C4}" type="sibTrans" cxnId="{C7BF1D29-54FE-4A83-B537-C40966024EB1}">
      <dgm:prSet/>
      <dgm:spPr/>
      <dgm:t>
        <a:bodyPr/>
        <a:lstStyle/>
        <a:p>
          <a:endParaRPr lang="en-US"/>
        </a:p>
      </dgm:t>
    </dgm:pt>
    <dgm:pt modelId="{549AF04C-EDFD-441C-9AC4-04520D3DD2BE}" type="pres">
      <dgm:prSet presAssocID="{CC3A165D-3E99-40F6-B4BD-A7245616DFA1}" presName="Name0" presStyleCnt="0">
        <dgm:presLayoutVars>
          <dgm:dir/>
          <dgm:resizeHandles val="exact"/>
        </dgm:presLayoutVars>
      </dgm:prSet>
      <dgm:spPr/>
    </dgm:pt>
    <dgm:pt modelId="{03832A67-9DE3-4A71-8287-128DFACB7863}" type="pres">
      <dgm:prSet presAssocID="{B8F8860A-3038-4EFC-BA9A-734839D1DE97}" presName="node" presStyleLbl="node1" presStyleIdx="0" presStyleCnt="8">
        <dgm:presLayoutVars>
          <dgm:bulletEnabled val="1"/>
        </dgm:presLayoutVars>
      </dgm:prSet>
      <dgm:spPr/>
    </dgm:pt>
    <dgm:pt modelId="{035326DE-B0BD-4EE6-826C-A4CD7E211875}" type="pres">
      <dgm:prSet presAssocID="{CB66B785-7925-461D-868A-6EFCF6417364}" presName="sibTrans" presStyleLbl="sibTrans2D1" presStyleIdx="0" presStyleCnt="7"/>
      <dgm:spPr/>
    </dgm:pt>
    <dgm:pt modelId="{60505FB5-D39E-4AA6-BF8F-F755211FC12C}" type="pres">
      <dgm:prSet presAssocID="{CB66B785-7925-461D-868A-6EFCF6417364}" presName="connectorText" presStyleLbl="sibTrans2D1" presStyleIdx="0" presStyleCnt="7"/>
      <dgm:spPr/>
    </dgm:pt>
    <dgm:pt modelId="{8FC030CC-C2AA-43F8-8BC0-8D937FAA2765}" type="pres">
      <dgm:prSet presAssocID="{17DA61F8-9F94-4DF7-8C90-CC86A5459502}" presName="node" presStyleLbl="node1" presStyleIdx="1" presStyleCnt="8">
        <dgm:presLayoutVars>
          <dgm:bulletEnabled val="1"/>
        </dgm:presLayoutVars>
      </dgm:prSet>
      <dgm:spPr/>
    </dgm:pt>
    <dgm:pt modelId="{1E03857D-1BF0-45A6-87F0-92113FC3765F}" type="pres">
      <dgm:prSet presAssocID="{39282CAC-871C-466A-AD52-680CBBD17B8A}" presName="sibTrans" presStyleLbl="sibTrans2D1" presStyleIdx="1" presStyleCnt="7"/>
      <dgm:spPr/>
    </dgm:pt>
    <dgm:pt modelId="{7B23A071-777D-4868-B968-1AF33EA97709}" type="pres">
      <dgm:prSet presAssocID="{39282CAC-871C-466A-AD52-680CBBD17B8A}" presName="connectorText" presStyleLbl="sibTrans2D1" presStyleIdx="1" presStyleCnt="7"/>
      <dgm:spPr/>
    </dgm:pt>
    <dgm:pt modelId="{E6740E45-44D5-4EF1-AAD8-900E4137F795}" type="pres">
      <dgm:prSet presAssocID="{D7C41D13-5B25-4DD1-B0DA-7B37AB543647}" presName="node" presStyleLbl="node1" presStyleIdx="2" presStyleCnt="8">
        <dgm:presLayoutVars>
          <dgm:bulletEnabled val="1"/>
        </dgm:presLayoutVars>
      </dgm:prSet>
      <dgm:spPr/>
    </dgm:pt>
    <dgm:pt modelId="{839CC336-BA96-43E8-B4AE-DF91DE6CAE6E}" type="pres">
      <dgm:prSet presAssocID="{67D33DD9-1B17-4A13-96A6-EEA33FBE5CD1}" presName="sibTrans" presStyleLbl="sibTrans2D1" presStyleIdx="2" presStyleCnt="7"/>
      <dgm:spPr/>
    </dgm:pt>
    <dgm:pt modelId="{5F39CA60-75DA-4E66-9967-192B681C53E2}" type="pres">
      <dgm:prSet presAssocID="{67D33DD9-1B17-4A13-96A6-EEA33FBE5CD1}" presName="connectorText" presStyleLbl="sibTrans2D1" presStyleIdx="2" presStyleCnt="7"/>
      <dgm:spPr/>
    </dgm:pt>
    <dgm:pt modelId="{BFC769C1-B910-44FE-A50D-69011B4A35AD}" type="pres">
      <dgm:prSet presAssocID="{79739C99-5733-45CA-8AD9-80D557619B87}" presName="node" presStyleLbl="node1" presStyleIdx="3" presStyleCnt="8">
        <dgm:presLayoutVars>
          <dgm:bulletEnabled val="1"/>
        </dgm:presLayoutVars>
      </dgm:prSet>
      <dgm:spPr/>
    </dgm:pt>
    <dgm:pt modelId="{B0A9185C-9075-473F-9C21-7280C31CD1AE}" type="pres">
      <dgm:prSet presAssocID="{9588485D-3E5D-46E0-B2B0-81CDB4AB31A4}" presName="sibTrans" presStyleLbl="sibTrans2D1" presStyleIdx="3" presStyleCnt="7"/>
      <dgm:spPr/>
    </dgm:pt>
    <dgm:pt modelId="{CB07BCD3-869D-46E6-B07B-05F3FCBF53DE}" type="pres">
      <dgm:prSet presAssocID="{9588485D-3E5D-46E0-B2B0-81CDB4AB31A4}" presName="connectorText" presStyleLbl="sibTrans2D1" presStyleIdx="3" presStyleCnt="7"/>
      <dgm:spPr/>
    </dgm:pt>
    <dgm:pt modelId="{BDA13CE1-6166-4051-A804-1A14F29A9A00}" type="pres">
      <dgm:prSet presAssocID="{AF170E60-57B6-4023-9F7C-B2D91C05B3C7}" presName="node" presStyleLbl="node1" presStyleIdx="4" presStyleCnt="8">
        <dgm:presLayoutVars>
          <dgm:bulletEnabled val="1"/>
        </dgm:presLayoutVars>
      </dgm:prSet>
      <dgm:spPr/>
    </dgm:pt>
    <dgm:pt modelId="{348BCF4A-B114-40CB-8DBE-7D4B64E4F839}" type="pres">
      <dgm:prSet presAssocID="{59687841-1013-4AB5-8AFE-9CCD012D4AAE}" presName="sibTrans" presStyleLbl="sibTrans2D1" presStyleIdx="4" presStyleCnt="7"/>
      <dgm:spPr/>
    </dgm:pt>
    <dgm:pt modelId="{3855B2EC-B918-42EF-AA15-A71D7ED71C6D}" type="pres">
      <dgm:prSet presAssocID="{59687841-1013-4AB5-8AFE-9CCD012D4AAE}" presName="connectorText" presStyleLbl="sibTrans2D1" presStyleIdx="4" presStyleCnt="7"/>
      <dgm:spPr/>
    </dgm:pt>
    <dgm:pt modelId="{C34A082D-6009-4555-B202-AF1432FD2344}" type="pres">
      <dgm:prSet presAssocID="{7815CD87-04B1-4AC8-9F2E-82337BB51B4C}" presName="node" presStyleLbl="node1" presStyleIdx="5" presStyleCnt="8">
        <dgm:presLayoutVars>
          <dgm:bulletEnabled val="1"/>
        </dgm:presLayoutVars>
      </dgm:prSet>
      <dgm:spPr/>
    </dgm:pt>
    <dgm:pt modelId="{F836578C-CCC1-4604-83A7-B0B28B30C4A1}" type="pres">
      <dgm:prSet presAssocID="{0D7050C2-5543-482F-B1AD-F1084883850A}" presName="sibTrans" presStyleLbl="sibTrans2D1" presStyleIdx="5" presStyleCnt="7"/>
      <dgm:spPr/>
    </dgm:pt>
    <dgm:pt modelId="{4BE40AB9-C5C3-47F4-A9FD-A1042F1593DB}" type="pres">
      <dgm:prSet presAssocID="{0D7050C2-5543-482F-B1AD-F1084883850A}" presName="connectorText" presStyleLbl="sibTrans2D1" presStyleIdx="5" presStyleCnt="7"/>
      <dgm:spPr/>
    </dgm:pt>
    <dgm:pt modelId="{9EDF00FD-3EEA-40E1-8BFB-9B03C9944DF4}" type="pres">
      <dgm:prSet presAssocID="{752786CF-D1B1-4E39-8345-8C09B67A7ED9}" presName="node" presStyleLbl="node1" presStyleIdx="6" presStyleCnt="8">
        <dgm:presLayoutVars>
          <dgm:bulletEnabled val="1"/>
        </dgm:presLayoutVars>
      </dgm:prSet>
      <dgm:spPr/>
    </dgm:pt>
    <dgm:pt modelId="{90454B4E-3E17-49CB-BB34-920EB6DB5192}" type="pres">
      <dgm:prSet presAssocID="{1E76334B-C557-4D2B-80A0-F069106D3E36}" presName="sibTrans" presStyleLbl="sibTrans2D1" presStyleIdx="6" presStyleCnt="7"/>
      <dgm:spPr/>
    </dgm:pt>
    <dgm:pt modelId="{307754AC-478B-4946-B9CD-2868EF26BBDC}" type="pres">
      <dgm:prSet presAssocID="{1E76334B-C557-4D2B-80A0-F069106D3E36}" presName="connectorText" presStyleLbl="sibTrans2D1" presStyleIdx="6" presStyleCnt="7"/>
      <dgm:spPr/>
    </dgm:pt>
    <dgm:pt modelId="{BFE2D2CB-629C-460D-8AB8-47945518ED2B}" type="pres">
      <dgm:prSet presAssocID="{BA997A55-0CBD-4D84-B2B4-A4F5779B6BAE}" presName="node" presStyleLbl="node1" presStyleIdx="7" presStyleCnt="8">
        <dgm:presLayoutVars>
          <dgm:bulletEnabled val="1"/>
        </dgm:presLayoutVars>
      </dgm:prSet>
      <dgm:spPr/>
    </dgm:pt>
  </dgm:ptLst>
  <dgm:cxnLst>
    <dgm:cxn modelId="{B602E502-A763-4C17-A51E-06EAE004B3C3}" type="presOf" srcId="{752786CF-D1B1-4E39-8345-8C09B67A7ED9}" destId="{9EDF00FD-3EEA-40E1-8BFB-9B03C9944DF4}" srcOrd="0" destOrd="0" presId="urn:microsoft.com/office/officeart/2005/8/layout/process1"/>
    <dgm:cxn modelId="{4F1E2713-E5C4-45D1-9707-DFFE263DB15C}" type="presOf" srcId="{1E76334B-C557-4D2B-80A0-F069106D3E36}" destId="{307754AC-478B-4946-B9CD-2868EF26BBDC}" srcOrd="1" destOrd="0" presId="urn:microsoft.com/office/officeart/2005/8/layout/process1"/>
    <dgm:cxn modelId="{8C3E0917-A2DD-43FF-9247-4C01C5589DA1}" type="presOf" srcId="{D7C41D13-5B25-4DD1-B0DA-7B37AB543647}" destId="{E6740E45-44D5-4EF1-AAD8-900E4137F795}" srcOrd="0" destOrd="0" presId="urn:microsoft.com/office/officeart/2005/8/layout/process1"/>
    <dgm:cxn modelId="{6DDCFE1C-1E70-4785-BAC0-802D8698B10A}" type="presOf" srcId="{67D33DD9-1B17-4A13-96A6-EEA33FBE5CD1}" destId="{5F39CA60-75DA-4E66-9967-192B681C53E2}" srcOrd="1" destOrd="0" presId="urn:microsoft.com/office/officeart/2005/8/layout/process1"/>
    <dgm:cxn modelId="{C7BF1D29-54FE-4A83-B537-C40966024EB1}" srcId="{CC3A165D-3E99-40F6-B4BD-A7245616DFA1}" destId="{BA997A55-0CBD-4D84-B2B4-A4F5779B6BAE}" srcOrd="7" destOrd="0" parTransId="{53771C47-51B6-4CC6-957C-F0DD4C3CA85C}" sibTransId="{805DF2FC-4C80-451B-AF79-CEA640C700C4}"/>
    <dgm:cxn modelId="{A916252D-3188-468F-8F85-FE7D4CE3C06D}" srcId="{CC3A165D-3E99-40F6-B4BD-A7245616DFA1}" destId="{AF170E60-57B6-4023-9F7C-B2D91C05B3C7}" srcOrd="4" destOrd="0" parTransId="{149BECF8-6C99-449D-A8FC-AD3025E4C40D}" sibTransId="{59687841-1013-4AB5-8AFE-9CCD012D4AAE}"/>
    <dgm:cxn modelId="{6A496939-5BBE-4FA7-8674-173DACB6E054}" type="presOf" srcId="{9588485D-3E5D-46E0-B2B0-81CDB4AB31A4}" destId="{B0A9185C-9075-473F-9C21-7280C31CD1AE}" srcOrd="0" destOrd="0" presId="urn:microsoft.com/office/officeart/2005/8/layout/process1"/>
    <dgm:cxn modelId="{7DF0293C-3050-4D12-A9BB-6C39A8ACEB61}" type="presOf" srcId="{39282CAC-871C-466A-AD52-680CBBD17B8A}" destId="{1E03857D-1BF0-45A6-87F0-92113FC3765F}" srcOrd="0" destOrd="0" presId="urn:microsoft.com/office/officeart/2005/8/layout/process1"/>
    <dgm:cxn modelId="{105C2B60-7C71-4900-A59F-77D8E93D4F10}" type="presOf" srcId="{79739C99-5733-45CA-8AD9-80D557619B87}" destId="{BFC769C1-B910-44FE-A50D-69011B4A35AD}" srcOrd="0" destOrd="0" presId="urn:microsoft.com/office/officeart/2005/8/layout/process1"/>
    <dgm:cxn modelId="{50272063-6BD9-49C5-8B7C-8C0BCB34CFDD}" type="presOf" srcId="{17DA61F8-9F94-4DF7-8C90-CC86A5459502}" destId="{8FC030CC-C2AA-43F8-8BC0-8D937FAA2765}" srcOrd="0" destOrd="0" presId="urn:microsoft.com/office/officeart/2005/8/layout/process1"/>
    <dgm:cxn modelId="{19381D68-3437-4686-9AE7-53CF9AE351D0}" type="presOf" srcId="{7815CD87-04B1-4AC8-9F2E-82337BB51B4C}" destId="{C34A082D-6009-4555-B202-AF1432FD2344}" srcOrd="0" destOrd="0" presId="urn:microsoft.com/office/officeart/2005/8/layout/process1"/>
    <dgm:cxn modelId="{5F27FF48-A106-4C46-A6A5-315188B2DBB3}" srcId="{CC3A165D-3E99-40F6-B4BD-A7245616DFA1}" destId="{752786CF-D1B1-4E39-8345-8C09B67A7ED9}" srcOrd="6" destOrd="0" parTransId="{26F8176D-4B27-435A-8850-962246F82ED1}" sibTransId="{1E76334B-C557-4D2B-80A0-F069106D3E36}"/>
    <dgm:cxn modelId="{C3F29E6B-9D51-46E4-9F8B-DC5A6D56639B}" type="presOf" srcId="{9588485D-3E5D-46E0-B2B0-81CDB4AB31A4}" destId="{CB07BCD3-869D-46E6-B07B-05F3FCBF53DE}" srcOrd="1" destOrd="0" presId="urn:microsoft.com/office/officeart/2005/8/layout/process1"/>
    <dgm:cxn modelId="{3EA13E74-C9F7-486D-B44B-62445894B392}" type="presOf" srcId="{59687841-1013-4AB5-8AFE-9CCD012D4AAE}" destId="{3855B2EC-B918-42EF-AA15-A71D7ED71C6D}" srcOrd="1" destOrd="0" presId="urn:microsoft.com/office/officeart/2005/8/layout/process1"/>
    <dgm:cxn modelId="{E6FE3176-627C-4480-912C-B3E5F826F0E0}" type="presOf" srcId="{BA997A55-0CBD-4D84-B2B4-A4F5779B6BAE}" destId="{BFE2D2CB-629C-460D-8AB8-47945518ED2B}" srcOrd="0" destOrd="0" presId="urn:microsoft.com/office/officeart/2005/8/layout/process1"/>
    <dgm:cxn modelId="{7A2E8179-CD74-4051-9C2A-AAA2F3893698}" type="presOf" srcId="{CB66B785-7925-461D-868A-6EFCF6417364}" destId="{035326DE-B0BD-4EE6-826C-A4CD7E211875}" srcOrd="0" destOrd="0" presId="urn:microsoft.com/office/officeart/2005/8/layout/process1"/>
    <dgm:cxn modelId="{9AA94D83-DF58-446C-84B4-A4B31772CEC8}" type="presOf" srcId="{67D33DD9-1B17-4A13-96A6-EEA33FBE5CD1}" destId="{839CC336-BA96-43E8-B4AE-DF91DE6CAE6E}" srcOrd="0" destOrd="0" presId="urn:microsoft.com/office/officeart/2005/8/layout/process1"/>
    <dgm:cxn modelId="{95A48085-E07D-40F4-93D4-3D2DC91D35A3}" type="presOf" srcId="{0D7050C2-5543-482F-B1AD-F1084883850A}" destId="{4BE40AB9-C5C3-47F4-A9FD-A1042F1593DB}" srcOrd="1" destOrd="0" presId="urn:microsoft.com/office/officeart/2005/8/layout/process1"/>
    <dgm:cxn modelId="{46A0D08E-943F-4978-9F98-4D1D0600C6DD}" type="presOf" srcId="{1E76334B-C557-4D2B-80A0-F069106D3E36}" destId="{90454B4E-3E17-49CB-BB34-920EB6DB5192}" srcOrd="0" destOrd="0" presId="urn:microsoft.com/office/officeart/2005/8/layout/process1"/>
    <dgm:cxn modelId="{04B5F78E-6BEA-47A2-9C84-E9F5E62BA6A3}" type="presOf" srcId="{0D7050C2-5543-482F-B1AD-F1084883850A}" destId="{F836578C-CCC1-4604-83A7-B0B28B30C4A1}" srcOrd="0" destOrd="0" presId="urn:microsoft.com/office/officeart/2005/8/layout/process1"/>
    <dgm:cxn modelId="{D7C2679A-1C60-4B00-B05F-F6B49CD76BF4}" srcId="{CC3A165D-3E99-40F6-B4BD-A7245616DFA1}" destId="{7815CD87-04B1-4AC8-9F2E-82337BB51B4C}" srcOrd="5" destOrd="0" parTransId="{EC32B22A-7146-4095-888A-B5B7BA8D03E2}" sibTransId="{0D7050C2-5543-482F-B1AD-F1084883850A}"/>
    <dgm:cxn modelId="{A0E0FB9F-25E4-4D86-BF48-254C9CE37926}" type="presOf" srcId="{AF170E60-57B6-4023-9F7C-B2D91C05B3C7}" destId="{BDA13CE1-6166-4051-A804-1A14F29A9A00}" srcOrd="0" destOrd="0" presId="urn:microsoft.com/office/officeart/2005/8/layout/process1"/>
    <dgm:cxn modelId="{A6B532A5-0EB7-4E61-86C1-5A69CDE9A506}" type="presOf" srcId="{39282CAC-871C-466A-AD52-680CBBD17B8A}" destId="{7B23A071-777D-4868-B968-1AF33EA97709}" srcOrd="1" destOrd="0" presId="urn:microsoft.com/office/officeart/2005/8/layout/process1"/>
    <dgm:cxn modelId="{CF3B09B0-3DFD-4E58-B0DE-9CE764030F59}" type="presOf" srcId="{CC3A165D-3E99-40F6-B4BD-A7245616DFA1}" destId="{549AF04C-EDFD-441C-9AC4-04520D3DD2BE}" srcOrd="0" destOrd="0" presId="urn:microsoft.com/office/officeart/2005/8/layout/process1"/>
    <dgm:cxn modelId="{F3ABA5BE-6E0E-4A23-A5E7-01C302FA0F66}" srcId="{CC3A165D-3E99-40F6-B4BD-A7245616DFA1}" destId="{B8F8860A-3038-4EFC-BA9A-734839D1DE97}" srcOrd="0" destOrd="0" parTransId="{EC6CE10B-5DCB-463A-AB0E-667B49C32E4D}" sibTransId="{CB66B785-7925-461D-868A-6EFCF6417364}"/>
    <dgm:cxn modelId="{B565BBCF-456E-43D6-BCEC-50DD837E6D31}" srcId="{CC3A165D-3E99-40F6-B4BD-A7245616DFA1}" destId="{79739C99-5733-45CA-8AD9-80D557619B87}" srcOrd="3" destOrd="0" parTransId="{A9CA8E43-4090-4C55-84DB-0895294F82CD}" sibTransId="{9588485D-3E5D-46E0-B2B0-81CDB4AB31A4}"/>
    <dgm:cxn modelId="{725E2FD4-C484-4D5F-A963-BCBFF4AF9273}" type="presOf" srcId="{CB66B785-7925-461D-868A-6EFCF6417364}" destId="{60505FB5-D39E-4AA6-BF8F-F755211FC12C}" srcOrd="1" destOrd="0" presId="urn:microsoft.com/office/officeart/2005/8/layout/process1"/>
    <dgm:cxn modelId="{559500D9-D9A6-43F2-8239-B8500E115866}" srcId="{CC3A165D-3E99-40F6-B4BD-A7245616DFA1}" destId="{D7C41D13-5B25-4DD1-B0DA-7B37AB543647}" srcOrd="2" destOrd="0" parTransId="{3F9552C3-19E1-41A7-BFCC-7105C4F55A14}" sibTransId="{67D33DD9-1B17-4A13-96A6-EEA33FBE5CD1}"/>
    <dgm:cxn modelId="{A9FEB8E6-4FA0-4EF8-8368-057F43B709F5}" srcId="{CC3A165D-3E99-40F6-B4BD-A7245616DFA1}" destId="{17DA61F8-9F94-4DF7-8C90-CC86A5459502}" srcOrd="1" destOrd="0" parTransId="{2426FAC8-DA2E-41EA-BDA2-F04A23D6A053}" sibTransId="{39282CAC-871C-466A-AD52-680CBBD17B8A}"/>
    <dgm:cxn modelId="{C1E746EA-617D-4619-9BCA-40B4696E7007}" type="presOf" srcId="{B8F8860A-3038-4EFC-BA9A-734839D1DE97}" destId="{03832A67-9DE3-4A71-8287-128DFACB7863}" srcOrd="0" destOrd="0" presId="urn:microsoft.com/office/officeart/2005/8/layout/process1"/>
    <dgm:cxn modelId="{C73BD4F8-898B-469D-98B5-F53CAE32BE46}" type="presOf" srcId="{59687841-1013-4AB5-8AFE-9CCD012D4AAE}" destId="{348BCF4A-B114-40CB-8DBE-7D4B64E4F839}" srcOrd="0" destOrd="0" presId="urn:microsoft.com/office/officeart/2005/8/layout/process1"/>
    <dgm:cxn modelId="{C7517402-BB78-4FAE-A3A5-F248468C4E19}" type="presParOf" srcId="{549AF04C-EDFD-441C-9AC4-04520D3DD2BE}" destId="{03832A67-9DE3-4A71-8287-128DFACB7863}" srcOrd="0" destOrd="0" presId="urn:microsoft.com/office/officeart/2005/8/layout/process1"/>
    <dgm:cxn modelId="{5E2780FF-77B3-4FBA-BFF0-4C1BE43C2684}" type="presParOf" srcId="{549AF04C-EDFD-441C-9AC4-04520D3DD2BE}" destId="{035326DE-B0BD-4EE6-826C-A4CD7E211875}" srcOrd="1" destOrd="0" presId="urn:microsoft.com/office/officeart/2005/8/layout/process1"/>
    <dgm:cxn modelId="{D5FDC098-DDC9-4BB1-B82D-355FEE4A8547}" type="presParOf" srcId="{035326DE-B0BD-4EE6-826C-A4CD7E211875}" destId="{60505FB5-D39E-4AA6-BF8F-F755211FC12C}" srcOrd="0" destOrd="0" presId="urn:microsoft.com/office/officeart/2005/8/layout/process1"/>
    <dgm:cxn modelId="{DF07CECD-1F86-4396-A338-0DB480224A01}" type="presParOf" srcId="{549AF04C-EDFD-441C-9AC4-04520D3DD2BE}" destId="{8FC030CC-C2AA-43F8-8BC0-8D937FAA2765}" srcOrd="2" destOrd="0" presId="urn:microsoft.com/office/officeart/2005/8/layout/process1"/>
    <dgm:cxn modelId="{336D103B-424F-4626-A0D6-088FD2BFCD84}" type="presParOf" srcId="{549AF04C-EDFD-441C-9AC4-04520D3DD2BE}" destId="{1E03857D-1BF0-45A6-87F0-92113FC3765F}" srcOrd="3" destOrd="0" presId="urn:microsoft.com/office/officeart/2005/8/layout/process1"/>
    <dgm:cxn modelId="{58D0DC2D-856E-43B2-8C25-ECAB14A128A3}" type="presParOf" srcId="{1E03857D-1BF0-45A6-87F0-92113FC3765F}" destId="{7B23A071-777D-4868-B968-1AF33EA97709}" srcOrd="0" destOrd="0" presId="urn:microsoft.com/office/officeart/2005/8/layout/process1"/>
    <dgm:cxn modelId="{DC66EEA5-90CD-4EB2-8538-BAE067F3A26E}" type="presParOf" srcId="{549AF04C-EDFD-441C-9AC4-04520D3DD2BE}" destId="{E6740E45-44D5-4EF1-AAD8-900E4137F795}" srcOrd="4" destOrd="0" presId="urn:microsoft.com/office/officeart/2005/8/layout/process1"/>
    <dgm:cxn modelId="{5A13DAFB-D025-4333-B967-7EC546911F7B}" type="presParOf" srcId="{549AF04C-EDFD-441C-9AC4-04520D3DD2BE}" destId="{839CC336-BA96-43E8-B4AE-DF91DE6CAE6E}" srcOrd="5" destOrd="0" presId="urn:microsoft.com/office/officeart/2005/8/layout/process1"/>
    <dgm:cxn modelId="{E4DE65C5-9AA5-41C9-884E-C111AAEBE08E}" type="presParOf" srcId="{839CC336-BA96-43E8-B4AE-DF91DE6CAE6E}" destId="{5F39CA60-75DA-4E66-9967-192B681C53E2}" srcOrd="0" destOrd="0" presId="urn:microsoft.com/office/officeart/2005/8/layout/process1"/>
    <dgm:cxn modelId="{FCA6ED7B-7076-4C33-AA5E-B5F08EEF4FBC}" type="presParOf" srcId="{549AF04C-EDFD-441C-9AC4-04520D3DD2BE}" destId="{BFC769C1-B910-44FE-A50D-69011B4A35AD}" srcOrd="6" destOrd="0" presId="urn:microsoft.com/office/officeart/2005/8/layout/process1"/>
    <dgm:cxn modelId="{9A80B86D-ADB0-498E-9172-0564C6C92981}" type="presParOf" srcId="{549AF04C-EDFD-441C-9AC4-04520D3DD2BE}" destId="{B0A9185C-9075-473F-9C21-7280C31CD1AE}" srcOrd="7" destOrd="0" presId="urn:microsoft.com/office/officeart/2005/8/layout/process1"/>
    <dgm:cxn modelId="{C06A859A-7927-439C-A5E9-E64DCA435995}" type="presParOf" srcId="{B0A9185C-9075-473F-9C21-7280C31CD1AE}" destId="{CB07BCD3-869D-46E6-B07B-05F3FCBF53DE}" srcOrd="0" destOrd="0" presId="urn:microsoft.com/office/officeart/2005/8/layout/process1"/>
    <dgm:cxn modelId="{15395DAC-04B4-4678-8471-2A8A0DDC4074}" type="presParOf" srcId="{549AF04C-EDFD-441C-9AC4-04520D3DD2BE}" destId="{BDA13CE1-6166-4051-A804-1A14F29A9A00}" srcOrd="8" destOrd="0" presId="urn:microsoft.com/office/officeart/2005/8/layout/process1"/>
    <dgm:cxn modelId="{E11BF052-7E6A-42CE-BBBD-BBB1EA414F41}" type="presParOf" srcId="{549AF04C-EDFD-441C-9AC4-04520D3DD2BE}" destId="{348BCF4A-B114-40CB-8DBE-7D4B64E4F839}" srcOrd="9" destOrd="0" presId="urn:microsoft.com/office/officeart/2005/8/layout/process1"/>
    <dgm:cxn modelId="{328769AA-5CE0-4994-A5F2-76D953482401}" type="presParOf" srcId="{348BCF4A-B114-40CB-8DBE-7D4B64E4F839}" destId="{3855B2EC-B918-42EF-AA15-A71D7ED71C6D}" srcOrd="0" destOrd="0" presId="urn:microsoft.com/office/officeart/2005/8/layout/process1"/>
    <dgm:cxn modelId="{B047F62B-180B-4684-95B8-F11D5AFDA4E4}" type="presParOf" srcId="{549AF04C-EDFD-441C-9AC4-04520D3DD2BE}" destId="{C34A082D-6009-4555-B202-AF1432FD2344}" srcOrd="10" destOrd="0" presId="urn:microsoft.com/office/officeart/2005/8/layout/process1"/>
    <dgm:cxn modelId="{CDCD0494-8116-4077-9A08-2F2CC279F0D5}" type="presParOf" srcId="{549AF04C-EDFD-441C-9AC4-04520D3DD2BE}" destId="{F836578C-CCC1-4604-83A7-B0B28B30C4A1}" srcOrd="11" destOrd="0" presId="urn:microsoft.com/office/officeart/2005/8/layout/process1"/>
    <dgm:cxn modelId="{2F2D22AE-B4EC-470C-BD20-15131DBB9BFD}" type="presParOf" srcId="{F836578C-CCC1-4604-83A7-B0B28B30C4A1}" destId="{4BE40AB9-C5C3-47F4-A9FD-A1042F1593DB}" srcOrd="0" destOrd="0" presId="urn:microsoft.com/office/officeart/2005/8/layout/process1"/>
    <dgm:cxn modelId="{B1A467C3-A192-44EA-B3FE-64FB5974E866}" type="presParOf" srcId="{549AF04C-EDFD-441C-9AC4-04520D3DD2BE}" destId="{9EDF00FD-3EEA-40E1-8BFB-9B03C9944DF4}" srcOrd="12" destOrd="0" presId="urn:microsoft.com/office/officeart/2005/8/layout/process1"/>
    <dgm:cxn modelId="{1CADB8E0-BF79-44A5-84B9-17F54887C5C0}" type="presParOf" srcId="{549AF04C-EDFD-441C-9AC4-04520D3DD2BE}" destId="{90454B4E-3E17-49CB-BB34-920EB6DB5192}" srcOrd="13" destOrd="0" presId="urn:microsoft.com/office/officeart/2005/8/layout/process1"/>
    <dgm:cxn modelId="{262CA01F-2F2E-44F0-A5EE-539CB1E247F1}" type="presParOf" srcId="{90454B4E-3E17-49CB-BB34-920EB6DB5192}" destId="{307754AC-478B-4946-B9CD-2868EF26BBDC}" srcOrd="0" destOrd="0" presId="urn:microsoft.com/office/officeart/2005/8/layout/process1"/>
    <dgm:cxn modelId="{8A47DFE9-82C4-4FED-80E8-9758AE0F29CA}" type="presParOf" srcId="{549AF04C-EDFD-441C-9AC4-04520D3DD2BE}" destId="{BFE2D2CB-629C-460D-8AB8-47945518ED2B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32A67-9DE3-4A71-8287-128DFACB7863}">
      <dsp:nvSpPr>
        <dsp:cNvPr id="0" name=""/>
        <dsp:cNvSpPr/>
      </dsp:nvSpPr>
      <dsp:spPr>
        <a:xfrm>
          <a:off x="3925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Initiation Phase</a:t>
          </a:r>
          <a:endParaRPr lang="en-US" sz="1200" kern="1200" dirty="0"/>
        </a:p>
      </dsp:txBody>
      <dsp:txXfrm>
        <a:off x="22601" y="1768666"/>
        <a:ext cx="1025396" cy="600296"/>
      </dsp:txXfrm>
    </dsp:sp>
    <dsp:sp modelId="{035326DE-B0BD-4EE6-826C-A4CD7E211875}">
      <dsp:nvSpPr>
        <dsp:cNvPr id="0" name=""/>
        <dsp:cNvSpPr/>
      </dsp:nvSpPr>
      <dsp:spPr>
        <a:xfrm>
          <a:off x="1172948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172948" y="1989745"/>
        <a:ext cx="157711" cy="158137"/>
      </dsp:txXfrm>
    </dsp:sp>
    <dsp:sp modelId="{8FC030CC-C2AA-43F8-8BC0-8D937FAA2765}">
      <dsp:nvSpPr>
        <dsp:cNvPr id="0" name=""/>
        <dsp:cNvSpPr/>
      </dsp:nvSpPr>
      <dsp:spPr>
        <a:xfrm>
          <a:off x="1491772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Planning Phase</a:t>
          </a:r>
          <a:endParaRPr lang="en-US" sz="1200" kern="1200" dirty="0"/>
        </a:p>
      </dsp:txBody>
      <dsp:txXfrm>
        <a:off x="1510448" y="1768666"/>
        <a:ext cx="1025396" cy="600296"/>
      </dsp:txXfrm>
    </dsp:sp>
    <dsp:sp modelId="{1E03857D-1BF0-45A6-87F0-92113FC3765F}">
      <dsp:nvSpPr>
        <dsp:cNvPr id="0" name=""/>
        <dsp:cNvSpPr/>
      </dsp:nvSpPr>
      <dsp:spPr>
        <a:xfrm>
          <a:off x="2660795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660795" y="1989745"/>
        <a:ext cx="157711" cy="158137"/>
      </dsp:txXfrm>
    </dsp:sp>
    <dsp:sp modelId="{E6740E45-44D5-4EF1-AAD8-900E4137F795}">
      <dsp:nvSpPr>
        <dsp:cNvPr id="0" name=""/>
        <dsp:cNvSpPr/>
      </dsp:nvSpPr>
      <dsp:spPr>
        <a:xfrm>
          <a:off x="2979620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Analysis Phase</a:t>
          </a:r>
          <a:endParaRPr lang="en-US" sz="1200" kern="1200" dirty="0"/>
        </a:p>
      </dsp:txBody>
      <dsp:txXfrm>
        <a:off x="2998296" y="1768666"/>
        <a:ext cx="1025396" cy="600296"/>
      </dsp:txXfrm>
    </dsp:sp>
    <dsp:sp modelId="{839CC336-BA96-43E8-B4AE-DF91DE6CAE6E}">
      <dsp:nvSpPr>
        <dsp:cNvPr id="0" name=""/>
        <dsp:cNvSpPr/>
      </dsp:nvSpPr>
      <dsp:spPr>
        <a:xfrm>
          <a:off x="4148642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148642" y="1989745"/>
        <a:ext cx="157711" cy="158137"/>
      </dsp:txXfrm>
    </dsp:sp>
    <dsp:sp modelId="{BFC769C1-B910-44FE-A50D-69011B4A35AD}">
      <dsp:nvSpPr>
        <dsp:cNvPr id="0" name=""/>
        <dsp:cNvSpPr/>
      </dsp:nvSpPr>
      <dsp:spPr>
        <a:xfrm>
          <a:off x="4467467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Design Phase</a:t>
          </a:r>
          <a:endParaRPr lang="en-US" sz="1200" kern="1200"/>
        </a:p>
      </dsp:txBody>
      <dsp:txXfrm>
        <a:off x="4486143" y="1768666"/>
        <a:ext cx="1025396" cy="600296"/>
      </dsp:txXfrm>
    </dsp:sp>
    <dsp:sp modelId="{B0A9185C-9075-473F-9C21-7280C31CD1AE}">
      <dsp:nvSpPr>
        <dsp:cNvPr id="0" name=""/>
        <dsp:cNvSpPr/>
      </dsp:nvSpPr>
      <dsp:spPr>
        <a:xfrm>
          <a:off x="5636490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636490" y="1989745"/>
        <a:ext cx="157711" cy="158137"/>
      </dsp:txXfrm>
    </dsp:sp>
    <dsp:sp modelId="{BDA13CE1-6166-4051-A804-1A14F29A9A00}">
      <dsp:nvSpPr>
        <dsp:cNvPr id="0" name=""/>
        <dsp:cNvSpPr/>
      </dsp:nvSpPr>
      <dsp:spPr>
        <a:xfrm>
          <a:off x="5955314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Development Phase</a:t>
          </a:r>
          <a:endParaRPr lang="en-US" sz="1200" kern="1200" dirty="0"/>
        </a:p>
      </dsp:txBody>
      <dsp:txXfrm>
        <a:off x="5973990" y="1768666"/>
        <a:ext cx="1025396" cy="600296"/>
      </dsp:txXfrm>
    </dsp:sp>
    <dsp:sp modelId="{348BCF4A-B114-40CB-8DBE-7D4B64E4F839}">
      <dsp:nvSpPr>
        <dsp:cNvPr id="0" name=""/>
        <dsp:cNvSpPr/>
      </dsp:nvSpPr>
      <dsp:spPr>
        <a:xfrm>
          <a:off x="7124337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7124337" y="1989745"/>
        <a:ext cx="157711" cy="158137"/>
      </dsp:txXfrm>
    </dsp:sp>
    <dsp:sp modelId="{C34A082D-6009-4555-B202-AF1432FD2344}">
      <dsp:nvSpPr>
        <dsp:cNvPr id="0" name=""/>
        <dsp:cNvSpPr/>
      </dsp:nvSpPr>
      <dsp:spPr>
        <a:xfrm>
          <a:off x="7443161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Testing Phase</a:t>
          </a:r>
          <a:endParaRPr lang="en-US" sz="1200" kern="1200"/>
        </a:p>
      </dsp:txBody>
      <dsp:txXfrm>
        <a:off x="7461837" y="1768666"/>
        <a:ext cx="1025396" cy="600296"/>
      </dsp:txXfrm>
    </dsp:sp>
    <dsp:sp modelId="{F836578C-CCC1-4604-83A7-B0B28B30C4A1}">
      <dsp:nvSpPr>
        <dsp:cNvPr id="0" name=""/>
        <dsp:cNvSpPr/>
      </dsp:nvSpPr>
      <dsp:spPr>
        <a:xfrm>
          <a:off x="8612184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8612184" y="1989745"/>
        <a:ext cx="157711" cy="158137"/>
      </dsp:txXfrm>
    </dsp:sp>
    <dsp:sp modelId="{9EDF00FD-3EEA-40E1-8BFB-9B03C9944DF4}">
      <dsp:nvSpPr>
        <dsp:cNvPr id="0" name=""/>
        <dsp:cNvSpPr/>
      </dsp:nvSpPr>
      <dsp:spPr>
        <a:xfrm>
          <a:off x="8931009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Deployment Phase</a:t>
          </a:r>
          <a:endParaRPr lang="en-US" sz="1200" kern="1200" dirty="0"/>
        </a:p>
      </dsp:txBody>
      <dsp:txXfrm>
        <a:off x="8949685" y="1768666"/>
        <a:ext cx="1025396" cy="600296"/>
      </dsp:txXfrm>
    </dsp:sp>
    <dsp:sp modelId="{90454B4E-3E17-49CB-BB34-920EB6DB5192}">
      <dsp:nvSpPr>
        <dsp:cNvPr id="0" name=""/>
        <dsp:cNvSpPr/>
      </dsp:nvSpPr>
      <dsp:spPr>
        <a:xfrm>
          <a:off x="10100031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100031" y="1989745"/>
        <a:ext cx="157711" cy="158137"/>
      </dsp:txXfrm>
    </dsp:sp>
    <dsp:sp modelId="{BFE2D2CB-629C-460D-8AB8-47945518ED2B}">
      <dsp:nvSpPr>
        <dsp:cNvPr id="0" name=""/>
        <dsp:cNvSpPr/>
      </dsp:nvSpPr>
      <dsp:spPr>
        <a:xfrm>
          <a:off x="10418856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Maintenance Phase</a:t>
          </a:r>
          <a:endParaRPr lang="en-US" sz="1200" kern="1200" dirty="0"/>
        </a:p>
      </dsp:txBody>
      <dsp:txXfrm>
        <a:off x="10437532" y="1768666"/>
        <a:ext cx="1025396" cy="6002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32A67-9DE3-4A71-8287-128DFACB7863}">
      <dsp:nvSpPr>
        <dsp:cNvPr id="0" name=""/>
        <dsp:cNvSpPr/>
      </dsp:nvSpPr>
      <dsp:spPr>
        <a:xfrm>
          <a:off x="3925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Initiation Phase</a:t>
          </a:r>
          <a:endParaRPr lang="en-US" sz="1200" kern="1200" dirty="0"/>
        </a:p>
      </dsp:txBody>
      <dsp:txXfrm>
        <a:off x="22601" y="1768666"/>
        <a:ext cx="1025396" cy="600296"/>
      </dsp:txXfrm>
    </dsp:sp>
    <dsp:sp modelId="{035326DE-B0BD-4EE6-826C-A4CD7E211875}">
      <dsp:nvSpPr>
        <dsp:cNvPr id="0" name=""/>
        <dsp:cNvSpPr/>
      </dsp:nvSpPr>
      <dsp:spPr>
        <a:xfrm>
          <a:off x="1172948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172948" y="1989745"/>
        <a:ext cx="157711" cy="158137"/>
      </dsp:txXfrm>
    </dsp:sp>
    <dsp:sp modelId="{8FC030CC-C2AA-43F8-8BC0-8D937FAA2765}">
      <dsp:nvSpPr>
        <dsp:cNvPr id="0" name=""/>
        <dsp:cNvSpPr/>
      </dsp:nvSpPr>
      <dsp:spPr>
        <a:xfrm>
          <a:off x="1491772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Planning Phase</a:t>
          </a:r>
          <a:endParaRPr lang="en-US" sz="1200" kern="1200" dirty="0"/>
        </a:p>
      </dsp:txBody>
      <dsp:txXfrm>
        <a:off x="1510448" y="1768666"/>
        <a:ext cx="1025396" cy="600296"/>
      </dsp:txXfrm>
    </dsp:sp>
    <dsp:sp modelId="{1E03857D-1BF0-45A6-87F0-92113FC3765F}">
      <dsp:nvSpPr>
        <dsp:cNvPr id="0" name=""/>
        <dsp:cNvSpPr/>
      </dsp:nvSpPr>
      <dsp:spPr>
        <a:xfrm>
          <a:off x="2660795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660795" y="1989745"/>
        <a:ext cx="157711" cy="158137"/>
      </dsp:txXfrm>
    </dsp:sp>
    <dsp:sp modelId="{E6740E45-44D5-4EF1-AAD8-900E4137F795}">
      <dsp:nvSpPr>
        <dsp:cNvPr id="0" name=""/>
        <dsp:cNvSpPr/>
      </dsp:nvSpPr>
      <dsp:spPr>
        <a:xfrm>
          <a:off x="2979620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Analysis Phase</a:t>
          </a:r>
          <a:endParaRPr lang="en-US" sz="1200" kern="1200" dirty="0"/>
        </a:p>
      </dsp:txBody>
      <dsp:txXfrm>
        <a:off x="2998296" y="1768666"/>
        <a:ext cx="1025396" cy="600296"/>
      </dsp:txXfrm>
    </dsp:sp>
    <dsp:sp modelId="{839CC336-BA96-43E8-B4AE-DF91DE6CAE6E}">
      <dsp:nvSpPr>
        <dsp:cNvPr id="0" name=""/>
        <dsp:cNvSpPr/>
      </dsp:nvSpPr>
      <dsp:spPr>
        <a:xfrm>
          <a:off x="4148642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148642" y="1989745"/>
        <a:ext cx="157711" cy="158137"/>
      </dsp:txXfrm>
    </dsp:sp>
    <dsp:sp modelId="{BFC769C1-B910-44FE-A50D-69011B4A35AD}">
      <dsp:nvSpPr>
        <dsp:cNvPr id="0" name=""/>
        <dsp:cNvSpPr/>
      </dsp:nvSpPr>
      <dsp:spPr>
        <a:xfrm>
          <a:off x="4467467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Design Phase</a:t>
          </a:r>
          <a:endParaRPr lang="en-US" sz="1200" kern="1200"/>
        </a:p>
      </dsp:txBody>
      <dsp:txXfrm>
        <a:off x="4486143" y="1768666"/>
        <a:ext cx="1025396" cy="600296"/>
      </dsp:txXfrm>
    </dsp:sp>
    <dsp:sp modelId="{B0A9185C-9075-473F-9C21-7280C31CD1AE}">
      <dsp:nvSpPr>
        <dsp:cNvPr id="0" name=""/>
        <dsp:cNvSpPr/>
      </dsp:nvSpPr>
      <dsp:spPr>
        <a:xfrm>
          <a:off x="5636490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636490" y="1989745"/>
        <a:ext cx="157711" cy="158137"/>
      </dsp:txXfrm>
    </dsp:sp>
    <dsp:sp modelId="{BDA13CE1-6166-4051-A804-1A14F29A9A00}">
      <dsp:nvSpPr>
        <dsp:cNvPr id="0" name=""/>
        <dsp:cNvSpPr/>
      </dsp:nvSpPr>
      <dsp:spPr>
        <a:xfrm>
          <a:off x="5955314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Development Phase</a:t>
          </a:r>
          <a:endParaRPr lang="en-US" sz="1200" kern="1200" dirty="0"/>
        </a:p>
      </dsp:txBody>
      <dsp:txXfrm>
        <a:off x="5973990" y="1768666"/>
        <a:ext cx="1025396" cy="600296"/>
      </dsp:txXfrm>
    </dsp:sp>
    <dsp:sp modelId="{348BCF4A-B114-40CB-8DBE-7D4B64E4F839}">
      <dsp:nvSpPr>
        <dsp:cNvPr id="0" name=""/>
        <dsp:cNvSpPr/>
      </dsp:nvSpPr>
      <dsp:spPr>
        <a:xfrm>
          <a:off x="7124337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7124337" y="1989745"/>
        <a:ext cx="157711" cy="158137"/>
      </dsp:txXfrm>
    </dsp:sp>
    <dsp:sp modelId="{C34A082D-6009-4555-B202-AF1432FD2344}">
      <dsp:nvSpPr>
        <dsp:cNvPr id="0" name=""/>
        <dsp:cNvSpPr/>
      </dsp:nvSpPr>
      <dsp:spPr>
        <a:xfrm>
          <a:off x="7443161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Testing Phase</a:t>
          </a:r>
          <a:endParaRPr lang="en-US" sz="1200" kern="1200"/>
        </a:p>
      </dsp:txBody>
      <dsp:txXfrm>
        <a:off x="7461837" y="1768666"/>
        <a:ext cx="1025396" cy="600296"/>
      </dsp:txXfrm>
    </dsp:sp>
    <dsp:sp modelId="{F836578C-CCC1-4604-83A7-B0B28B30C4A1}">
      <dsp:nvSpPr>
        <dsp:cNvPr id="0" name=""/>
        <dsp:cNvSpPr/>
      </dsp:nvSpPr>
      <dsp:spPr>
        <a:xfrm>
          <a:off x="8612184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8612184" y="1989745"/>
        <a:ext cx="157711" cy="158137"/>
      </dsp:txXfrm>
    </dsp:sp>
    <dsp:sp modelId="{9EDF00FD-3EEA-40E1-8BFB-9B03C9944DF4}">
      <dsp:nvSpPr>
        <dsp:cNvPr id="0" name=""/>
        <dsp:cNvSpPr/>
      </dsp:nvSpPr>
      <dsp:spPr>
        <a:xfrm>
          <a:off x="8931009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Deployment Phase</a:t>
          </a:r>
          <a:endParaRPr lang="en-US" sz="1200" kern="1200" dirty="0"/>
        </a:p>
      </dsp:txBody>
      <dsp:txXfrm>
        <a:off x="8949685" y="1768666"/>
        <a:ext cx="1025396" cy="600296"/>
      </dsp:txXfrm>
    </dsp:sp>
    <dsp:sp modelId="{90454B4E-3E17-49CB-BB34-920EB6DB5192}">
      <dsp:nvSpPr>
        <dsp:cNvPr id="0" name=""/>
        <dsp:cNvSpPr/>
      </dsp:nvSpPr>
      <dsp:spPr>
        <a:xfrm>
          <a:off x="10100031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100031" y="1989745"/>
        <a:ext cx="157711" cy="158137"/>
      </dsp:txXfrm>
    </dsp:sp>
    <dsp:sp modelId="{BFE2D2CB-629C-460D-8AB8-47945518ED2B}">
      <dsp:nvSpPr>
        <dsp:cNvPr id="0" name=""/>
        <dsp:cNvSpPr/>
      </dsp:nvSpPr>
      <dsp:spPr>
        <a:xfrm>
          <a:off x="10418856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Maintenance Phase</a:t>
          </a:r>
          <a:endParaRPr lang="en-US" sz="1200" kern="1200" dirty="0"/>
        </a:p>
      </dsp:txBody>
      <dsp:txXfrm>
        <a:off x="10437532" y="1768666"/>
        <a:ext cx="1025396" cy="6002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32A67-9DE3-4A71-8287-128DFACB7863}">
      <dsp:nvSpPr>
        <dsp:cNvPr id="0" name=""/>
        <dsp:cNvSpPr/>
      </dsp:nvSpPr>
      <dsp:spPr>
        <a:xfrm>
          <a:off x="3925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Initiation Phase</a:t>
          </a:r>
          <a:endParaRPr lang="en-US" sz="1200" kern="1200" dirty="0"/>
        </a:p>
      </dsp:txBody>
      <dsp:txXfrm>
        <a:off x="22601" y="1768666"/>
        <a:ext cx="1025396" cy="600296"/>
      </dsp:txXfrm>
    </dsp:sp>
    <dsp:sp modelId="{035326DE-B0BD-4EE6-826C-A4CD7E211875}">
      <dsp:nvSpPr>
        <dsp:cNvPr id="0" name=""/>
        <dsp:cNvSpPr/>
      </dsp:nvSpPr>
      <dsp:spPr>
        <a:xfrm>
          <a:off x="1172948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172948" y="1989745"/>
        <a:ext cx="157711" cy="158137"/>
      </dsp:txXfrm>
    </dsp:sp>
    <dsp:sp modelId="{8FC030CC-C2AA-43F8-8BC0-8D937FAA2765}">
      <dsp:nvSpPr>
        <dsp:cNvPr id="0" name=""/>
        <dsp:cNvSpPr/>
      </dsp:nvSpPr>
      <dsp:spPr>
        <a:xfrm>
          <a:off x="1491772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Planning Phase</a:t>
          </a:r>
          <a:endParaRPr lang="en-US" sz="1200" kern="1200" dirty="0"/>
        </a:p>
      </dsp:txBody>
      <dsp:txXfrm>
        <a:off x="1510448" y="1768666"/>
        <a:ext cx="1025396" cy="600296"/>
      </dsp:txXfrm>
    </dsp:sp>
    <dsp:sp modelId="{1E03857D-1BF0-45A6-87F0-92113FC3765F}">
      <dsp:nvSpPr>
        <dsp:cNvPr id="0" name=""/>
        <dsp:cNvSpPr/>
      </dsp:nvSpPr>
      <dsp:spPr>
        <a:xfrm>
          <a:off x="2660795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660795" y="1989745"/>
        <a:ext cx="157711" cy="158137"/>
      </dsp:txXfrm>
    </dsp:sp>
    <dsp:sp modelId="{E6740E45-44D5-4EF1-AAD8-900E4137F795}">
      <dsp:nvSpPr>
        <dsp:cNvPr id="0" name=""/>
        <dsp:cNvSpPr/>
      </dsp:nvSpPr>
      <dsp:spPr>
        <a:xfrm>
          <a:off x="2979620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Analysis Phase</a:t>
          </a:r>
          <a:endParaRPr lang="en-US" sz="1200" kern="1200" dirty="0"/>
        </a:p>
      </dsp:txBody>
      <dsp:txXfrm>
        <a:off x="2998296" y="1768666"/>
        <a:ext cx="1025396" cy="600296"/>
      </dsp:txXfrm>
    </dsp:sp>
    <dsp:sp modelId="{839CC336-BA96-43E8-B4AE-DF91DE6CAE6E}">
      <dsp:nvSpPr>
        <dsp:cNvPr id="0" name=""/>
        <dsp:cNvSpPr/>
      </dsp:nvSpPr>
      <dsp:spPr>
        <a:xfrm>
          <a:off x="4148642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148642" y="1989745"/>
        <a:ext cx="157711" cy="158137"/>
      </dsp:txXfrm>
    </dsp:sp>
    <dsp:sp modelId="{BFC769C1-B910-44FE-A50D-69011B4A35AD}">
      <dsp:nvSpPr>
        <dsp:cNvPr id="0" name=""/>
        <dsp:cNvSpPr/>
      </dsp:nvSpPr>
      <dsp:spPr>
        <a:xfrm>
          <a:off x="4467467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Design Phase</a:t>
          </a:r>
          <a:endParaRPr lang="en-US" sz="1200" kern="1200"/>
        </a:p>
      </dsp:txBody>
      <dsp:txXfrm>
        <a:off x="4486143" y="1768666"/>
        <a:ext cx="1025396" cy="600296"/>
      </dsp:txXfrm>
    </dsp:sp>
    <dsp:sp modelId="{B0A9185C-9075-473F-9C21-7280C31CD1AE}">
      <dsp:nvSpPr>
        <dsp:cNvPr id="0" name=""/>
        <dsp:cNvSpPr/>
      </dsp:nvSpPr>
      <dsp:spPr>
        <a:xfrm>
          <a:off x="5636490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636490" y="1989745"/>
        <a:ext cx="157711" cy="158137"/>
      </dsp:txXfrm>
    </dsp:sp>
    <dsp:sp modelId="{BDA13CE1-6166-4051-A804-1A14F29A9A00}">
      <dsp:nvSpPr>
        <dsp:cNvPr id="0" name=""/>
        <dsp:cNvSpPr/>
      </dsp:nvSpPr>
      <dsp:spPr>
        <a:xfrm>
          <a:off x="5955314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Development Phase</a:t>
          </a:r>
          <a:endParaRPr lang="en-US" sz="1200" kern="1200" dirty="0"/>
        </a:p>
      </dsp:txBody>
      <dsp:txXfrm>
        <a:off x="5973990" y="1768666"/>
        <a:ext cx="1025396" cy="600296"/>
      </dsp:txXfrm>
    </dsp:sp>
    <dsp:sp modelId="{348BCF4A-B114-40CB-8DBE-7D4B64E4F839}">
      <dsp:nvSpPr>
        <dsp:cNvPr id="0" name=""/>
        <dsp:cNvSpPr/>
      </dsp:nvSpPr>
      <dsp:spPr>
        <a:xfrm>
          <a:off x="7124337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7124337" y="1989745"/>
        <a:ext cx="157711" cy="158137"/>
      </dsp:txXfrm>
    </dsp:sp>
    <dsp:sp modelId="{C34A082D-6009-4555-B202-AF1432FD2344}">
      <dsp:nvSpPr>
        <dsp:cNvPr id="0" name=""/>
        <dsp:cNvSpPr/>
      </dsp:nvSpPr>
      <dsp:spPr>
        <a:xfrm>
          <a:off x="7443161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Testing Phase</a:t>
          </a:r>
          <a:endParaRPr lang="en-US" sz="1200" kern="1200"/>
        </a:p>
      </dsp:txBody>
      <dsp:txXfrm>
        <a:off x="7461837" y="1768666"/>
        <a:ext cx="1025396" cy="600296"/>
      </dsp:txXfrm>
    </dsp:sp>
    <dsp:sp modelId="{F836578C-CCC1-4604-83A7-B0B28B30C4A1}">
      <dsp:nvSpPr>
        <dsp:cNvPr id="0" name=""/>
        <dsp:cNvSpPr/>
      </dsp:nvSpPr>
      <dsp:spPr>
        <a:xfrm>
          <a:off x="8612184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8612184" y="1989745"/>
        <a:ext cx="157711" cy="158137"/>
      </dsp:txXfrm>
    </dsp:sp>
    <dsp:sp modelId="{9EDF00FD-3EEA-40E1-8BFB-9B03C9944DF4}">
      <dsp:nvSpPr>
        <dsp:cNvPr id="0" name=""/>
        <dsp:cNvSpPr/>
      </dsp:nvSpPr>
      <dsp:spPr>
        <a:xfrm>
          <a:off x="8931009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Deployment Phase</a:t>
          </a:r>
          <a:endParaRPr lang="en-US" sz="1200" kern="1200" dirty="0"/>
        </a:p>
      </dsp:txBody>
      <dsp:txXfrm>
        <a:off x="8949685" y="1768666"/>
        <a:ext cx="1025396" cy="600296"/>
      </dsp:txXfrm>
    </dsp:sp>
    <dsp:sp modelId="{90454B4E-3E17-49CB-BB34-920EB6DB5192}">
      <dsp:nvSpPr>
        <dsp:cNvPr id="0" name=""/>
        <dsp:cNvSpPr/>
      </dsp:nvSpPr>
      <dsp:spPr>
        <a:xfrm>
          <a:off x="10100031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100031" y="1989745"/>
        <a:ext cx="157711" cy="158137"/>
      </dsp:txXfrm>
    </dsp:sp>
    <dsp:sp modelId="{BFE2D2CB-629C-460D-8AB8-47945518ED2B}">
      <dsp:nvSpPr>
        <dsp:cNvPr id="0" name=""/>
        <dsp:cNvSpPr/>
      </dsp:nvSpPr>
      <dsp:spPr>
        <a:xfrm>
          <a:off x="10418856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Maintenance Phase</a:t>
          </a:r>
          <a:endParaRPr lang="en-US" sz="1200" kern="1200" dirty="0"/>
        </a:p>
      </dsp:txBody>
      <dsp:txXfrm>
        <a:off x="10437532" y="1768666"/>
        <a:ext cx="1025396" cy="6002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32A67-9DE3-4A71-8287-128DFACB7863}">
      <dsp:nvSpPr>
        <dsp:cNvPr id="0" name=""/>
        <dsp:cNvSpPr/>
      </dsp:nvSpPr>
      <dsp:spPr>
        <a:xfrm>
          <a:off x="3925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Initiation Phase</a:t>
          </a:r>
          <a:endParaRPr lang="en-US" sz="1200" kern="1200" dirty="0"/>
        </a:p>
      </dsp:txBody>
      <dsp:txXfrm>
        <a:off x="22601" y="1768666"/>
        <a:ext cx="1025396" cy="600296"/>
      </dsp:txXfrm>
    </dsp:sp>
    <dsp:sp modelId="{035326DE-B0BD-4EE6-826C-A4CD7E211875}">
      <dsp:nvSpPr>
        <dsp:cNvPr id="0" name=""/>
        <dsp:cNvSpPr/>
      </dsp:nvSpPr>
      <dsp:spPr>
        <a:xfrm>
          <a:off x="1172948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172948" y="1989745"/>
        <a:ext cx="157711" cy="158137"/>
      </dsp:txXfrm>
    </dsp:sp>
    <dsp:sp modelId="{8FC030CC-C2AA-43F8-8BC0-8D937FAA2765}">
      <dsp:nvSpPr>
        <dsp:cNvPr id="0" name=""/>
        <dsp:cNvSpPr/>
      </dsp:nvSpPr>
      <dsp:spPr>
        <a:xfrm>
          <a:off x="1491772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Planning Phase</a:t>
          </a:r>
          <a:endParaRPr lang="en-US" sz="1200" kern="1200" dirty="0"/>
        </a:p>
      </dsp:txBody>
      <dsp:txXfrm>
        <a:off x="1510448" y="1768666"/>
        <a:ext cx="1025396" cy="600296"/>
      </dsp:txXfrm>
    </dsp:sp>
    <dsp:sp modelId="{1E03857D-1BF0-45A6-87F0-92113FC3765F}">
      <dsp:nvSpPr>
        <dsp:cNvPr id="0" name=""/>
        <dsp:cNvSpPr/>
      </dsp:nvSpPr>
      <dsp:spPr>
        <a:xfrm>
          <a:off x="2660795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660795" y="1989745"/>
        <a:ext cx="157711" cy="158137"/>
      </dsp:txXfrm>
    </dsp:sp>
    <dsp:sp modelId="{E6740E45-44D5-4EF1-AAD8-900E4137F795}">
      <dsp:nvSpPr>
        <dsp:cNvPr id="0" name=""/>
        <dsp:cNvSpPr/>
      </dsp:nvSpPr>
      <dsp:spPr>
        <a:xfrm>
          <a:off x="2979620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Analysis Phase</a:t>
          </a:r>
          <a:endParaRPr lang="en-US" sz="1200" kern="1200" dirty="0"/>
        </a:p>
      </dsp:txBody>
      <dsp:txXfrm>
        <a:off x="2998296" y="1768666"/>
        <a:ext cx="1025396" cy="600296"/>
      </dsp:txXfrm>
    </dsp:sp>
    <dsp:sp modelId="{839CC336-BA96-43E8-B4AE-DF91DE6CAE6E}">
      <dsp:nvSpPr>
        <dsp:cNvPr id="0" name=""/>
        <dsp:cNvSpPr/>
      </dsp:nvSpPr>
      <dsp:spPr>
        <a:xfrm>
          <a:off x="4148642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148642" y="1989745"/>
        <a:ext cx="157711" cy="158137"/>
      </dsp:txXfrm>
    </dsp:sp>
    <dsp:sp modelId="{BFC769C1-B910-44FE-A50D-69011B4A35AD}">
      <dsp:nvSpPr>
        <dsp:cNvPr id="0" name=""/>
        <dsp:cNvSpPr/>
      </dsp:nvSpPr>
      <dsp:spPr>
        <a:xfrm>
          <a:off x="4467467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Design Phase</a:t>
          </a:r>
          <a:endParaRPr lang="en-US" sz="1200" kern="1200"/>
        </a:p>
      </dsp:txBody>
      <dsp:txXfrm>
        <a:off x="4486143" y="1768666"/>
        <a:ext cx="1025396" cy="600296"/>
      </dsp:txXfrm>
    </dsp:sp>
    <dsp:sp modelId="{B0A9185C-9075-473F-9C21-7280C31CD1AE}">
      <dsp:nvSpPr>
        <dsp:cNvPr id="0" name=""/>
        <dsp:cNvSpPr/>
      </dsp:nvSpPr>
      <dsp:spPr>
        <a:xfrm>
          <a:off x="5636490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636490" y="1989745"/>
        <a:ext cx="157711" cy="158137"/>
      </dsp:txXfrm>
    </dsp:sp>
    <dsp:sp modelId="{BDA13CE1-6166-4051-A804-1A14F29A9A00}">
      <dsp:nvSpPr>
        <dsp:cNvPr id="0" name=""/>
        <dsp:cNvSpPr/>
      </dsp:nvSpPr>
      <dsp:spPr>
        <a:xfrm>
          <a:off x="5955314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Development Phase</a:t>
          </a:r>
          <a:endParaRPr lang="en-US" sz="1200" kern="1200" dirty="0"/>
        </a:p>
      </dsp:txBody>
      <dsp:txXfrm>
        <a:off x="5973990" y="1768666"/>
        <a:ext cx="1025396" cy="600296"/>
      </dsp:txXfrm>
    </dsp:sp>
    <dsp:sp modelId="{348BCF4A-B114-40CB-8DBE-7D4B64E4F839}">
      <dsp:nvSpPr>
        <dsp:cNvPr id="0" name=""/>
        <dsp:cNvSpPr/>
      </dsp:nvSpPr>
      <dsp:spPr>
        <a:xfrm>
          <a:off x="7124337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7124337" y="1989745"/>
        <a:ext cx="157711" cy="158137"/>
      </dsp:txXfrm>
    </dsp:sp>
    <dsp:sp modelId="{C34A082D-6009-4555-B202-AF1432FD2344}">
      <dsp:nvSpPr>
        <dsp:cNvPr id="0" name=""/>
        <dsp:cNvSpPr/>
      </dsp:nvSpPr>
      <dsp:spPr>
        <a:xfrm>
          <a:off x="7443161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Testing Phase</a:t>
          </a:r>
          <a:endParaRPr lang="en-US" sz="1200" kern="1200"/>
        </a:p>
      </dsp:txBody>
      <dsp:txXfrm>
        <a:off x="7461837" y="1768666"/>
        <a:ext cx="1025396" cy="600296"/>
      </dsp:txXfrm>
    </dsp:sp>
    <dsp:sp modelId="{F836578C-CCC1-4604-83A7-B0B28B30C4A1}">
      <dsp:nvSpPr>
        <dsp:cNvPr id="0" name=""/>
        <dsp:cNvSpPr/>
      </dsp:nvSpPr>
      <dsp:spPr>
        <a:xfrm>
          <a:off x="8612184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8612184" y="1989745"/>
        <a:ext cx="157711" cy="158137"/>
      </dsp:txXfrm>
    </dsp:sp>
    <dsp:sp modelId="{9EDF00FD-3EEA-40E1-8BFB-9B03C9944DF4}">
      <dsp:nvSpPr>
        <dsp:cNvPr id="0" name=""/>
        <dsp:cNvSpPr/>
      </dsp:nvSpPr>
      <dsp:spPr>
        <a:xfrm>
          <a:off x="8931009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Deployment Phase</a:t>
          </a:r>
          <a:endParaRPr lang="en-US" sz="1200" kern="1200" dirty="0"/>
        </a:p>
      </dsp:txBody>
      <dsp:txXfrm>
        <a:off x="8949685" y="1768666"/>
        <a:ext cx="1025396" cy="600296"/>
      </dsp:txXfrm>
    </dsp:sp>
    <dsp:sp modelId="{90454B4E-3E17-49CB-BB34-920EB6DB5192}">
      <dsp:nvSpPr>
        <dsp:cNvPr id="0" name=""/>
        <dsp:cNvSpPr/>
      </dsp:nvSpPr>
      <dsp:spPr>
        <a:xfrm>
          <a:off x="10100031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100031" y="1989745"/>
        <a:ext cx="157711" cy="158137"/>
      </dsp:txXfrm>
    </dsp:sp>
    <dsp:sp modelId="{BFE2D2CB-629C-460D-8AB8-47945518ED2B}">
      <dsp:nvSpPr>
        <dsp:cNvPr id="0" name=""/>
        <dsp:cNvSpPr/>
      </dsp:nvSpPr>
      <dsp:spPr>
        <a:xfrm>
          <a:off x="10418856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Maintenance Phase</a:t>
          </a:r>
          <a:endParaRPr lang="en-US" sz="1200" kern="1200" dirty="0"/>
        </a:p>
      </dsp:txBody>
      <dsp:txXfrm>
        <a:off x="10437532" y="1768666"/>
        <a:ext cx="1025396" cy="6002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32A67-9DE3-4A71-8287-128DFACB7863}">
      <dsp:nvSpPr>
        <dsp:cNvPr id="0" name=""/>
        <dsp:cNvSpPr/>
      </dsp:nvSpPr>
      <dsp:spPr>
        <a:xfrm>
          <a:off x="3925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Initiation Phase</a:t>
          </a:r>
          <a:endParaRPr lang="en-US" sz="1200" kern="1200" dirty="0"/>
        </a:p>
      </dsp:txBody>
      <dsp:txXfrm>
        <a:off x="22601" y="1768666"/>
        <a:ext cx="1025396" cy="600296"/>
      </dsp:txXfrm>
    </dsp:sp>
    <dsp:sp modelId="{035326DE-B0BD-4EE6-826C-A4CD7E211875}">
      <dsp:nvSpPr>
        <dsp:cNvPr id="0" name=""/>
        <dsp:cNvSpPr/>
      </dsp:nvSpPr>
      <dsp:spPr>
        <a:xfrm>
          <a:off x="1172948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172948" y="1989745"/>
        <a:ext cx="157711" cy="158137"/>
      </dsp:txXfrm>
    </dsp:sp>
    <dsp:sp modelId="{8FC030CC-C2AA-43F8-8BC0-8D937FAA2765}">
      <dsp:nvSpPr>
        <dsp:cNvPr id="0" name=""/>
        <dsp:cNvSpPr/>
      </dsp:nvSpPr>
      <dsp:spPr>
        <a:xfrm>
          <a:off x="1491772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Planning Phase</a:t>
          </a:r>
          <a:endParaRPr lang="en-US" sz="1200" kern="1200" dirty="0"/>
        </a:p>
      </dsp:txBody>
      <dsp:txXfrm>
        <a:off x="1510448" y="1768666"/>
        <a:ext cx="1025396" cy="600296"/>
      </dsp:txXfrm>
    </dsp:sp>
    <dsp:sp modelId="{1E03857D-1BF0-45A6-87F0-92113FC3765F}">
      <dsp:nvSpPr>
        <dsp:cNvPr id="0" name=""/>
        <dsp:cNvSpPr/>
      </dsp:nvSpPr>
      <dsp:spPr>
        <a:xfrm>
          <a:off x="2660795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660795" y="1989745"/>
        <a:ext cx="157711" cy="158137"/>
      </dsp:txXfrm>
    </dsp:sp>
    <dsp:sp modelId="{E6740E45-44D5-4EF1-AAD8-900E4137F795}">
      <dsp:nvSpPr>
        <dsp:cNvPr id="0" name=""/>
        <dsp:cNvSpPr/>
      </dsp:nvSpPr>
      <dsp:spPr>
        <a:xfrm>
          <a:off x="2979620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Analysis Phase</a:t>
          </a:r>
          <a:endParaRPr lang="en-US" sz="1200" kern="1200" dirty="0"/>
        </a:p>
      </dsp:txBody>
      <dsp:txXfrm>
        <a:off x="2998296" y="1768666"/>
        <a:ext cx="1025396" cy="600296"/>
      </dsp:txXfrm>
    </dsp:sp>
    <dsp:sp modelId="{839CC336-BA96-43E8-B4AE-DF91DE6CAE6E}">
      <dsp:nvSpPr>
        <dsp:cNvPr id="0" name=""/>
        <dsp:cNvSpPr/>
      </dsp:nvSpPr>
      <dsp:spPr>
        <a:xfrm>
          <a:off x="4148642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148642" y="1989745"/>
        <a:ext cx="157711" cy="158137"/>
      </dsp:txXfrm>
    </dsp:sp>
    <dsp:sp modelId="{BFC769C1-B910-44FE-A50D-69011B4A35AD}">
      <dsp:nvSpPr>
        <dsp:cNvPr id="0" name=""/>
        <dsp:cNvSpPr/>
      </dsp:nvSpPr>
      <dsp:spPr>
        <a:xfrm>
          <a:off x="4467467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Design Phase</a:t>
          </a:r>
          <a:endParaRPr lang="en-US" sz="1200" kern="1200"/>
        </a:p>
      </dsp:txBody>
      <dsp:txXfrm>
        <a:off x="4486143" y="1768666"/>
        <a:ext cx="1025396" cy="600296"/>
      </dsp:txXfrm>
    </dsp:sp>
    <dsp:sp modelId="{B0A9185C-9075-473F-9C21-7280C31CD1AE}">
      <dsp:nvSpPr>
        <dsp:cNvPr id="0" name=""/>
        <dsp:cNvSpPr/>
      </dsp:nvSpPr>
      <dsp:spPr>
        <a:xfrm>
          <a:off x="5636490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636490" y="1989745"/>
        <a:ext cx="157711" cy="158137"/>
      </dsp:txXfrm>
    </dsp:sp>
    <dsp:sp modelId="{BDA13CE1-6166-4051-A804-1A14F29A9A00}">
      <dsp:nvSpPr>
        <dsp:cNvPr id="0" name=""/>
        <dsp:cNvSpPr/>
      </dsp:nvSpPr>
      <dsp:spPr>
        <a:xfrm>
          <a:off x="5955314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Development Phase</a:t>
          </a:r>
          <a:endParaRPr lang="en-US" sz="1200" kern="1200" dirty="0"/>
        </a:p>
      </dsp:txBody>
      <dsp:txXfrm>
        <a:off x="5973990" y="1768666"/>
        <a:ext cx="1025396" cy="600296"/>
      </dsp:txXfrm>
    </dsp:sp>
    <dsp:sp modelId="{348BCF4A-B114-40CB-8DBE-7D4B64E4F839}">
      <dsp:nvSpPr>
        <dsp:cNvPr id="0" name=""/>
        <dsp:cNvSpPr/>
      </dsp:nvSpPr>
      <dsp:spPr>
        <a:xfrm>
          <a:off x="7124337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7124337" y="1989745"/>
        <a:ext cx="157711" cy="158137"/>
      </dsp:txXfrm>
    </dsp:sp>
    <dsp:sp modelId="{C34A082D-6009-4555-B202-AF1432FD2344}">
      <dsp:nvSpPr>
        <dsp:cNvPr id="0" name=""/>
        <dsp:cNvSpPr/>
      </dsp:nvSpPr>
      <dsp:spPr>
        <a:xfrm>
          <a:off x="7443161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Testing Phase</a:t>
          </a:r>
          <a:endParaRPr lang="en-US" sz="1200" kern="1200"/>
        </a:p>
      </dsp:txBody>
      <dsp:txXfrm>
        <a:off x="7461837" y="1768666"/>
        <a:ext cx="1025396" cy="600296"/>
      </dsp:txXfrm>
    </dsp:sp>
    <dsp:sp modelId="{F836578C-CCC1-4604-83A7-B0B28B30C4A1}">
      <dsp:nvSpPr>
        <dsp:cNvPr id="0" name=""/>
        <dsp:cNvSpPr/>
      </dsp:nvSpPr>
      <dsp:spPr>
        <a:xfrm>
          <a:off x="8612184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8612184" y="1989745"/>
        <a:ext cx="157711" cy="158137"/>
      </dsp:txXfrm>
    </dsp:sp>
    <dsp:sp modelId="{9EDF00FD-3EEA-40E1-8BFB-9B03C9944DF4}">
      <dsp:nvSpPr>
        <dsp:cNvPr id="0" name=""/>
        <dsp:cNvSpPr/>
      </dsp:nvSpPr>
      <dsp:spPr>
        <a:xfrm>
          <a:off x="8931009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Deployment Phase</a:t>
          </a:r>
          <a:endParaRPr lang="en-US" sz="1200" kern="1200" dirty="0"/>
        </a:p>
      </dsp:txBody>
      <dsp:txXfrm>
        <a:off x="8949685" y="1768666"/>
        <a:ext cx="1025396" cy="600296"/>
      </dsp:txXfrm>
    </dsp:sp>
    <dsp:sp modelId="{90454B4E-3E17-49CB-BB34-920EB6DB5192}">
      <dsp:nvSpPr>
        <dsp:cNvPr id="0" name=""/>
        <dsp:cNvSpPr/>
      </dsp:nvSpPr>
      <dsp:spPr>
        <a:xfrm>
          <a:off x="10100031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100031" y="1989745"/>
        <a:ext cx="157711" cy="158137"/>
      </dsp:txXfrm>
    </dsp:sp>
    <dsp:sp modelId="{BFE2D2CB-629C-460D-8AB8-47945518ED2B}">
      <dsp:nvSpPr>
        <dsp:cNvPr id="0" name=""/>
        <dsp:cNvSpPr/>
      </dsp:nvSpPr>
      <dsp:spPr>
        <a:xfrm>
          <a:off x="10418856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Maintenance Phase</a:t>
          </a:r>
          <a:endParaRPr lang="en-US" sz="1200" kern="1200" dirty="0"/>
        </a:p>
      </dsp:txBody>
      <dsp:txXfrm>
        <a:off x="10437532" y="1768666"/>
        <a:ext cx="1025396" cy="6002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32A67-9DE3-4A71-8287-128DFACB7863}">
      <dsp:nvSpPr>
        <dsp:cNvPr id="0" name=""/>
        <dsp:cNvSpPr/>
      </dsp:nvSpPr>
      <dsp:spPr>
        <a:xfrm>
          <a:off x="3925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Initiation Phase</a:t>
          </a:r>
          <a:endParaRPr lang="en-US" sz="1200" kern="1200" dirty="0"/>
        </a:p>
      </dsp:txBody>
      <dsp:txXfrm>
        <a:off x="22601" y="1768666"/>
        <a:ext cx="1025396" cy="600296"/>
      </dsp:txXfrm>
    </dsp:sp>
    <dsp:sp modelId="{035326DE-B0BD-4EE6-826C-A4CD7E211875}">
      <dsp:nvSpPr>
        <dsp:cNvPr id="0" name=""/>
        <dsp:cNvSpPr/>
      </dsp:nvSpPr>
      <dsp:spPr>
        <a:xfrm>
          <a:off x="1172948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172948" y="1989745"/>
        <a:ext cx="157711" cy="158137"/>
      </dsp:txXfrm>
    </dsp:sp>
    <dsp:sp modelId="{8FC030CC-C2AA-43F8-8BC0-8D937FAA2765}">
      <dsp:nvSpPr>
        <dsp:cNvPr id="0" name=""/>
        <dsp:cNvSpPr/>
      </dsp:nvSpPr>
      <dsp:spPr>
        <a:xfrm>
          <a:off x="1491772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Planning Phase</a:t>
          </a:r>
          <a:endParaRPr lang="en-US" sz="1200" kern="1200" dirty="0"/>
        </a:p>
      </dsp:txBody>
      <dsp:txXfrm>
        <a:off x="1510448" y="1768666"/>
        <a:ext cx="1025396" cy="600296"/>
      </dsp:txXfrm>
    </dsp:sp>
    <dsp:sp modelId="{1E03857D-1BF0-45A6-87F0-92113FC3765F}">
      <dsp:nvSpPr>
        <dsp:cNvPr id="0" name=""/>
        <dsp:cNvSpPr/>
      </dsp:nvSpPr>
      <dsp:spPr>
        <a:xfrm>
          <a:off x="2660795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660795" y="1989745"/>
        <a:ext cx="157711" cy="158137"/>
      </dsp:txXfrm>
    </dsp:sp>
    <dsp:sp modelId="{E6740E45-44D5-4EF1-AAD8-900E4137F795}">
      <dsp:nvSpPr>
        <dsp:cNvPr id="0" name=""/>
        <dsp:cNvSpPr/>
      </dsp:nvSpPr>
      <dsp:spPr>
        <a:xfrm>
          <a:off x="2979620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Analysis Phase</a:t>
          </a:r>
          <a:endParaRPr lang="en-US" sz="1200" kern="1200" dirty="0"/>
        </a:p>
      </dsp:txBody>
      <dsp:txXfrm>
        <a:off x="2998296" y="1768666"/>
        <a:ext cx="1025396" cy="600296"/>
      </dsp:txXfrm>
    </dsp:sp>
    <dsp:sp modelId="{839CC336-BA96-43E8-B4AE-DF91DE6CAE6E}">
      <dsp:nvSpPr>
        <dsp:cNvPr id="0" name=""/>
        <dsp:cNvSpPr/>
      </dsp:nvSpPr>
      <dsp:spPr>
        <a:xfrm>
          <a:off x="4148642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148642" y="1989745"/>
        <a:ext cx="157711" cy="158137"/>
      </dsp:txXfrm>
    </dsp:sp>
    <dsp:sp modelId="{BFC769C1-B910-44FE-A50D-69011B4A35AD}">
      <dsp:nvSpPr>
        <dsp:cNvPr id="0" name=""/>
        <dsp:cNvSpPr/>
      </dsp:nvSpPr>
      <dsp:spPr>
        <a:xfrm>
          <a:off x="4467467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Design Phase</a:t>
          </a:r>
          <a:endParaRPr lang="en-US" sz="1200" kern="1200"/>
        </a:p>
      </dsp:txBody>
      <dsp:txXfrm>
        <a:off x="4486143" y="1768666"/>
        <a:ext cx="1025396" cy="600296"/>
      </dsp:txXfrm>
    </dsp:sp>
    <dsp:sp modelId="{B0A9185C-9075-473F-9C21-7280C31CD1AE}">
      <dsp:nvSpPr>
        <dsp:cNvPr id="0" name=""/>
        <dsp:cNvSpPr/>
      </dsp:nvSpPr>
      <dsp:spPr>
        <a:xfrm>
          <a:off x="5636490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636490" y="1989745"/>
        <a:ext cx="157711" cy="158137"/>
      </dsp:txXfrm>
    </dsp:sp>
    <dsp:sp modelId="{BDA13CE1-6166-4051-A804-1A14F29A9A00}">
      <dsp:nvSpPr>
        <dsp:cNvPr id="0" name=""/>
        <dsp:cNvSpPr/>
      </dsp:nvSpPr>
      <dsp:spPr>
        <a:xfrm>
          <a:off x="5955314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Development Phase</a:t>
          </a:r>
          <a:endParaRPr lang="en-US" sz="1200" kern="1200" dirty="0"/>
        </a:p>
      </dsp:txBody>
      <dsp:txXfrm>
        <a:off x="5973990" y="1768666"/>
        <a:ext cx="1025396" cy="600296"/>
      </dsp:txXfrm>
    </dsp:sp>
    <dsp:sp modelId="{348BCF4A-B114-40CB-8DBE-7D4B64E4F839}">
      <dsp:nvSpPr>
        <dsp:cNvPr id="0" name=""/>
        <dsp:cNvSpPr/>
      </dsp:nvSpPr>
      <dsp:spPr>
        <a:xfrm>
          <a:off x="7124337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7124337" y="1989745"/>
        <a:ext cx="157711" cy="158137"/>
      </dsp:txXfrm>
    </dsp:sp>
    <dsp:sp modelId="{C34A082D-6009-4555-B202-AF1432FD2344}">
      <dsp:nvSpPr>
        <dsp:cNvPr id="0" name=""/>
        <dsp:cNvSpPr/>
      </dsp:nvSpPr>
      <dsp:spPr>
        <a:xfrm>
          <a:off x="7443161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Testing Phase</a:t>
          </a:r>
          <a:endParaRPr lang="en-US" sz="1200" kern="1200"/>
        </a:p>
      </dsp:txBody>
      <dsp:txXfrm>
        <a:off x="7461837" y="1768666"/>
        <a:ext cx="1025396" cy="600296"/>
      </dsp:txXfrm>
    </dsp:sp>
    <dsp:sp modelId="{F836578C-CCC1-4604-83A7-B0B28B30C4A1}">
      <dsp:nvSpPr>
        <dsp:cNvPr id="0" name=""/>
        <dsp:cNvSpPr/>
      </dsp:nvSpPr>
      <dsp:spPr>
        <a:xfrm>
          <a:off x="8612184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8612184" y="1989745"/>
        <a:ext cx="157711" cy="158137"/>
      </dsp:txXfrm>
    </dsp:sp>
    <dsp:sp modelId="{9EDF00FD-3EEA-40E1-8BFB-9B03C9944DF4}">
      <dsp:nvSpPr>
        <dsp:cNvPr id="0" name=""/>
        <dsp:cNvSpPr/>
      </dsp:nvSpPr>
      <dsp:spPr>
        <a:xfrm>
          <a:off x="8931009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Deployment Phase</a:t>
          </a:r>
          <a:endParaRPr lang="en-US" sz="1200" kern="1200" dirty="0"/>
        </a:p>
      </dsp:txBody>
      <dsp:txXfrm>
        <a:off x="8949685" y="1768666"/>
        <a:ext cx="1025396" cy="600296"/>
      </dsp:txXfrm>
    </dsp:sp>
    <dsp:sp modelId="{90454B4E-3E17-49CB-BB34-920EB6DB5192}">
      <dsp:nvSpPr>
        <dsp:cNvPr id="0" name=""/>
        <dsp:cNvSpPr/>
      </dsp:nvSpPr>
      <dsp:spPr>
        <a:xfrm>
          <a:off x="10100031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100031" y="1989745"/>
        <a:ext cx="157711" cy="158137"/>
      </dsp:txXfrm>
    </dsp:sp>
    <dsp:sp modelId="{BFE2D2CB-629C-460D-8AB8-47945518ED2B}">
      <dsp:nvSpPr>
        <dsp:cNvPr id="0" name=""/>
        <dsp:cNvSpPr/>
      </dsp:nvSpPr>
      <dsp:spPr>
        <a:xfrm>
          <a:off x="10418856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Maintenance Phase</a:t>
          </a:r>
          <a:endParaRPr lang="en-US" sz="1200" kern="1200" dirty="0"/>
        </a:p>
      </dsp:txBody>
      <dsp:txXfrm>
        <a:off x="10437532" y="1768666"/>
        <a:ext cx="1025396" cy="60029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32A67-9DE3-4A71-8287-128DFACB7863}">
      <dsp:nvSpPr>
        <dsp:cNvPr id="0" name=""/>
        <dsp:cNvSpPr/>
      </dsp:nvSpPr>
      <dsp:spPr>
        <a:xfrm>
          <a:off x="3925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Initiation Phase</a:t>
          </a:r>
          <a:endParaRPr lang="en-US" sz="1200" kern="1200" dirty="0"/>
        </a:p>
      </dsp:txBody>
      <dsp:txXfrm>
        <a:off x="22601" y="1768666"/>
        <a:ext cx="1025396" cy="600296"/>
      </dsp:txXfrm>
    </dsp:sp>
    <dsp:sp modelId="{035326DE-B0BD-4EE6-826C-A4CD7E211875}">
      <dsp:nvSpPr>
        <dsp:cNvPr id="0" name=""/>
        <dsp:cNvSpPr/>
      </dsp:nvSpPr>
      <dsp:spPr>
        <a:xfrm>
          <a:off x="1172948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172948" y="1989745"/>
        <a:ext cx="157711" cy="158137"/>
      </dsp:txXfrm>
    </dsp:sp>
    <dsp:sp modelId="{8FC030CC-C2AA-43F8-8BC0-8D937FAA2765}">
      <dsp:nvSpPr>
        <dsp:cNvPr id="0" name=""/>
        <dsp:cNvSpPr/>
      </dsp:nvSpPr>
      <dsp:spPr>
        <a:xfrm>
          <a:off x="1491772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Planning Phase</a:t>
          </a:r>
          <a:endParaRPr lang="en-US" sz="1200" kern="1200" dirty="0"/>
        </a:p>
      </dsp:txBody>
      <dsp:txXfrm>
        <a:off x="1510448" y="1768666"/>
        <a:ext cx="1025396" cy="600296"/>
      </dsp:txXfrm>
    </dsp:sp>
    <dsp:sp modelId="{1E03857D-1BF0-45A6-87F0-92113FC3765F}">
      <dsp:nvSpPr>
        <dsp:cNvPr id="0" name=""/>
        <dsp:cNvSpPr/>
      </dsp:nvSpPr>
      <dsp:spPr>
        <a:xfrm>
          <a:off x="2660795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660795" y="1989745"/>
        <a:ext cx="157711" cy="158137"/>
      </dsp:txXfrm>
    </dsp:sp>
    <dsp:sp modelId="{E6740E45-44D5-4EF1-AAD8-900E4137F795}">
      <dsp:nvSpPr>
        <dsp:cNvPr id="0" name=""/>
        <dsp:cNvSpPr/>
      </dsp:nvSpPr>
      <dsp:spPr>
        <a:xfrm>
          <a:off x="2979620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Analysis Phase</a:t>
          </a:r>
          <a:endParaRPr lang="en-US" sz="1200" kern="1200" dirty="0"/>
        </a:p>
      </dsp:txBody>
      <dsp:txXfrm>
        <a:off x="2998296" y="1768666"/>
        <a:ext cx="1025396" cy="600296"/>
      </dsp:txXfrm>
    </dsp:sp>
    <dsp:sp modelId="{839CC336-BA96-43E8-B4AE-DF91DE6CAE6E}">
      <dsp:nvSpPr>
        <dsp:cNvPr id="0" name=""/>
        <dsp:cNvSpPr/>
      </dsp:nvSpPr>
      <dsp:spPr>
        <a:xfrm>
          <a:off x="4148642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148642" y="1989745"/>
        <a:ext cx="157711" cy="158137"/>
      </dsp:txXfrm>
    </dsp:sp>
    <dsp:sp modelId="{BFC769C1-B910-44FE-A50D-69011B4A35AD}">
      <dsp:nvSpPr>
        <dsp:cNvPr id="0" name=""/>
        <dsp:cNvSpPr/>
      </dsp:nvSpPr>
      <dsp:spPr>
        <a:xfrm>
          <a:off x="4467467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Design Phase</a:t>
          </a:r>
          <a:endParaRPr lang="en-US" sz="1200" kern="1200"/>
        </a:p>
      </dsp:txBody>
      <dsp:txXfrm>
        <a:off x="4486143" y="1768666"/>
        <a:ext cx="1025396" cy="600296"/>
      </dsp:txXfrm>
    </dsp:sp>
    <dsp:sp modelId="{B0A9185C-9075-473F-9C21-7280C31CD1AE}">
      <dsp:nvSpPr>
        <dsp:cNvPr id="0" name=""/>
        <dsp:cNvSpPr/>
      </dsp:nvSpPr>
      <dsp:spPr>
        <a:xfrm>
          <a:off x="5636490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636490" y="1989745"/>
        <a:ext cx="157711" cy="158137"/>
      </dsp:txXfrm>
    </dsp:sp>
    <dsp:sp modelId="{BDA13CE1-6166-4051-A804-1A14F29A9A00}">
      <dsp:nvSpPr>
        <dsp:cNvPr id="0" name=""/>
        <dsp:cNvSpPr/>
      </dsp:nvSpPr>
      <dsp:spPr>
        <a:xfrm>
          <a:off x="5955314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Development Phase</a:t>
          </a:r>
          <a:endParaRPr lang="en-US" sz="1200" kern="1200" dirty="0"/>
        </a:p>
      </dsp:txBody>
      <dsp:txXfrm>
        <a:off x="5973990" y="1768666"/>
        <a:ext cx="1025396" cy="600296"/>
      </dsp:txXfrm>
    </dsp:sp>
    <dsp:sp modelId="{348BCF4A-B114-40CB-8DBE-7D4B64E4F839}">
      <dsp:nvSpPr>
        <dsp:cNvPr id="0" name=""/>
        <dsp:cNvSpPr/>
      </dsp:nvSpPr>
      <dsp:spPr>
        <a:xfrm>
          <a:off x="7124337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7124337" y="1989745"/>
        <a:ext cx="157711" cy="158137"/>
      </dsp:txXfrm>
    </dsp:sp>
    <dsp:sp modelId="{C34A082D-6009-4555-B202-AF1432FD2344}">
      <dsp:nvSpPr>
        <dsp:cNvPr id="0" name=""/>
        <dsp:cNvSpPr/>
      </dsp:nvSpPr>
      <dsp:spPr>
        <a:xfrm>
          <a:off x="7443161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Testing Phase</a:t>
          </a:r>
          <a:endParaRPr lang="en-US" sz="1200" kern="1200"/>
        </a:p>
      </dsp:txBody>
      <dsp:txXfrm>
        <a:off x="7461837" y="1768666"/>
        <a:ext cx="1025396" cy="600296"/>
      </dsp:txXfrm>
    </dsp:sp>
    <dsp:sp modelId="{F836578C-CCC1-4604-83A7-B0B28B30C4A1}">
      <dsp:nvSpPr>
        <dsp:cNvPr id="0" name=""/>
        <dsp:cNvSpPr/>
      </dsp:nvSpPr>
      <dsp:spPr>
        <a:xfrm>
          <a:off x="8612184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8612184" y="1989745"/>
        <a:ext cx="157711" cy="158137"/>
      </dsp:txXfrm>
    </dsp:sp>
    <dsp:sp modelId="{9EDF00FD-3EEA-40E1-8BFB-9B03C9944DF4}">
      <dsp:nvSpPr>
        <dsp:cNvPr id="0" name=""/>
        <dsp:cNvSpPr/>
      </dsp:nvSpPr>
      <dsp:spPr>
        <a:xfrm>
          <a:off x="8931009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Deployment Phase</a:t>
          </a:r>
          <a:endParaRPr lang="en-US" sz="1200" kern="1200" dirty="0"/>
        </a:p>
      </dsp:txBody>
      <dsp:txXfrm>
        <a:off x="8949685" y="1768666"/>
        <a:ext cx="1025396" cy="600296"/>
      </dsp:txXfrm>
    </dsp:sp>
    <dsp:sp modelId="{90454B4E-3E17-49CB-BB34-920EB6DB5192}">
      <dsp:nvSpPr>
        <dsp:cNvPr id="0" name=""/>
        <dsp:cNvSpPr/>
      </dsp:nvSpPr>
      <dsp:spPr>
        <a:xfrm>
          <a:off x="10100031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100031" y="1989745"/>
        <a:ext cx="157711" cy="158137"/>
      </dsp:txXfrm>
    </dsp:sp>
    <dsp:sp modelId="{BFE2D2CB-629C-460D-8AB8-47945518ED2B}">
      <dsp:nvSpPr>
        <dsp:cNvPr id="0" name=""/>
        <dsp:cNvSpPr/>
      </dsp:nvSpPr>
      <dsp:spPr>
        <a:xfrm>
          <a:off x="10418856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Maintenance Phase</a:t>
          </a:r>
          <a:endParaRPr lang="en-US" sz="1200" kern="1200" dirty="0"/>
        </a:p>
      </dsp:txBody>
      <dsp:txXfrm>
        <a:off x="10437532" y="1768666"/>
        <a:ext cx="1025396" cy="60029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32A67-9DE3-4A71-8287-128DFACB7863}">
      <dsp:nvSpPr>
        <dsp:cNvPr id="0" name=""/>
        <dsp:cNvSpPr/>
      </dsp:nvSpPr>
      <dsp:spPr>
        <a:xfrm>
          <a:off x="3925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Initiation Phase</a:t>
          </a:r>
          <a:endParaRPr lang="en-US" sz="1200" kern="1200" dirty="0"/>
        </a:p>
      </dsp:txBody>
      <dsp:txXfrm>
        <a:off x="22601" y="1768666"/>
        <a:ext cx="1025396" cy="600296"/>
      </dsp:txXfrm>
    </dsp:sp>
    <dsp:sp modelId="{035326DE-B0BD-4EE6-826C-A4CD7E211875}">
      <dsp:nvSpPr>
        <dsp:cNvPr id="0" name=""/>
        <dsp:cNvSpPr/>
      </dsp:nvSpPr>
      <dsp:spPr>
        <a:xfrm>
          <a:off x="1172948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172948" y="1989745"/>
        <a:ext cx="157711" cy="158137"/>
      </dsp:txXfrm>
    </dsp:sp>
    <dsp:sp modelId="{8FC030CC-C2AA-43F8-8BC0-8D937FAA2765}">
      <dsp:nvSpPr>
        <dsp:cNvPr id="0" name=""/>
        <dsp:cNvSpPr/>
      </dsp:nvSpPr>
      <dsp:spPr>
        <a:xfrm>
          <a:off x="1491772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Planning Phase</a:t>
          </a:r>
          <a:endParaRPr lang="en-US" sz="1200" kern="1200" dirty="0"/>
        </a:p>
      </dsp:txBody>
      <dsp:txXfrm>
        <a:off x="1510448" y="1768666"/>
        <a:ext cx="1025396" cy="600296"/>
      </dsp:txXfrm>
    </dsp:sp>
    <dsp:sp modelId="{1E03857D-1BF0-45A6-87F0-92113FC3765F}">
      <dsp:nvSpPr>
        <dsp:cNvPr id="0" name=""/>
        <dsp:cNvSpPr/>
      </dsp:nvSpPr>
      <dsp:spPr>
        <a:xfrm>
          <a:off x="2660795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660795" y="1989745"/>
        <a:ext cx="157711" cy="158137"/>
      </dsp:txXfrm>
    </dsp:sp>
    <dsp:sp modelId="{E6740E45-44D5-4EF1-AAD8-900E4137F795}">
      <dsp:nvSpPr>
        <dsp:cNvPr id="0" name=""/>
        <dsp:cNvSpPr/>
      </dsp:nvSpPr>
      <dsp:spPr>
        <a:xfrm>
          <a:off x="2979620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Analysis Phase</a:t>
          </a:r>
          <a:endParaRPr lang="en-US" sz="1200" kern="1200" dirty="0"/>
        </a:p>
      </dsp:txBody>
      <dsp:txXfrm>
        <a:off x="2998296" y="1768666"/>
        <a:ext cx="1025396" cy="600296"/>
      </dsp:txXfrm>
    </dsp:sp>
    <dsp:sp modelId="{839CC336-BA96-43E8-B4AE-DF91DE6CAE6E}">
      <dsp:nvSpPr>
        <dsp:cNvPr id="0" name=""/>
        <dsp:cNvSpPr/>
      </dsp:nvSpPr>
      <dsp:spPr>
        <a:xfrm>
          <a:off x="4148642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148642" y="1989745"/>
        <a:ext cx="157711" cy="158137"/>
      </dsp:txXfrm>
    </dsp:sp>
    <dsp:sp modelId="{BFC769C1-B910-44FE-A50D-69011B4A35AD}">
      <dsp:nvSpPr>
        <dsp:cNvPr id="0" name=""/>
        <dsp:cNvSpPr/>
      </dsp:nvSpPr>
      <dsp:spPr>
        <a:xfrm>
          <a:off x="4467467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Design Phase</a:t>
          </a:r>
          <a:endParaRPr lang="en-US" sz="1200" kern="1200"/>
        </a:p>
      </dsp:txBody>
      <dsp:txXfrm>
        <a:off x="4486143" y="1768666"/>
        <a:ext cx="1025396" cy="600296"/>
      </dsp:txXfrm>
    </dsp:sp>
    <dsp:sp modelId="{B0A9185C-9075-473F-9C21-7280C31CD1AE}">
      <dsp:nvSpPr>
        <dsp:cNvPr id="0" name=""/>
        <dsp:cNvSpPr/>
      </dsp:nvSpPr>
      <dsp:spPr>
        <a:xfrm>
          <a:off x="5636490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636490" y="1989745"/>
        <a:ext cx="157711" cy="158137"/>
      </dsp:txXfrm>
    </dsp:sp>
    <dsp:sp modelId="{BDA13CE1-6166-4051-A804-1A14F29A9A00}">
      <dsp:nvSpPr>
        <dsp:cNvPr id="0" name=""/>
        <dsp:cNvSpPr/>
      </dsp:nvSpPr>
      <dsp:spPr>
        <a:xfrm>
          <a:off x="5955314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Development Phase</a:t>
          </a:r>
          <a:endParaRPr lang="en-US" sz="1200" kern="1200" dirty="0"/>
        </a:p>
      </dsp:txBody>
      <dsp:txXfrm>
        <a:off x="5973990" y="1768666"/>
        <a:ext cx="1025396" cy="600296"/>
      </dsp:txXfrm>
    </dsp:sp>
    <dsp:sp modelId="{348BCF4A-B114-40CB-8DBE-7D4B64E4F839}">
      <dsp:nvSpPr>
        <dsp:cNvPr id="0" name=""/>
        <dsp:cNvSpPr/>
      </dsp:nvSpPr>
      <dsp:spPr>
        <a:xfrm>
          <a:off x="7124337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7124337" y="1989745"/>
        <a:ext cx="157711" cy="158137"/>
      </dsp:txXfrm>
    </dsp:sp>
    <dsp:sp modelId="{C34A082D-6009-4555-B202-AF1432FD2344}">
      <dsp:nvSpPr>
        <dsp:cNvPr id="0" name=""/>
        <dsp:cNvSpPr/>
      </dsp:nvSpPr>
      <dsp:spPr>
        <a:xfrm>
          <a:off x="7443161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Testing Phase</a:t>
          </a:r>
          <a:endParaRPr lang="en-US" sz="1200" kern="1200"/>
        </a:p>
      </dsp:txBody>
      <dsp:txXfrm>
        <a:off x="7461837" y="1768666"/>
        <a:ext cx="1025396" cy="600296"/>
      </dsp:txXfrm>
    </dsp:sp>
    <dsp:sp modelId="{F836578C-CCC1-4604-83A7-B0B28B30C4A1}">
      <dsp:nvSpPr>
        <dsp:cNvPr id="0" name=""/>
        <dsp:cNvSpPr/>
      </dsp:nvSpPr>
      <dsp:spPr>
        <a:xfrm>
          <a:off x="8612184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8612184" y="1989745"/>
        <a:ext cx="157711" cy="158137"/>
      </dsp:txXfrm>
    </dsp:sp>
    <dsp:sp modelId="{9EDF00FD-3EEA-40E1-8BFB-9B03C9944DF4}">
      <dsp:nvSpPr>
        <dsp:cNvPr id="0" name=""/>
        <dsp:cNvSpPr/>
      </dsp:nvSpPr>
      <dsp:spPr>
        <a:xfrm>
          <a:off x="8931009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Deployment Phase</a:t>
          </a:r>
          <a:endParaRPr lang="en-US" sz="1200" kern="1200" dirty="0"/>
        </a:p>
      </dsp:txBody>
      <dsp:txXfrm>
        <a:off x="8949685" y="1768666"/>
        <a:ext cx="1025396" cy="600296"/>
      </dsp:txXfrm>
    </dsp:sp>
    <dsp:sp modelId="{90454B4E-3E17-49CB-BB34-920EB6DB5192}">
      <dsp:nvSpPr>
        <dsp:cNvPr id="0" name=""/>
        <dsp:cNvSpPr/>
      </dsp:nvSpPr>
      <dsp:spPr>
        <a:xfrm>
          <a:off x="10100031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100031" y="1989745"/>
        <a:ext cx="157711" cy="158137"/>
      </dsp:txXfrm>
    </dsp:sp>
    <dsp:sp modelId="{BFE2D2CB-629C-460D-8AB8-47945518ED2B}">
      <dsp:nvSpPr>
        <dsp:cNvPr id="0" name=""/>
        <dsp:cNvSpPr/>
      </dsp:nvSpPr>
      <dsp:spPr>
        <a:xfrm>
          <a:off x="10418856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Maintenance Phase</a:t>
          </a:r>
          <a:endParaRPr lang="en-US" sz="1200" kern="1200" dirty="0"/>
        </a:p>
      </dsp:txBody>
      <dsp:txXfrm>
        <a:off x="10437532" y="1768666"/>
        <a:ext cx="1025396" cy="60029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32A67-9DE3-4A71-8287-128DFACB7863}">
      <dsp:nvSpPr>
        <dsp:cNvPr id="0" name=""/>
        <dsp:cNvSpPr/>
      </dsp:nvSpPr>
      <dsp:spPr>
        <a:xfrm>
          <a:off x="3925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Initiation Phase</a:t>
          </a:r>
          <a:endParaRPr lang="en-US" sz="1200" kern="1200" dirty="0"/>
        </a:p>
      </dsp:txBody>
      <dsp:txXfrm>
        <a:off x="22601" y="1768666"/>
        <a:ext cx="1025396" cy="600296"/>
      </dsp:txXfrm>
    </dsp:sp>
    <dsp:sp modelId="{035326DE-B0BD-4EE6-826C-A4CD7E211875}">
      <dsp:nvSpPr>
        <dsp:cNvPr id="0" name=""/>
        <dsp:cNvSpPr/>
      </dsp:nvSpPr>
      <dsp:spPr>
        <a:xfrm>
          <a:off x="1172948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172948" y="1989745"/>
        <a:ext cx="157711" cy="158137"/>
      </dsp:txXfrm>
    </dsp:sp>
    <dsp:sp modelId="{8FC030CC-C2AA-43F8-8BC0-8D937FAA2765}">
      <dsp:nvSpPr>
        <dsp:cNvPr id="0" name=""/>
        <dsp:cNvSpPr/>
      </dsp:nvSpPr>
      <dsp:spPr>
        <a:xfrm>
          <a:off x="1491772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Planning Phase</a:t>
          </a:r>
          <a:endParaRPr lang="en-US" sz="1200" kern="1200" dirty="0"/>
        </a:p>
      </dsp:txBody>
      <dsp:txXfrm>
        <a:off x="1510448" y="1768666"/>
        <a:ext cx="1025396" cy="600296"/>
      </dsp:txXfrm>
    </dsp:sp>
    <dsp:sp modelId="{1E03857D-1BF0-45A6-87F0-92113FC3765F}">
      <dsp:nvSpPr>
        <dsp:cNvPr id="0" name=""/>
        <dsp:cNvSpPr/>
      </dsp:nvSpPr>
      <dsp:spPr>
        <a:xfrm>
          <a:off x="2660795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660795" y="1989745"/>
        <a:ext cx="157711" cy="158137"/>
      </dsp:txXfrm>
    </dsp:sp>
    <dsp:sp modelId="{E6740E45-44D5-4EF1-AAD8-900E4137F795}">
      <dsp:nvSpPr>
        <dsp:cNvPr id="0" name=""/>
        <dsp:cNvSpPr/>
      </dsp:nvSpPr>
      <dsp:spPr>
        <a:xfrm>
          <a:off x="2979620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Analysis Phase</a:t>
          </a:r>
          <a:endParaRPr lang="en-US" sz="1200" kern="1200" dirty="0"/>
        </a:p>
      </dsp:txBody>
      <dsp:txXfrm>
        <a:off x="2998296" y="1768666"/>
        <a:ext cx="1025396" cy="600296"/>
      </dsp:txXfrm>
    </dsp:sp>
    <dsp:sp modelId="{839CC336-BA96-43E8-B4AE-DF91DE6CAE6E}">
      <dsp:nvSpPr>
        <dsp:cNvPr id="0" name=""/>
        <dsp:cNvSpPr/>
      </dsp:nvSpPr>
      <dsp:spPr>
        <a:xfrm>
          <a:off x="4148642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148642" y="1989745"/>
        <a:ext cx="157711" cy="158137"/>
      </dsp:txXfrm>
    </dsp:sp>
    <dsp:sp modelId="{BFC769C1-B910-44FE-A50D-69011B4A35AD}">
      <dsp:nvSpPr>
        <dsp:cNvPr id="0" name=""/>
        <dsp:cNvSpPr/>
      </dsp:nvSpPr>
      <dsp:spPr>
        <a:xfrm>
          <a:off x="4467467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Design Phase</a:t>
          </a:r>
          <a:endParaRPr lang="en-US" sz="1200" kern="1200"/>
        </a:p>
      </dsp:txBody>
      <dsp:txXfrm>
        <a:off x="4486143" y="1768666"/>
        <a:ext cx="1025396" cy="600296"/>
      </dsp:txXfrm>
    </dsp:sp>
    <dsp:sp modelId="{B0A9185C-9075-473F-9C21-7280C31CD1AE}">
      <dsp:nvSpPr>
        <dsp:cNvPr id="0" name=""/>
        <dsp:cNvSpPr/>
      </dsp:nvSpPr>
      <dsp:spPr>
        <a:xfrm>
          <a:off x="5636490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636490" y="1989745"/>
        <a:ext cx="157711" cy="158137"/>
      </dsp:txXfrm>
    </dsp:sp>
    <dsp:sp modelId="{BDA13CE1-6166-4051-A804-1A14F29A9A00}">
      <dsp:nvSpPr>
        <dsp:cNvPr id="0" name=""/>
        <dsp:cNvSpPr/>
      </dsp:nvSpPr>
      <dsp:spPr>
        <a:xfrm>
          <a:off x="5955314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Development Phase</a:t>
          </a:r>
          <a:endParaRPr lang="en-US" sz="1200" kern="1200" dirty="0"/>
        </a:p>
      </dsp:txBody>
      <dsp:txXfrm>
        <a:off x="5973990" y="1768666"/>
        <a:ext cx="1025396" cy="600296"/>
      </dsp:txXfrm>
    </dsp:sp>
    <dsp:sp modelId="{348BCF4A-B114-40CB-8DBE-7D4B64E4F839}">
      <dsp:nvSpPr>
        <dsp:cNvPr id="0" name=""/>
        <dsp:cNvSpPr/>
      </dsp:nvSpPr>
      <dsp:spPr>
        <a:xfrm>
          <a:off x="7124337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7124337" y="1989745"/>
        <a:ext cx="157711" cy="158137"/>
      </dsp:txXfrm>
    </dsp:sp>
    <dsp:sp modelId="{C34A082D-6009-4555-B202-AF1432FD2344}">
      <dsp:nvSpPr>
        <dsp:cNvPr id="0" name=""/>
        <dsp:cNvSpPr/>
      </dsp:nvSpPr>
      <dsp:spPr>
        <a:xfrm>
          <a:off x="7443161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Testing Phase</a:t>
          </a:r>
          <a:endParaRPr lang="en-US" sz="1200" kern="1200"/>
        </a:p>
      </dsp:txBody>
      <dsp:txXfrm>
        <a:off x="7461837" y="1768666"/>
        <a:ext cx="1025396" cy="600296"/>
      </dsp:txXfrm>
    </dsp:sp>
    <dsp:sp modelId="{F836578C-CCC1-4604-83A7-B0B28B30C4A1}">
      <dsp:nvSpPr>
        <dsp:cNvPr id="0" name=""/>
        <dsp:cNvSpPr/>
      </dsp:nvSpPr>
      <dsp:spPr>
        <a:xfrm>
          <a:off x="8612184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8612184" y="1989745"/>
        <a:ext cx="157711" cy="158137"/>
      </dsp:txXfrm>
    </dsp:sp>
    <dsp:sp modelId="{9EDF00FD-3EEA-40E1-8BFB-9B03C9944DF4}">
      <dsp:nvSpPr>
        <dsp:cNvPr id="0" name=""/>
        <dsp:cNvSpPr/>
      </dsp:nvSpPr>
      <dsp:spPr>
        <a:xfrm>
          <a:off x="8931009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Deployment Phase</a:t>
          </a:r>
          <a:endParaRPr lang="en-US" sz="1200" kern="1200" dirty="0"/>
        </a:p>
      </dsp:txBody>
      <dsp:txXfrm>
        <a:off x="8949685" y="1768666"/>
        <a:ext cx="1025396" cy="600296"/>
      </dsp:txXfrm>
    </dsp:sp>
    <dsp:sp modelId="{90454B4E-3E17-49CB-BB34-920EB6DB5192}">
      <dsp:nvSpPr>
        <dsp:cNvPr id="0" name=""/>
        <dsp:cNvSpPr/>
      </dsp:nvSpPr>
      <dsp:spPr>
        <a:xfrm>
          <a:off x="10100031" y="1937033"/>
          <a:ext cx="225302" cy="2635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100031" y="1989745"/>
        <a:ext cx="157711" cy="158137"/>
      </dsp:txXfrm>
    </dsp:sp>
    <dsp:sp modelId="{BFE2D2CB-629C-460D-8AB8-47945518ED2B}">
      <dsp:nvSpPr>
        <dsp:cNvPr id="0" name=""/>
        <dsp:cNvSpPr/>
      </dsp:nvSpPr>
      <dsp:spPr>
        <a:xfrm>
          <a:off x="10418856" y="1749990"/>
          <a:ext cx="1062748" cy="637648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Maintenance Phase</a:t>
          </a:r>
          <a:endParaRPr lang="en-US" sz="1200" kern="1200" dirty="0"/>
        </a:p>
      </dsp:txBody>
      <dsp:txXfrm>
        <a:off x="10437532" y="1768666"/>
        <a:ext cx="1025396" cy="6002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4/26/2024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762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285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194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65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753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773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759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035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12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1943096" y="53371"/>
            <a:ext cx="8305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Guide to Software Development Life Cycle (SDLC) Phases and Key Documents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7" y="813880"/>
            <a:ext cx="11963399" cy="1015663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Software Development Life Cycle (SDLC)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is a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structured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approach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to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software development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that involves a series of phases, each with its own set of activities and deliverables. Here's an overview of the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SDLC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phases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along with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key documents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typically associated with each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phase</a:t>
            </a:r>
            <a:endParaRPr lang="en-US" sz="4400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C554491-2071-EB35-61C3-A67D72507B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5085760"/>
              </p:ext>
            </p:extLst>
          </p:nvPr>
        </p:nvGraphicFramePr>
        <p:xfrm>
          <a:off x="410635" y="2189942"/>
          <a:ext cx="11485530" cy="41376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227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1943096" y="53371"/>
            <a:ext cx="8305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Guide to Software Development Life Cycle (SDLC) Phases and Key Documents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C554491-2071-EB35-61C3-A67D72507B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1260464"/>
              </p:ext>
            </p:extLst>
          </p:nvPr>
        </p:nvGraphicFramePr>
        <p:xfrm>
          <a:off x="410635" y="3581400"/>
          <a:ext cx="11485530" cy="41376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33A7545-A281-C8EC-44B4-340AE9DF1D36}"/>
              </a:ext>
            </a:extLst>
          </p:cNvPr>
          <p:cNvSpPr/>
          <p:nvPr/>
        </p:nvSpPr>
        <p:spPr>
          <a:xfrm>
            <a:off x="207437" y="1371601"/>
            <a:ext cx="11688728" cy="2209800"/>
          </a:xfrm>
          <a:prstGeom prst="wedgeRectCallout">
            <a:avLst>
              <a:gd name="adj1" fmla="val -43919"/>
              <a:gd name="adj2" fmla="val 12858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Initiation Phase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  <a:b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1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Project Charter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 document that formally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authorizes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the start of a project and provides the project manager with the authority to allocate resources and make decisions.</a:t>
            </a:r>
            <a:b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1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Feasibility Study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 analysis of the project's feasibility, including technical, operational, and economic factors, to determine if it's worth pursuing.</a:t>
            </a:r>
          </a:p>
        </p:txBody>
      </p:sp>
    </p:spTree>
    <p:extLst>
      <p:ext uri="{BB962C8B-B14F-4D97-AF65-F5344CB8AC3E}">
        <p14:creationId xmlns:p14="http://schemas.microsoft.com/office/powerpoint/2010/main" val="240511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1943096" y="53371"/>
            <a:ext cx="8305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Guide to Software Development Life Cycle (SDLC) Phases and Key Documents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C554491-2071-EB35-61C3-A67D72507BF3}"/>
              </a:ext>
            </a:extLst>
          </p:cNvPr>
          <p:cNvGraphicFramePr/>
          <p:nvPr/>
        </p:nvGraphicFramePr>
        <p:xfrm>
          <a:off x="410635" y="3581400"/>
          <a:ext cx="11485530" cy="41376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33A7545-A281-C8EC-44B4-340AE9DF1D36}"/>
              </a:ext>
            </a:extLst>
          </p:cNvPr>
          <p:cNvSpPr/>
          <p:nvPr/>
        </p:nvSpPr>
        <p:spPr>
          <a:xfrm>
            <a:off x="207437" y="656680"/>
            <a:ext cx="11688728" cy="3458120"/>
          </a:xfrm>
          <a:prstGeom prst="wedgeRectCallout">
            <a:avLst>
              <a:gd name="adj1" fmla="val -31495"/>
              <a:gd name="adj2" fmla="val 8599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2. Planning Phase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Project Plan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 comprehensive document that outlines the project scope, objectives, timelines, resources, and risks.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Requirements Specification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 document that captures the functional and non-functional requirements of the software system, detailing what the system should do and how it should perform.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Risk Management Plan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 plan that identifies potential risks to the project and outlines strategies for mitigating or managing them.</a:t>
            </a:r>
          </a:p>
        </p:txBody>
      </p:sp>
    </p:spTree>
    <p:extLst>
      <p:ext uri="{BB962C8B-B14F-4D97-AF65-F5344CB8AC3E}">
        <p14:creationId xmlns:p14="http://schemas.microsoft.com/office/powerpoint/2010/main" val="107911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1943096" y="53371"/>
            <a:ext cx="8305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Guide to Software Development Life Cycle (SDLC) Phases and Key Documents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C554491-2071-EB35-61C3-A67D72507BF3}"/>
              </a:ext>
            </a:extLst>
          </p:cNvPr>
          <p:cNvGraphicFramePr/>
          <p:nvPr/>
        </p:nvGraphicFramePr>
        <p:xfrm>
          <a:off x="410635" y="3581400"/>
          <a:ext cx="11485530" cy="41376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33A7545-A281-C8EC-44B4-340AE9DF1D36}"/>
              </a:ext>
            </a:extLst>
          </p:cNvPr>
          <p:cNvSpPr/>
          <p:nvPr/>
        </p:nvSpPr>
        <p:spPr>
          <a:xfrm>
            <a:off x="207437" y="696390"/>
            <a:ext cx="11688728" cy="2885011"/>
          </a:xfrm>
          <a:prstGeom prst="wedgeRectCallout">
            <a:avLst>
              <a:gd name="adj1" fmla="val -17966"/>
              <a:gd name="adj2" fmla="val 11111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3.Analysis Phase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  <a:b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1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System Requirements Specification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 detailed document that describes the functional requirements of the software system from a user's perspective.</a:t>
            </a:r>
            <a:b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1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Use Case Diagrams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Diagrams that represent the interactions between users and the system, depicting the various use cases and scenarios.</a:t>
            </a:r>
            <a:b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1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Data Flow Diagrams (DFD)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Diagrams that illustrate the flow of data within the system, showing how information moves from one component to another.</a:t>
            </a:r>
          </a:p>
        </p:txBody>
      </p:sp>
    </p:spTree>
    <p:extLst>
      <p:ext uri="{BB962C8B-B14F-4D97-AF65-F5344CB8AC3E}">
        <p14:creationId xmlns:p14="http://schemas.microsoft.com/office/powerpoint/2010/main" val="4140498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1943096" y="53371"/>
            <a:ext cx="8305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Guide to Software Development Life Cycle (SDLC) Phases and Key Documents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C554491-2071-EB35-61C3-A67D72507BF3}"/>
              </a:ext>
            </a:extLst>
          </p:cNvPr>
          <p:cNvGraphicFramePr/>
          <p:nvPr/>
        </p:nvGraphicFramePr>
        <p:xfrm>
          <a:off x="410635" y="3581400"/>
          <a:ext cx="11485530" cy="41376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33A7545-A281-C8EC-44B4-340AE9DF1D36}"/>
              </a:ext>
            </a:extLst>
          </p:cNvPr>
          <p:cNvSpPr/>
          <p:nvPr/>
        </p:nvSpPr>
        <p:spPr>
          <a:xfrm>
            <a:off x="207437" y="762000"/>
            <a:ext cx="11688728" cy="2819401"/>
          </a:xfrm>
          <a:prstGeom prst="wedgeRectCallout">
            <a:avLst>
              <a:gd name="adj1" fmla="val -5448"/>
              <a:gd name="adj2" fmla="val 11376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4.Design Phase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  <a:b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1800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System Design Document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 document that describes the overall architecture and design of the software system, including high-level components, interfaces, and data structures.</a:t>
            </a:r>
            <a:b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1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Database Design Document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 document that outlines the structure and organization of the database, including tables, relationships, and data integrity rules.</a:t>
            </a:r>
            <a:b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1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User Interface (UI) Design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Mockups or prototypes of the user interface, showing how users will interact with the system.</a:t>
            </a:r>
          </a:p>
        </p:txBody>
      </p:sp>
    </p:spTree>
    <p:extLst>
      <p:ext uri="{BB962C8B-B14F-4D97-AF65-F5344CB8AC3E}">
        <p14:creationId xmlns:p14="http://schemas.microsoft.com/office/powerpoint/2010/main" val="403577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1943096" y="53371"/>
            <a:ext cx="8305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Guide to Software Development Life Cycle (SDLC) Phases and Key Documents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C554491-2071-EB35-61C3-A67D72507BF3}"/>
              </a:ext>
            </a:extLst>
          </p:cNvPr>
          <p:cNvGraphicFramePr/>
          <p:nvPr/>
        </p:nvGraphicFramePr>
        <p:xfrm>
          <a:off x="410635" y="3581400"/>
          <a:ext cx="11485530" cy="41376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33A7545-A281-C8EC-44B4-340AE9DF1D36}"/>
              </a:ext>
            </a:extLst>
          </p:cNvPr>
          <p:cNvSpPr/>
          <p:nvPr/>
        </p:nvSpPr>
        <p:spPr>
          <a:xfrm>
            <a:off x="207437" y="899589"/>
            <a:ext cx="11688728" cy="2885010"/>
          </a:xfrm>
          <a:prstGeom prst="wedgeRectCallout">
            <a:avLst>
              <a:gd name="adj1" fmla="val 7896"/>
              <a:gd name="adj2" fmla="val 10504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5.Development Phase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  <a:b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Source Code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actual programming code written by developers to implement the system functionalities.</a:t>
            </a:r>
            <a:b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Test Cases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Documents that outline the scenarios and conditions under which the software will be tested, including expected results.</a:t>
            </a:r>
          </a:p>
        </p:txBody>
      </p:sp>
    </p:spTree>
    <p:extLst>
      <p:ext uri="{BB962C8B-B14F-4D97-AF65-F5344CB8AC3E}">
        <p14:creationId xmlns:p14="http://schemas.microsoft.com/office/powerpoint/2010/main" val="287849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1943096" y="53371"/>
            <a:ext cx="8305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Guide to Software Development Life Cycle (SDLC) Phases and Key Documents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C554491-2071-EB35-61C3-A67D72507BF3}"/>
              </a:ext>
            </a:extLst>
          </p:cNvPr>
          <p:cNvGraphicFramePr/>
          <p:nvPr/>
        </p:nvGraphicFramePr>
        <p:xfrm>
          <a:off x="410635" y="3581400"/>
          <a:ext cx="11485530" cy="41376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33A7545-A281-C8EC-44B4-340AE9DF1D36}"/>
              </a:ext>
            </a:extLst>
          </p:cNvPr>
          <p:cNvSpPr/>
          <p:nvPr/>
        </p:nvSpPr>
        <p:spPr>
          <a:xfrm>
            <a:off x="207437" y="696390"/>
            <a:ext cx="11688728" cy="3342210"/>
          </a:xfrm>
          <a:prstGeom prst="wedgeRectCallout">
            <a:avLst>
              <a:gd name="adj1" fmla="val 19768"/>
              <a:gd name="adj2" fmla="val 9114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6.Testing Phase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Test Plan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 document that outlines the approach, objectives, and scope of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testing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activities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including test strategies, environments, and resources.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Test Cases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Documents that specify the input data, actions, and expected outcomes for individual test scenarios.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Defect Report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 document that records any issues or defects identified during testing, including their severity, priority, and resolution status.</a:t>
            </a:r>
          </a:p>
        </p:txBody>
      </p:sp>
    </p:spTree>
    <p:extLst>
      <p:ext uri="{BB962C8B-B14F-4D97-AF65-F5344CB8AC3E}">
        <p14:creationId xmlns:p14="http://schemas.microsoft.com/office/powerpoint/2010/main" val="236003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1943096" y="53371"/>
            <a:ext cx="8305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Guide to Software Development Life Cycle (SDLC) Phases and Key Documents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C554491-2071-EB35-61C3-A67D72507BF3}"/>
              </a:ext>
            </a:extLst>
          </p:cNvPr>
          <p:cNvGraphicFramePr/>
          <p:nvPr/>
        </p:nvGraphicFramePr>
        <p:xfrm>
          <a:off x="410635" y="3581400"/>
          <a:ext cx="11485530" cy="41376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33A7545-A281-C8EC-44B4-340AE9DF1D36}"/>
              </a:ext>
            </a:extLst>
          </p:cNvPr>
          <p:cNvSpPr/>
          <p:nvPr/>
        </p:nvSpPr>
        <p:spPr>
          <a:xfrm>
            <a:off x="207437" y="656680"/>
            <a:ext cx="11688728" cy="3381920"/>
          </a:xfrm>
          <a:prstGeom prst="wedgeRectCallout">
            <a:avLst>
              <a:gd name="adj1" fmla="val 32746"/>
              <a:gd name="adj2" fmla="val 8816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7.Deployment Phase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Deployment Plan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 document that outlines the steps and procedures for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deploying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the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software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to production environments, including installation, configuration, and rollout strategies.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User Manual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Documentation that provides instructions and guidance for users on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how to use the software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effectively.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Training Materials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Materials such as presentations, videos, or manuals used to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train end-users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or support personnel on the software's features and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412916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1943096" y="53371"/>
            <a:ext cx="8305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Guide to Software Development Life Cycle (SDLC) Phases and Key Documents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C554491-2071-EB35-61C3-A67D72507BF3}"/>
              </a:ext>
            </a:extLst>
          </p:cNvPr>
          <p:cNvGraphicFramePr/>
          <p:nvPr/>
        </p:nvGraphicFramePr>
        <p:xfrm>
          <a:off x="410635" y="3581400"/>
          <a:ext cx="11485530" cy="41376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33A7545-A281-C8EC-44B4-340AE9DF1D36}"/>
              </a:ext>
            </a:extLst>
          </p:cNvPr>
          <p:cNvSpPr/>
          <p:nvPr/>
        </p:nvSpPr>
        <p:spPr>
          <a:xfrm>
            <a:off x="193989" y="858555"/>
            <a:ext cx="11688728" cy="2666999"/>
          </a:xfrm>
          <a:prstGeom prst="wedgeRectCallout">
            <a:avLst>
              <a:gd name="adj1" fmla="val 45078"/>
              <a:gd name="adj2" fmla="val 11801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8.Maintenance Phase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  <a:b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1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Change Request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 document used to request changes or enhancements to the software, including a description of the requested changes, their rationale, and potential impacts.</a:t>
            </a:r>
            <a:b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1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Bug Fixes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Documentation of any bugs or issues identified post-deployment and their resolution.</a:t>
            </a:r>
            <a:b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1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Release Notes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Documentation that provides an overview of the changes, enhancements, and bug fixes included in a software release.</a:t>
            </a:r>
          </a:p>
        </p:txBody>
      </p:sp>
    </p:spTree>
    <p:extLst>
      <p:ext uri="{BB962C8B-B14F-4D97-AF65-F5344CB8AC3E}">
        <p14:creationId xmlns:p14="http://schemas.microsoft.com/office/powerpoint/2010/main" val="1112962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92022</TotalTime>
  <Words>904</Words>
  <Application>Microsoft Office PowerPoint</Application>
  <PresentationFormat>Widescreen</PresentationFormat>
  <Paragraphs>121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10018</cp:revision>
  <dcterms:created xsi:type="dcterms:W3CDTF">2006-08-16T00:00:00Z</dcterms:created>
  <dcterms:modified xsi:type="dcterms:W3CDTF">2024-04-26T04:48:41Z</dcterms:modified>
</cp:coreProperties>
</file>