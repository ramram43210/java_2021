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3"/>
  </p:notesMasterIdLst>
  <p:sldIdLst>
    <p:sldId id="478" r:id="rId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  <a:srgbClr val="FF5050"/>
    <a:srgbClr val="33CCFF"/>
    <a:srgbClr val="15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5/30/2024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7471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3586844" y="50346"/>
            <a:ext cx="479515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Java Program to Connect to MongoDB Atlas</a:t>
            </a:r>
          </a:p>
        </p:txBody>
      </p:sp>
      <p:pic>
        <p:nvPicPr>
          <p:cNvPr id="1026" name="Picture 2" descr="Clip art,Line,Logo,Graphics #125924 - Free Icon Library">
            <a:extLst>
              <a:ext uri="{FF2B5EF4-FFF2-40B4-BE49-F238E27FC236}">
                <a16:creationId xmlns:a16="http://schemas.microsoft.com/office/drawing/2014/main" id="{0AFE49EA-CB32-D4DE-8BD4-1538F801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733800"/>
            <a:ext cx="2362200" cy="23622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53CB1AF-28FF-CA5E-CF8A-E019E50266A0}"/>
              </a:ext>
            </a:extLst>
          </p:cNvPr>
          <p:cNvSpPr/>
          <p:nvPr/>
        </p:nvSpPr>
        <p:spPr>
          <a:xfrm>
            <a:off x="1600201" y="4305300"/>
            <a:ext cx="2209800" cy="1219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 Program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D48A00-C461-26AB-0269-37CEFE7E99B0}"/>
              </a:ext>
            </a:extLst>
          </p:cNvPr>
          <p:cNvCxnSpPr>
            <a:cxnSpLocks/>
            <a:stCxn id="4" idx="6"/>
            <a:endCxn id="1026" idx="1"/>
          </p:cNvCxnSpPr>
          <p:nvPr/>
        </p:nvCxnSpPr>
        <p:spPr>
          <a:xfrm>
            <a:off x="3810001" y="4914900"/>
            <a:ext cx="45719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8" name="Picture 4" descr="Connect Terraform and MongoDB Atlas | StrongDM">
            <a:extLst>
              <a:ext uri="{FF2B5EF4-FFF2-40B4-BE49-F238E27FC236}">
                <a16:creationId xmlns:a16="http://schemas.microsoft.com/office/drawing/2014/main" id="{89CF8EFB-DC3D-FC1F-7DDB-CEF11E1A4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4495800"/>
            <a:ext cx="1371599" cy="13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640A7-FDA5-F2D3-0E85-E3D6428B0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36" y="755256"/>
            <a:ext cx="11849100" cy="22315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93233</TotalTime>
  <Words>10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10008</cp:revision>
  <dcterms:created xsi:type="dcterms:W3CDTF">2006-08-16T00:00:00Z</dcterms:created>
  <dcterms:modified xsi:type="dcterms:W3CDTF">2024-05-30T13:25:58Z</dcterms:modified>
</cp:coreProperties>
</file>