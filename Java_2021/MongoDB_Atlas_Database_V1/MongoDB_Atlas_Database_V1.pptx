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7"/>
  </p:notesMasterIdLst>
  <p:sldIdLst>
    <p:sldId id="484" r:id="rId2"/>
    <p:sldId id="489" r:id="rId3"/>
    <p:sldId id="486" r:id="rId4"/>
    <p:sldId id="487" r:id="rId5"/>
    <p:sldId id="485" r:id="rId6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C14EF-462B-4E9A-9195-E4797E6E169A}" type="doc">
      <dgm:prSet loTypeId="urn:microsoft.com/office/officeart/2005/8/layout/hierarchy1" loCatId="hierarchy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D6FCB908-89C5-4D57-8317-974161D24FEA}">
      <dgm:prSet phldrT="[Text]"/>
      <dgm:spPr/>
      <dgm:t>
        <a:bodyPr/>
        <a:lstStyle/>
        <a:p>
          <a:r>
            <a:rPr lang="en-US" b="1" i="0">
              <a:effectLst/>
              <a:latin typeface="Söhne"/>
            </a:rPr>
            <a:t>key Features and Benefits of MongoDB Atlas</a:t>
          </a:r>
          <a:endParaRPr lang="en-US" b="1" dirty="0"/>
        </a:p>
      </dgm:t>
    </dgm:pt>
    <dgm:pt modelId="{A9163685-0218-4499-9519-0A1BE22C5500}" type="parTrans" cxnId="{BA0781A9-5EF7-4E0B-B4CE-76454B97701E}">
      <dgm:prSet/>
      <dgm:spPr/>
      <dgm:t>
        <a:bodyPr/>
        <a:lstStyle/>
        <a:p>
          <a:endParaRPr lang="en-US"/>
        </a:p>
      </dgm:t>
    </dgm:pt>
    <dgm:pt modelId="{A6B7770D-A59D-4270-9086-F90FE6D97EFD}" type="sibTrans" cxnId="{BA0781A9-5EF7-4E0B-B4CE-76454B97701E}">
      <dgm:prSet/>
      <dgm:spPr/>
      <dgm:t>
        <a:bodyPr/>
        <a:lstStyle/>
        <a:p>
          <a:endParaRPr lang="en-US"/>
        </a:p>
      </dgm:t>
    </dgm:pt>
    <dgm:pt modelId="{31FD12D4-727F-4370-8F7F-291BD88474EB}">
      <dgm:prSet phldrT="[Text]"/>
      <dgm:spPr/>
      <dgm:t>
        <a:bodyPr/>
        <a:lstStyle/>
        <a:p>
          <a:r>
            <a:rPr lang="en-US" b="1" i="0">
              <a:effectLst/>
              <a:latin typeface="Söhne"/>
            </a:rPr>
            <a:t>Multi-Cloud Support</a:t>
          </a:r>
          <a:endParaRPr lang="en-US" dirty="0"/>
        </a:p>
      </dgm:t>
    </dgm:pt>
    <dgm:pt modelId="{0E151B91-37DC-4E78-9F4B-D38F6F158D47}" type="parTrans" cxnId="{985426EF-6432-4483-9B18-CBC92D71677E}">
      <dgm:prSet/>
      <dgm:spPr/>
      <dgm:t>
        <a:bodyPr/>
        <a:lstStyle/>
        <a:p>
          <a:endParaRPr lang="en-US"/>
        </a:p>
      </dgm:t>
    </dgm:pt>
    <dgm:pt modelId="{33013228-8386-44B2-8071-5012005F57E3}" type="sibTrans" cxnId="{985426EF-6432-4483-9B18-CBC92D71677E}">
      <dgm:prSet/>
      <dgm:spPr/>
      <dgm:t>
        <a:bodyPr/>
        <a:lstStyle/>
        <a:p>
          <a:endParaRPr lang="en-US"/>
        </a:p>
      </dgm:t>
    </dgm:pt>
    <dgm:pt modelId="{5D81F589-E2F1-47A2-B139-96EA829422DD}">
      <dgm:prSet/>
      <dgm:spPr/>
      <dgm:t>
        <a:bodyPr/>
        <a:lstStyle/>
        <a:p>
          <a:r>
            <a:rPr lang="en-US" b="1" i="0">
              <a:effectLst/>
              <a:latin typeface="Söhne"/>
            </a:rPr>
            <a:t>Fully Managed Service</a:t>
          </a:r>
          <a:endParaRPr lang="en-US" dirty="0"/>
        </a:p>
      </dgm:t>
    </dgm:pt>
    <dgm:pt modelId="{71FF85FA-BB88-4205-AD46-102B53D5F905}" type="parTrans" cxnId="{644C1709-312B-4B4D-BC19-6F6EBA069437}">
      <dgm:prSet/>
      <dgm:spPr/>
      <dgm:t>
        <a:bodyPr/>
        <a:lstStyle/>
        <a:p>
          <a:endParaRPr lang="en-US"/>
        </a:p>
      </dgm:t>
    </dgm:pt>
    <dgm:pt modelId="{54B001AA-EF7D-462E-9681-D30F1A2B732C}" type="sibTrans" cxnId="{644C1709-312B-4B4D-BC19-6F6EBA069437}">
      <dgm:prSet/>
      <dgm:spPr/>
      <dgm:t>
        <a:bodyPr/>
        <a:lstStyle/>
        <a:p>
          <a:endParaRPr lang="en-US"/>
        </a:p>
      </dgm:t>
    </dgm:pt>
    <dgm:pt modelId="{38E0251F-6C4E-4736-AE68-75007D0616A9}">
      <dgm:prSet/>
      <dgm:spPr/>
      <dgm:t>
        <a:bodyPr/>
        <a:lstStyle/>
        <a:p>
          <a:r>
            <a:rPr lang="en-US" b="1" i="0">
              <a:effectLst/>
              <a:latin typeface="Söhne"/>
            </a:rPr>
            <a:t>High Availability and Scalability</a:t>
          </a:r>
          <a:endParaRPr lang="en-US" dirty="0"/>
        </a:p>
      </dgm:t>
    </dgm:pt>
    <dgm:pt modelId="{8DD0C3D1-9398-4CC9-B423-AD97C14E8533}" type="parTrans" cxnId="{B37670D2-98D0-4D8C-9CA0-EBB1DDB422A1}">
      <dgm:prSet/>
      <dgm:spPr/>
      <dgm:t>
        <a:bodyPr/>
        <a:lstStyle/>
        <a:p>
          <a:endParaRPr lang="en-US"/>
        </a:p>
      </dgm:t>
    </dgm:pt>
    <dgm:pt modelId="{520F21C4-9DF3-483B-9218-A82B44442DC6}" type="sibTrans" cxnId="{B37670D2-98D0-4D8C-9CA0-EBB1DDB422A1}">
      <dgm:prSet/>
      <dgm:spPr/>
      <dgm:t>
        <a:bodyPr/>
        <a:lstStyle/>
        <a:p>
          <a:endParaRPr lang="en-US"/>
        </a:p>
      </dgm:t>
    </dgm:pt>
    <dgm:pt modelId="{BF9A4C5C-6790-4E7D-A37C-00B3F17C4DA0}">
      <dgm:prSet/>
      <dgm:spPr/>
      <dgm:t>
        <a:bodyPr/>
        <a:lstStyle/>
        <a:p>
          <a:r>
            <a:rPr lang="en-US" b="1" i="0">
              <a:effectLst/>
              <a:latin typeface="Söhne"/>
            </a:rPr>
            <a:t>Security Features</a:t>
          </a:r>
          <a:endParaRPr lang="en-US" dirty="0"/>
        </a:p>
      </dgm:t>
    </dgm:pt>
    <dgm:pt modelId="{92E75EB1-7F7C-4930-B6D5-5F8F151A4FFB}" type="parTrans" cxnId="{36D610C0-0E39-49A1-A232-3A1CBBB2F461}">
      <dgm:prSet/>
      <dgm:spPr/>
      <dgm:t>
        <a:bodyPr/>
        <a:lstStyle/>
        <a:p>
          <a:endParaRPr lang="en-US"/>
        </a:p>
      </dgm:t>
    </dgm:pt>
    <dgm:pt modelId="{CC86C856-8F4D-44A9-99BF-900BA063CFC0}" type="sibTrans" cxnId="{36D610C0-0E39-49A1-A232-3A1CBBB2F461}">
      <dgm:prSet/>
      <dgm:spPr/>
      <dgm:t>
        <a:bodyPr/>
        <a:lstStyle/>
        <a:p>
          <a:endParaRPr lang="en-US"/>
        </a:p>
      </dgm:t>
    </dgm:pt>
    <dgm:pt modelId="{3C823EED-969C-48D4-BBD9-95F20D86FF3C}">
      <dgm:prSet/>
      <dgm:spPr/>
      <dgm:t>
        <a:bodyPr/>
        <a:lstStyle/>
        <a:p>
          <a:r>
            <a:rPr lang="en-US" b="1" i="0">
              <a:effectLst/>
              <a:latin typeface="Söhne"/>
            </a:rPr>
            <a:t>Global Data Distribution</a:t>
          </a:r>
          <a:endParaRPr lang="en-US"/>
        </a:p>
      </dgm:t>
    </dgm:pt>
    <dgm:pt modelId="{8BDB7B53-8E5D-40D2-97B2-873511EA629F}" type="parTrans" cxnId="{2025322E-3639-434D-AE61-BD5CBE146B34}">
      <dgm:prSet/>
      <dgm:spPr/>
      <dgm:t>
        <a:bodyPr/>
        <a:lstStyle/>
        <a:p>
          <a:endParaRPr lang="en-US"/>
        </a:p>
      </dgm:t>
    </dgm:pt>
    <dgm:pt modelId="{089ACE74-6AAA-4CE1-9AFA-412145136836}" type="sibTrans" cxnId="{2025322E-3639-434D-AE61-BD5CBE146B34}">
      <dgm:prSet/>
      <dgm:spPr/>
      <dgm:t>
        <a:bodyPr/>
        <a:lstStyle/>
        <a:p>
          <a:endParaRPr lang="en-US"/>
        </a:p>
      </dgm:t>
    </dgm:pt>
    <dgm:pt modelId="{B905184D-3E25-4F88-8326-8B20179237EC}">
      <dgm:prSet/>
      <dgm:spPr/>
      <dgm:t>
        <a:bodyPr/>
        <a:lstStyle/>
        <a:p>
          <a:r>
            <a:rPr lang="en-US" b="1" i="0">
              <a:effectLst/>
              <a:latin typeface="Söhne"/>
            </a:rPr>
            <a:t>Integration with MongoDB Ecosystem</a:t>
          </a:r>
          <a:endParaRPr lang="en-US"/>
        </a:p>
      </dgm:t>
    </dgm:pt>
    <dgm:pt modelId="{811528DD-B50B-452C-BF3C-3F85F69D91E3}" type="parTrans" cxnId="{D8440298-55F3-4295-A9C7-AAADEF553E9A}">
      <dgm:prSet/>
      <dgm:spPr/>
      <dgm:t>
        <a:bodyPr/>
        <a:lstStyle/>
        <a:p>
          <a:endParaRPr lang="en-US"/>
        </a:p>
      </dgm:t>
    </dgm:pt>
    <dgm:pt modelId="{F5362F46-BE42-43F6-B807-E61A0042799D}" type="sibTrans" cxnId="{D8440298-55F3-4295-A9C7-AAADEF553E9A}">
      <dgm:prSet/>
      <dgm:spPr/>
      <dgm:t>
        <a:bodyPr/>
        <a:lstStyle/>
        <a:p>
          <a:endParaRPr lang="en-US"/>
        </a:p>
      </dgm:t>
    </dgm:pt>
    <dgm:pt modelId="{C6778D4E-23C1-4529-B873-6DA0BEE61E16}">
      <dgm:prSet/>
      <dgm:spPr/>
      <dgm:t>
        <a:bodyPr/>
        <a:lstStyle/>
        <a:p>
          <a:r>
            <a:rPr lang="en-US" b="1" i="0">
              <a:effectLst/>
              <a:latin typeface="Söhne"/>
            </a:rPr>
            <a:t>Flexible Pricing</a:t>
          </a:r>
          <a:endParaRPr lang="en-US" dirty="0"/>
        </a:p>
      </dgm:t>
    </dgm:pt>
    <dgm:pt modelId="{290673D7-ADB9-4F62-B31B-65C35F79B7F0}" type="parTrans" cxnId="{18C89876-1677-4710-9D02-91E9BA5ECEA1}">
      <dgm:prSet/>
      <dgm:spPr/>
      <dgm:t>
        <a:bodyPr/>
        <a:lstStyle/>
        <a:p>
          <a:endParaRPr lang="en-US"/>
        </a:p>
      </dgm:t>
    </dgm:pt>
    <dgm:pt modelId="{C6FC08E7-8DF9-4CC0-9924-EE833FC84B60}" type="sibTrans" cxnId="{18C89876-1677-4710-9D02-91E9BA5ECEA1}">
      <dgm:prSet/>
      <dgm:spPr/>
      <dgm:t>
        <a:bodyPr/>
        <a:lstStyle/>
        <a:p>
          <a:endParaRPr lang="en-US"/>
        </a:p>
      </dgm:t>
    </dgm:pt>
    <dgm:pt modelId="{BFC3BFD8-7A79-40FC-83E2-33C7D8808AA0}" type="pres">
      <dgm:prSet presAssocID="{EFEC14EF-462B-4E9A-9195-E4797E6E169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C49C10-7B41-412F-B724-5542C58087BA}" type="pres">
      <dgm:prSet presAssocID="{D6FCB908-89C5-4D57-8317-974161D24FEA}" presName="hierRoot1" presStyleCnt="0"/>
      <dgm:spPr/>
    </dgm:pt>
    <dgm:pt modelId="{2E12D073-B3C2-49FB-8D11-43AF6C72B94D}" type="pres">
      <dgm:prSet presAssocID="{D6FCB908-89C5-4D57-8317-974161D24FEA}" presName="composite" presStyleCnt="0"/>
      <dgm:spPr/>
    </dgm:pt>
    <dgm:pt modelId="{5F09999A-F5FC-4A4F-80A3-4998C4AF85BB}" type="pres">
      <dgm:prSet presAssocID="{D6FCB908-89C5-4D57-8317-974161D24FEA}" presName="background" presStyleLbl="node0" presStyleIdx="0" presStyleCnt="1"/>
      <dgm:spPr/>
    </dgm:pt>
    <dgm:pt modelId="{9469D88D-5553-45EE-A292-57B5ED984D5B}" type="pres">
      <dgm:prSet presAssocID="{D6FCB908-89C5-4D57-8317-974161D24FEA}" presName="text" presStyleLbl="fgAcc0" presStyleIdx="0" presStyleCnt="1">
        <dgm:presLayoutVars>
          <dgm:chPref val="3"/>
        </dgm:presLayoutVars>
      </dgm:prSet>
      <dgm:spPr/>
    </dgm:pt>
    <dgm:pt modelId="{474FE8C8-A675-4768-8082-356333545BB7}" type="pres">
      <dgm:prSet presAssocID="{D6FCB908-89C5-4D57-8317-974161D24FEA}" presName="hierChild2" presStyleCnt="0"/>
      <dgm:spPr/>
    </dgm:pt>
    <dgm:pt modelId="{C938EA71-64BA-49AD-9B61-AB1256CCCA13}" type="pres">
      <dgm:prSet presAssocID="{0E151B91-37DC-4E78-9F4B-D38F6F158D47}" presName="Name10" presStyleLbl="parChTrans1D2" presStyleIdx="0" presStyleCnt="7"/>
      <dgm:spPr/>
    </dgm:pt>
    <dgm:pt modelId="{BD87F667-C500-413D-91E0-BFA1522084A7}" type="pres">
      <dgm:prSet presAssocID="{31FD12D4-727F-4370-8F7F-291BD88474EB}" presName="hierRoot2" presStyleCnt="0"/>
      <dgm:spPr/>
    </dgm:pt>
    <dgm:pt modelId="{5F627F28-AAE6-44AA-80CC-9B25F6C47023}" type="pres">
      <dgm:prSet presAssocID="{31FD12D4-727F-4370-8F7F-291BD88474EB}" presName="composite2" presStyleCnt="0"/>
      <dgm:spPr/>
    </dgm:pt>
    <dgm:pt modelId="{708441F9-98D0-49C2-BB4A-83215390C8BB}" type="pres">
      <dgm:prSet presAssocID="{31FD12D4-727F-4370-8F7F-291BD88474EB}" presName="background2" presStyleLbl="node2" presStyleIdx="0" presStyleCnt="7"/>
      <dgm:spPr/>
    </dgm:pt>
    <dgm:pt modelId="{C34CD770-9655-4BE4-BC18-E702055FFBAE}" type="pres">
      <dgm:prSet presAssocID="{31FD12D4-727F-4370-8F7F-291BD88474EB}" presName="text2" presStyleLbl="fgAcc2" presStyleIdx="0" presStyleCnt="7">
        <dgm:presLayoutVars>
          <dgm:chPref val="3"/>
        </dgm:presLayoutVars>
      </dgm:prSet>
      <dgm:spPr/>
    </dgm:pt>
    <dgm:pt modelId="{B1DB2253-B82F-46A2-ACA3-A89488D2BD2A}" type="pres">
      <dgm:prSet presAssocID="{31FD12D4-727F-4370-8F7F-291BD88474EB}" presName="hierChild3" presStyleCnt="0"/>
      <dgm:spPr/>
    </dgm:pt>
    <dgm:pt modelId="{A6773146-BA70-4F12-91F6-72F142C7B92C}" type="pres">
      <dgm:prSet presAssocID="{71FF85FA-BB88-4205-AD46-102B53D5F905}" presName="Name10" presStyleLbl="parChTrans1D2" presStyleIdx="1" presStyleCnt="7"/>
      <dgm:spPr/>
    </dgm:pt>
    <dgm:pt modelId="{4CA80B8A-87C3-4479-932A-F6814A864E0E}" type="pres">
      <dgm:prSet presAssocID="{5D81F589-E2F1-47A2-B139-96EA829422DD}" presName="hierRoot2" presStyleCnt="0"/>
      <dgm:spPr/>
    </dgm:pt>
    <dgm:pt modelId="{42A91A64-8C2E-4E42-91F5-5A10C2D826DA}" type="pres">
      <dgm:prSet presAssocID="{5D81F589-E2F1-47A2-B139-96EA829422DD}" presName="composite2" presStyleCnt="0"/>
      <dgm:spPr/>
    </dgm:pt>
    <dgm:pt modelId="{CADE2F65-5F47-4404-8F64-87D864C6EAF6}" type="pres">
      <dgm:prSet presAssocID="{5D81F589-E2F1-47A2-B139-96EA829422DD}" presName="background2" presStyleLbl="node2" presStyleIdx="1" presStyleCnt="7"/>
      <dgm:spPr/>
    </dgm:pt>
    <dgm:pt modelId="{52F0E9AF-B1D6-4FB6-89A6-B7D48433171D}" type="pres">
      <dgm:prSet presAssocID="{5D81F589-E2F1-47A2-B139-96EA829422DD}" presName="text2" presStyleLbl="fgAcc2" presStyleIdx="1" presStyleCnt="7">
        <dgm:presLayoutVars>
          <dgm:chPref val="3"/>
        </dgm:presLayoutVars>
      </dgm:prSet>
      <dgm:spPr/>
    </dgm:pt>
    <dgm:pt modelId="{2BEB00A5-EA05-45C4-A063-B0E3F6197429}" type="pres">
      <dgm:prSet presAssocID="{5D81F589-E2F1-47A2-B139-96EA829422DD}" presName="hierChild3" presStyleCnt="0"/>
      <dgm:spPr/>
    </dgm:pt>
    <dgm:pt modelId="{7C54C57D-F94E-4B8D-93DB-26356344F4B8}" type="pres">
      <dgm:prSet presAssocID="{8DD0C3D1-9398-4CC9-B423-AD97C14E8533}" presName="Name10" presStyleLbl="parChTrans1D2" presStyleIdx="2" presStyleCnt="7"/>
      <dgm:spPr/>
    </dgm:pt>
    <dgm:pt modelId="{524B34B3-194F-4A4E-9470-630DBC14ED23}" type="pres">
      <dgm:prSet presAssocID="{38E0251F-6C4E-4736-AE68-75007D0616A9}" presName="hierRoot2" presStyleCnt="0"/>
      <dgm:spPr/>
    </dgm:pt>
    <dgm:pt modelId="{4DF9A84D-A0AF-4083-A5F1-B9A691E361A6}" type="pres">
      <dgm:prSet presAssocID="{38E0251F-6C4E-4736-AE68-75007D0616A9}" presName="composite2" presStyleCnt="0"/>
      <dgm:spPr/>
    </dgm:pt>
    <dgm:pt modelId="{822632DC-FE57-4B70-8E90-7D9C985F9E5D}" type="pres">
      <dgm:prSet presAssocID="{38E0251F-6C4E-4736-AE68-75007D0616A9}" presName="background2" presStyleLbl="node2" presStyleIdx="2" presStyleCnt="7"/>
      <dgm:spPr/>
    </dgm:pt>
    <dgm:pt modelId="{E0FB1BF6-8492-4094-9C53-9395F79DD716}" type="pres">
      <dgm:prSet presAssocID="{38E0251F-6C4E-4736-AE68-75007D0616A9}" presName="text2" presStyleLbl="fgAcc2" presStyleIdx="2" presStyleCnt="7">
        <dgm:presLayoutVars>
          <dgm:chPref val="3"/>
        </dgm:presLayoutVars>
      </dgm:prSet>
      <dgm:spPr/>
    </dgm:pt>
    <dgm:pt modelId="{A78866F8-3119-444C-BEEE-5B896FF9E29C}" type="pres">
      <dgm:prSet presAssocID="{38E0251F-6C4E-4736-AE68-75007D0616A9}" presName="hierChild3" presStyleCnt="0"/>
      <dgm:spPr/>
    </dgm:pt>
    <dgm:pt modelId="{35B5B2E3-0C08-4077-8962-6B85060F5298}" type="pres">
      <dgm:prSet presAssocID="{92E75EB1-7F7C-4930-B6D5-5F8F151A4FFB}" presName="Name10" presStyleLbl="parChTrans1D2" presStyleIdx="3" presStyleCnt="7"/>
      <dgm:spPr/>
    </dgm:pt>
    <dgm:pt modelId="{257CAC30-EE81-476B-AF90-153463E59D34}" type="pres">
      <dgm:prSet presAssocID="{BF9A4C5C-6790-4E7D-A37C-00B3F17C4DA0}" presName="hierRoot2" presStyleCnt="0"/>
      <dgm:spPr/>
    </dgm:pt>
    <dgm:pt modelId="{75AFBB8B-DA85-4B05-91B1-FF4F3284E8F0}" type="pres">
      <dgm:prSet presAssocID="{BF9A4C5C-6790-4E7D-A37C-00B3F17C4DA0}" presName="composite2" presStyleCnt="0"/>
      <dgm:spPr/>
    </dgm:pt>
    <dgm:pt modelId="{1BBB75A9-F4F9-4BCA-917F-803E39066CE2}" type="pres">
      <dgm:prSet presAssocID="{BF9A4C5C-6790-4E7D-A37C-00B3F17C4DA0}" presName="background2" presStyleLbl="node2" presStyleIdx="3" presStyleCnt="7"/>
      <dgm:spPr/>
    </dgm:pt>
    <dgm:pt modelId="{F96C92C1-E965-4C9F-947C-1F9E97D0B792}" type="pres">
      <dgm:prSet presAssocID="{BF9A4C5C-6790-4E7D-A37C-00B3F17C4DA0}" presName="text2" presStyleLbl="fgAcc2" presStyleIdx="3" presStyleCnt="7">
        <dgm:presLayoutVars>
          <dgm:chPref val="3"/>
        </dgm:presLayoutVars>
      </dgm:prSet>
      <dgm:spPr/>
    </dgm:pt>
    <dgm:pt modelId="{16011CB5-5F21-4881-97AB-46DD3936C37C}" type="pres">
      <dgm:prSet presAssocID="{BF9A4C5C-6790-4E7D-A37C-00B3F17C4DA0}" presName="hierChild3" presStyleCnt="0"/>
      <dgm:spPr/>
    </dgm:pt>
    <dgm:pt modelId="{97D64A42-1ED6-4ADE-A6E3-41280D76D694}" type="pres">
      <dgm:prSet presAssocID="{8BDB7B53-8E5D-40D2-97B2-873511EA629F}" presName="Name10" presStyleLbl="parChTrans1D2" presStyleIdx="4" presStyleCnt="7"/>
      <dgm:spPr/>
    </dgm:pt>
    <dgm:pt modelId="{7C084850-376C-444C-9003-A63F6A72B3CB}" type="pres">
      <dgm:prSet presAssocID="{3C823EED-969C-48D4-BBD9-95F20D86FF3C}" presName="hierRoot2" presStyleCnt="0"/>
      <dgm:spPr/>
    </dgm:pt>
    <dgm:pt modelId="{2653EBB9-77C6-4FE0-9716-3163D4AC8F85}" type="pres">
      <dgm:prSet presAssocID="{3C823EED-969C-48D4-BBD9-95F20D86FF3C}" presName="composite2" presStyleCnt="0"/>
      <dgm:spPr/>
    </dgm:pt>
    <dgm:pt modelId="{A06C68A7-B4E8-4E75-80E2-C93FCEAF0ECC}" type="pres">
      <dgm:prSet presAssocID="{3C823EED-969C-48D4-BBD9-95F20D86FF3C}" presName="background2" presStyleLbl="node2" presStyleIdx="4" presStyleCnt="7"/>
      <dgm:spPr/>
    </dgm:pt>
    <dgm:pt modelId="{E398EBE1-8D47-483F-9F96-FF2E0151439E}" type="pres">
      <dgm:prSet presAssocID="{3C823EED-969C-48D4-BBD9-95F20D86FF3C}" presName="text2" presStyleLbl="fgAcc2" presStyleIdx="4" presStyleCnt="7">
        <dgm:presLayoutVars>
          <dgm:chPref val="3"/>
        </dgm:presLayoutVars>
      </dgm:prSet>
      <dgm:spPr/>
    </dgm:pt>
    <dgm:pt modelId="{60FFB2EC-E727-4884-91E2-DE5906089948}" type="pres">
      <dgm:prSet presAssocID="{3C823EED-969C-48D4-BBD9-95F20D86FF3C}" presName="hierChild3" presStyleCnt="0"/>
      <dgm:spPr/>
    </dgm:pt>
    <dgm:pt modelId="{44445555-2181-4D42-972A-6F5171BC0297}" type="pres">
      <dgm:prSet presAssocID="{811528DD-B50B-452C-BF3C-3F85F69D91E3}" presName="Name10" presStyleLbl="parChTrans1D2" presStyleIdx="5" presStyleCnt="7"/>
      <dgm:spPr/>
    </dgm:pt>
    <dgm:pt modelId="{7E8FCD26-9696-4EAC-B0DC-BDBD87BE4913}" type="pres">
      <dgm:prSet presAssocID="{B905184D-3E25-4F88-8326-8B20179237EC}" presName="hierRoot2" presStyleCnt="0"/>
      <dgm:spPr/>
    </dgm:pt>
    <dgm:pt modelId="{A76E9693-46E9-41EF-B2CB-814941402595}" type="pres">
      <dgm:prSet presAssocID="{B905184D-3E25-4F88-8326-8B20179237EC}" presName="composite2" presStyleCnt="0"/>
      <dgm:spPr/>
    </dgm:pt>
    <dgm:pt modelId="{15D4822D-A479-42AA-94E2-D60DE103D15E}" type="pres">
      <dgm:prSet presAssocID="{B905184D-3E25-4F88-8326-8B20179237EC}" presName="background2" presStyleLbl="node2" presStyleIdx="5" presStyleCnt="7"/>
      <dgm:spPr/>
    </dgm:pt>
    <dgm:pt modelId="{9DA62025-5AEF-41F8-A5FF-6DFF004553EA}" type="pres">
      <dgm:prSet presAssocID="{B905184D-3E25-4F88-8326-8B20179237EC}" presName="text2" presStyleLbl="fgAcc2" presStyleIdx="5" presStyleCnt="7">
        <dgm:presLayoutVars>
          <dgm:chPref val="3"/>
        </dgm:presLayoutVars>
      </dgm:prSet>
      <dgm:spPr/>
    </dgm:pt>
    <dgm:pt modelId="{4B32C4BE-0C9F-4DA5-87CF-FD2CD2D436F1}" type="pres">
      <dgm:prSet presAssocID="{B905184D-3E25-4F88-8326-8B20179237EC}" presName="hierChild3" presStyleCnt="0"/>
      <dgm:spPr/>
    </dgm:pt>
    <dgm:pt modelId="{E638F054-A52D-4ABE-88C6-6144135CDDD4}" type="pres">
      <dgm:prSet presAssocID="{290673D7-ADB9-4F62-B31B-65C35F79B7F0}" presName="Name10" presStyleLbl="parChTrans1D2" presStyleIdx="6" presStyleCnt="7"/>
      <dgm:spPr/>
    </dgm:pt>
    <dgm:pt modelId="{7E0F8C63-839E-4D6F-9DBB-0145FC308351}" type="pres">
      <dgm:prSet presAssocID="{C6778D4E-23C1-4529-B873-6DA0BEE61E16}" presName="hierRoot2" presStyleCnt="0"/>
      <dgm:spPr/>
    </dgm:pt>
    <dgm:pt modelId="{FB32673E-2980-4F4C-ACF5-02ADFB072BE0}" type="pres">
      <dgm:prSet presAssocID="{C6778D4E-23C1-4529-B873-6DA0BEE61E16}" presName="composite2" presStyleCnt="0"/>
      <dgm:spPr/>
    </dgm:pt>
    <dgm:pt modelId="{425BA9ED-7BF3-407D-B35D-79C46F5E1C2E}" type="pres">
      <dgm:prSet presAssocID="{C6778D4E-23C1-4529-B873-6DA0BEE61E16}" presName="background2" presStyleLbl="node2" presStyleIdx="6" presStyleCnt="7"/>
      <dgm:spPr/>
    </dgm:pt>
    <dgm:pt modelId="{6515E6E6-C908-4196-9F64-858AA9E6A5C6}" type="pres">
      <dgm:prSet presAssocID="{C6778D4E-23C1-4529-B873-6DA0BEE61E16}" presName="text2" presStyleLbl="fgAcc2" presStyleIdx="6" presStyleCnt="7">
        <dgm:presLayoutVars>
          <dgm:chPref val="3"/>
        </dgm:presLayoutVars>
      </dgm:prSet>
      <dgm:spPr/>
    </dgm:pt>
    <dgm:pt modelId="{D75F0810-2ABA-4571-95A9-D68F6FE2BA1B}" type="pres">
      <dgm:prSet presAssocID="{C6778D4E-23C1-4529-B873-6DA0BEE61E16}" presName="hierChild3" presStyleCnt="0"/>
      <dgm:spPr/>
    </dgm:pt>
  </dgm:ptLst>
  <dgm:cxnLst>
    <dgm:cxn modelId="{644C1709-312B-4B4D-BC19-6F6EBA069437}" srcId="{D6FCB908-89C5-4D57-8317-974161D24FEA}" destId="{5D81F589-E2F1-47A2-B139-96EA829422DD}" srcOrd="1" destOrd="0" parTransId="{71FF85FA-BB88-4205-AD46-102B53D5F905}" sibTransId="{54B001AA-EF7D-462E-9681-D30F1A2B732C}"/>
    <dgm:cxn modelId="{2EFB3725-9506-4803-8212-73AE6431E226}" type="presOf" srcId="{71FF85FA-BB88-4205-AD46-102B53D5F905}" destId="{A6773146-BA70-4F12-91F6-72F142C7B92C}" srcOrd="0" destOrd="0" presId="urn:microsoft.com/office/officeart/2005/8/layout/hierarchy1"/>
    <dgm:cxn modelId="{C455052E-BDC1-4978-ABD6-68A730BE844F}" type="presOf" srcId="{3C823EED-969C-48D4-BBD9-95F20D86FF3C}" destId="{E398EBE1-8D47-483F-9F96-FF2E0151439E}" srcOrd="0" destOrd="0" presId="urn:microsoft.com/office/officeart/2005/8/layout/hierarchy1"/>
    <dgm:cxn modelId="{2025322E-3639-434D-AE61-BD5CBE146B34}" srcId="{D6FCB908-89C5-4D57-8317-974161D24FEA}" destId="{3C823EED-969C-48D4-BBD9-95F20D86FF3C}" srcOrd="4" destOrd="0" parTransId="{8BDB7B53-8E5D-40D2-97B2-873511EA629F}" sibTransId="{089ACE74-6AAA-4CE1-9AFA-412145136836}"/>
    <dgm:cxn modelId="{13452630-D938-43EB-B441-53E0F4A4F2D2}" type="presOf" srcId="{EFEC14EF-462B-4E9A-9195-E4797E6E169A}" destId="{BFC3BFD8-7A79-40FC-83E2-33C7D8808AA0}" srcOrd="0" destOrd="0" presId="urn:microsoft.com/office/officeart/2005/8/layout/hierarchy1"/>
    <dgm:cxn modelId="{68C49A66-7337-449D-A221-A260087EF905}" type="presOf" srcId="{C6778D4E-23C1-4529-B873-6DA0BEE61E16}" destId="{6515E6E6-C908-4196-9F64-858AA9E6A5C6}" srcOrd="0" destOrd="0" presId="urn:microsoft.com/office/officeart/2005/8/layout/hierarchy1"/>
    <dgm:cxn modelId="{26D4E64C-9688-43E4-A402-16786B541DBB}" type="presOf" srcId="{B905184D-3E25-4F88-8326-8B20179237EC}" destId="{9DA62025-5AEF-41F8-A5FF-6DFF004553EA}" srcOrd="0" destOrd="0" presId="urn:microsoft.com/office/officeart/2005/8/layout/hierarchy1"/>
    <dgm:cxn modelId="{1A9B264E-AB34-4BFB-A3F6-CA58D0B5730F}" type="presOf" srcId="{811528DD-B50B-452C-BF3C-3F85F69D91E3}" destId="{44445555-2181-4D42-972A-6F5171BC0297}" srcOrd="0" destOrd="0" presId="urn:microsoft.com/office/officeart/2005/8/layout/hierarchy1"/>
    <dgm:cxn modelId="{01FC7676-0167-401E-8BA8-0B786284FFEB}" type="presOf" srcId="{31FD12D4-727F-4370-8F7F-291BD88474EB}" destId="{C34CD770-9655-4BE4-BC18-E702055FFBAE}" srcOrd="0" destOrd="0" presId="urn:microsoft.com/office/officeart/2005/8/layout/hierarchy1"/>
    <dgm:cxn modelId="{18C89876-1677-4710-9D02-91E9BA5ECEA1}" srcId="{D6FCB908-89C5-4D57-8317-974161D24FEA}" destId="{C6778D4E-23C1-4529-B873-6DA0BEE61E16}" srcOrd="6" destOrd="0" parTransId="{290673D7-ADB9-4F62-B31B-65C35F79B7F0}" sibTransId="{C6FC08E7-8DF9-4CC0-9924-EE833FC84B60}"/>
    <dgm:cxn modelId="{1148CD5A-5E9E-4927-B9E0-707514300155}" type="presOf" srcId="{290673D7-ADB9-4F62-B31B-65C35F79B7F0}" destId="{E638F054-A52D-4ABE-88C6-6144135CDDD4}" srcOrd="0" destOrd="0" presId="urn:microsoft.com/office/officeart/2005/8/layout/hierarchy1"/>
    <dgm:cxn modelId="{FAEEEE81-8B0F-4433-B22B-443B916637C0}" type="presOf" srcId="{8DD0C3D1-9398-4CC9-B423-AD97C14E8533}" destId="{7C54C57D-F94E-4B8D-93DB-26356344F4B8}" srcOrd="0" destOrd="0" presId="urn:microsoft.com/office/officeart/2005/8/layout/hierarchy1"/>
    <dgm:cxn modelId="{F487A287-BD44-4625-BF49-C383300B290B}" type="presOf" srcId="{BF9A4C5C-6790-4E7D-A37C-00B3F17C4DA0}" destId="{F96C92C1-E965-4C9F-947C-1F9E97D0B792}" srcOrd="0" destOrd="0" presId="urn:microsoft.com/office/officeart/2005/8/layout/hierarchy1"/>
    <dgm:cxn modelId="{59E05888-16D8-4D1A-9F1F-8E0673B0E7F7}" type="presOf" srcId="{92E75EB1-7F7C-4930-B6D5-5F8F151A4FFB}" destId="{35B5B2E3-0C08-4077-8962-6B85060F5298}" srcOrd="0" destOrd="0" presId="urn:microsoft.com/office/officeart/2005/8/layout/hierarchy1"/>
    <dgm:cxn modelId="{D8440298-55F3-4295-A9C7-AAADEF553E9A}" srcId="{D6FCB908-89C5-4D57-8317-974161D24FEA}" destId="{B905184D-3E25-4F88-8326-8B20179237EC}" srcOrd="5" destOrd="0" parTransId="{811528DD-B50B-452C-BF3C-3F85F69D91E3}" sibTransId="{F5362F46-BE42-43F6-B807-E61A0042799D}"/>
    <dgm:cxn modelId="{B21D3A9A-2EAA-4CFB-BCBB-9FC902A18E10}" type="presOf" srcId="{5D81F589-E2F1-47A2-B139-96EA829422DD}" destId="{52F0E9AF-B1D6-4FB6-89A6-B7D48433171D}" srcOrd="0" destOrd="0" presId="urn:microsoft.com/office/officeart/2005/8/layout/hierarchy1"/>
    <dgm:cxn modelId="{25AC7AA9-45CA-406C-B870-2AB23F63D74C}" type="presOf" srcId="{8BDB7B53-8E5D-40D2-97B2-873511EA629F}" destId="{97D64A42-1ED6-4ADE-A6E3-41280D76D694}" srcOrd="0" destOrd="0" presId="urn:microsoft.com/office/officeart/2005/8/layout/hierarchy1"/>
    <dgm:cxn modelId="{BA0781A9-5EF7-4E0B-B4CE-76454B97701E}" srcId="{EFEC14EF-462B-4E9A-9195-E4797E6E169A}" destId="{D6FCB908-89C5-4D57-8317-974161D24FEA}" srcOrd="0" destOrd="0" parTransId="{A9163685-0218-4499-9519-0A1BE22C5500}" sibTransId="{A6B7770D-A59D-4270-9086-F90FE6D97EFD}"/>
    <dgm:cxn modelId="{4A8BBDB0-8C9E-441A-90F6-85249AE3A910}" type="presOf" srcId="{38E0251F-6C4E-4736-AE68-75007D0616A9}" destId="{E0FB1BF6-8492-4094-9C53-9395F79DD716}" srcOrd="0" destOrd="0" presId="urn:microsoft.com/office/officeart/2005/8/layout/hierarchy1"/>
    <dgm:cxn modelId="{36D610C0-0E39-49A1-A232-3A1CBBB2F461}" srcId="{D6FCB908-89C5-4D57-8317-974161D24FEA}" destId="{BF9A4C5C-6790-4E7D-A37C-00B3F17C4DA0}" srcOrd="3" destOrd="0" parTransId="{92E75EB1-7F7C-4930-B6D5-5F8F151A4FFB}" sibTransId="{CC86C856-8F4D-44A9-99BF-900BA063CFC0}"/>
    <dgm:cxn modelId="{9FE4BCC4-7429-4501-8B71-BFE5FC632EB4}" type="presOf" srcId="{0E151B91-37DC-4E78-9F4B-D38F6F158D47}" destId="{C938EA71-64BA-49AD-9B61-AB1256CCCA13}" srcOrd="0" destOrd="0" presId="urn:microsoft.com/office/officeart/2005/8/layout/hierarchy1"/>
    <dgm:cxn modelId="{B37670D2-98D0-4D8C-9CA0-EBB1DDB422A1}" srcId="{D6FCB908-89C5-4D57-8317-974161D24FEA}" destId="{38E0251F-6C4E-4736-AE68-75007D0616A9}" srcOrd="2" destOrd="0" parTransId="{8DD0C3D1-9398-4CC9-B423-AD97C14E8533}" sibTransId="{520F21C4-9DF3-483B-9218-A82B44442DC6}"/>
    <dgm:cxn modelId="{A37B4CDA-1129-4172-ADB0-BCE16C872ACA}" type="presOf" srcId="{D6FCB908-89C5-4D57-8317-974161D24FEA}" destId="{9469D88D-5553-45EE-A292-57B5ED984D5B}" srcOrd="0" destOrd="0" presId="urn:microsoft.com/office/officeart/2005/8/layout/hierarchy1"/>
    <dgm:cxn modelId="{985426EF-6432-4483-9B18-CBC92D71677E}" srcId="{D6FCB908-89C5-4D57-8317-974161D24FEA}" destId="{31FD12D4-727F-4370-8F7F-291BD88474EB}" srcOrd="0" destOrd="0" parTransId="{0E151B91-37DC-4E78-9F4B-D38F6F158D47}" sibTransId="{33013228-8386-44B2-8071-5012005F57E3}"/>
    <dgm:cxn modelId="{A416D48B-C648-40D2-BE17-FDFB31AD5108}" type="presParOf" srcId="{BFC3BFD8-7A79-40FC-83E2-33C7D8808AA0}" destId="{BCC49C10-7B41-412F-B724-5542C58087BA}" srcOrd="0" destOrd="0" presId="urn:microsoft.com/office/officeart/2005/8/layout/hierarchy1"/>
    <dgm:cxn modelId="{38341933-0BE0-4D48-896A-591FD9C8A0C2}" type="presParOf" srcId="{BCC49C10-7B41-412F-B724-5542C58087BA}" destId="{2E12D073-B3C2-49FB-8D11-43AF6C72B94D}" srcOrd="0" destOrd="0" presId="urn:microsoft.com/office/officeart/2005/8/layout/hierarchy1"/>
    <dgm:cxn modelId="{DD2F74B0-7680-4F9D-809B-BF65DBBBE6EA}" type="presParOf" srcId="{2E12D073-B3C2-49FB-8D11-43AF6C72B94D}" destId="{5F09999A-F5FC-4A4F-80A3-4998C4AF85BB}" srcOrd="0" destOrd="0" presId="urn:microsoft.com/office/officeart/2005/8/layout/hierarchy1"/>
    <dgm:cxn modelId="{F013444A-C7E1-4797-829E-DB95EC3DA6BE}" type="presParOf" srcId="{2E12D073-B3C2-49FB-8D11-43AF6C72B94D}" destId="{9469D88D-5553-45EE-A292-57B5ED984D5B}" srcOrd="1" destOrd="0" presId="urn:microsoft.com/office/officeart/2005/8/layout/hierarchy1"/>
    <dgm:cxn modelId="{3FBD0BF4-12AA-4325-AC99-43B0E2DB2C05}" type="presParOf" srcId="{BCC49C10-7B41-412F-B724-5542C58087BA}" destId="{474FE8C8-A675-4768-8082-356333545BB7}" srcOrd="1" destOrd="0" presId="urn:microsoft.com/office/officeart/2005/8/layout/hierarchy1"/>
    <dgm:cxn modelId="{92735C1B-7271-4A7A-B71E-74987EF25553}" type="presParOf" srcId="{474FE8C8-A675-4768-8082-356333545BB7}" destId="{C938EA71-64BA-49AD-9B61-AB1256CCCA13}" srcOrd="0" destOrd="0" presId="urn:microsoft.com/office/officeart/2005/8/layout/hierarchy1"/>
    <dgm:cxn modelId="{5B3CF9A3-E877-4B97-AE66-F9255D13B825}" type="presParOf" srcId="{474FE8C8-A675-4768-8082-356333545BB7}" destId="{BD87F667-C500-413D-91E0-BFA1522084A7}" srcOrd="1" destOrd="0" presId="urn:microsoft.com/office/officeart/2005/8/layout/hierarchy1"/>
    <dgm:cxn modelId="{DF01B1A8-268C-48E5-92BC-BCE06578B1B4}" type="presParOf" srcId="{BD87F667-C500-413D-91E0-BFA1522084A7}" destId="{5F627F28-AAE6-44AA-80CC-9B25F6C47023}" srcOrd="0" destOrd="0" presId="urn:microsoft.com/office/officeart/2005/8/layout/hierarchy1"/>
    <dgm:cxn modelId="{07B592D4-2031-4069-9D6B-F917337C4AC2}" type="presParOf" srcId="{5F627F28-AAE6-44AA-80CC-9B25F6C47023}" destId="{708441F9-98D0-49C2-BB4A-83215390C8BB}" srcOrd="0" destOrd="0" presId="urn:microsoft.com/office/officeart/2005/8/layout/hierarchy1"/>
    <dgm:cxn modelId="{502F6CD8-F128-4170-8AB5-8283A5DF91A0}" type="presParOf" srcId="{5F627F28-AAE6-44AA-80CC-9B25F6C47023}" destId="{C34CD770-9655-4BE4-BC18-E702055FFBAE}" srcOrd="1" destOrd="0" presId="urn:microsoft.com/office/officeart/2005/8/layout/hierarchy1"/>
    <dgm:cxn modelId="{6B3A7D4A-38EF-4475-A633-6D24A8A9AC9A}" type="presParOf" srcId="{BD87F667-C500-413D-91E0-BFA1522084A7}" destId="{B1DB2253-B82F-46A2-ACA3-A89488D2BD2A}" srcOrd="1" destOrd="0" presId="urn:microsoft.com/office/officeart/2005/8/layout/hierarchy1"/>
    <dgm:cxn modelId="{A05DB102-04F0-4E43-A200-4C6C305C4593}" type="presParOf" srcId="{474FE8C8-A675-4768-8082-356333545BB7}" destId="{A6773146-BA70-4F12-91F6-72F142C7B92C}" srcOrd="2" destOrd="0" presId="urn:microsoft.com/office/officeart/2005/8/layout/hierarchy1"/>
    <dgm:cxn modelId="{DFE7DC7F-6A82-491E-8FD1-D4CEA3A7C3EC}" type="presParOf" srcId="{474FE8C8-A675-4768-8082-356333545BB7}" destId="{4CA80B8A-87C3-4479-932A-F6814A864E0E}" srcOrd="3" destOrd="0" presId="urn:microsoft.com/office/officeart/2005/8/layout/hierarchy1"/>
    <dgm:cxn modelId="{5EF2E3FD-F1CE-420F-8700-CE66B6051B39}" type="presParOf" srcId="{4CA80B8A-87C3-4479-932A-F6814A864E0E}" destId="{42A91A64-8C2E-4E42-91F5-5A10C2D826DA}" srcOrd="0" destOrd="0" presId="urn:microsoft.com/office/officeart/2005/8/layout/hierarchy1"/>
    <dgm:cxn modelId="{9316FE58-8DB0-427D-BB86-EFD250B649E5}" type="presParOf" srcId="{42A91A64-8C2E-4E42-91F5-5A10C2D826DA}" destId="{CADE2F65-5F47-4404-8F64-87D864C6EAF6}" srcOrd="0" destOrd="0" presId="urn:microsoft.com/office/officeart/2005/8/layout/hierarchy1"/>
    <dgm:cxn modelId="{7D1A5D29-FB5A-4BB0-8F94-E90FF070EEB1}" type="presParOf" srcId="{42A91A64-8C2E-4E42-91F5-5A10C2D826DA}" destId="{52F0E9AF-B1D6-4FB6-89A6-B7D48433171D}" srcOrd="1" destOrd="0" presId="urn:microsoft.com/office/officeart/2005/8/layout/hierarchy1"/>
    <dgm:cxn modelId="{8471E74D-AD36-41D5-B6E5-9B44DD89BECB}" type="presParOf" srcId="{4CA80B8A-87C3-4479-932A-F6814A864E0E}" destId="{2BEB00A5-EA05-45C4-A063-B0E3F6197429}" srcOrd="1" destOrd="0" presId="urn:microsoft.com/office/officeart/2005/8/layout/hierarchy1"/>
    <dgm:cxn modelId="{677EEAF1-42DC-4957-ABB5-91C93F8656F8}" type="presParOf" srcId="{474FE8C8-A675-4768-8082-356333545BB7}" destId="{7C54C57D-F94E-4B8D-93DB-26356344F4B8}" srcOrd="4" destOrd="0" presId="urn:microsoft.com/office/officeart/2005/8/layout/hierarchy1"/>
    <dgm:cxn modelId="{95AA3A12-7C9D-434F-BF13-CADD99BDC761}" type="presParOf" srcId="{474FE8C8-A675-4768-8082-356333545BB7}" destId="{524B34B3-194F-4A4E-9470-630DBC14ED23}" srcOrd="5" destOrd="0" presId="urn:microsoft.com/office/officeart/2005/8/layout/hierarchy1"/>
    <dgm:cxn modelId="{A4EC91EC-A152-4A9E-801E-FD8DC2288839}" type="presParOf" srcId="{524B34B3-194F-4A4E-9470-630DBC14ED23}" destId="{4DF9A84D-A0AF-4083-A5F1-B9A691E361A6}" srcOrd="0" destOrd="0" presId="urn:microsoft.com/office/officeart/2005/8/layout/hierarchy1"/>
    <dgm:cxn modelId="{482A5B43-F0B2-4CE3-A791-37EB2B196A42}" type="presParOf" srcId="{4DF9A84D-A0AF-4083-A5F1-B9A691E361A6}" destId="{822632DC-FE57-4B70-8E90-7D9C985F9E5D}" srcOrd="0" destOrd="0" presId="urn:microsoft.com/office/officeart/2005/8/layout/hierarchy1"/>
    <dgm:cxn modelId="{5E012E2C-2F50-424C-8CB1-432F75BC30DB}" type="presParOf" srcId="{4DF9A84D-A0AF-4083-A5F1-B9A691E361A6}" destId="{E0FB1BF6-8492-4094-9C53-9395F79DD716}" srcOrd="1" destOrd="0" presId="urn:microsoft.com/office/officeart/2005/8/layout/hierarchy1"/>
    <dgm:cxn modelId="{1342745E-60D7-4184-9007-E11EE4A96A78}" type="presParOf" srcId="{524B34B3-194F-4A4E-9470-630DBC14ED23}" destId="{A78866F8-3119-444C-BEEE-5B896FF9E29C}" srcOrd="1" destOrd="0" presId="urn:microsoft.com/office/officeart/2005/8/layout/hierarchy1"/>
    <dgm:cxn modelId="{F8128DC3-5FE6-43FB-84C2-B8EC280D0F0F}" type="presParOf" srcId="{474FE8C8-A675-4768-8082-356333545BB7}" destId="{35B5B2E3-0C08-4077-8962-6B85060F5298}" srcOrd="6" destOrd="0" presId="urn:microsoft.com/office/officeart/2005/8/layout/hierarchy1"/>
    <dgm:cxn modelId="{F40C887C-AE96-40A1-BBC6-4660784DE4D0}" type="presParOf" srcId="{474FE8C8-A675-4768-8082-356333545BB7}" destId="{257CAC30-EE81-476B-AF90-153463E59D34}" srcOrd="7" destOrd="0" presId="urn:microsoft.com/office/officeart/2005/8/layout/hierarchy1"/>
    <dgm:cxn modelId="{9CECAFFD-78FA-4A80-BB72-28A4041C3BBF}" type="presParOf" srcId="{257CAC30-EE81-476B-AF90-153463E59D34}" destId="{75AFBB8B-DA85-4B05-91B1-FF4F3284E8F0}" srcOrd="0" destOrd="0" presId="urn:microsoft.com/office/officeart/2005/8/layout/hierarchy1"/>
    <dgm:cxn modelId="{4519076E-FA90-48B7-AFB2-0EE68E0EAA0E}" type="presParOf" srcId="{75AFBB8B-DA85-4B05-91B1-FF4F3284E8F0}" destId="{1BBB75A9-F4F9-4BCA-917F-803E39066CE2}" srcOrd="0" destOrd="0" presId="urn:microsoft.com/office/officeart/2005/8/layout/hierarchy1"/>
    <dgm:cxn modelId="{B5612A7C-514B-455D-9DEF-5A273CA6C28C}" type="presParOf" srcId="{75AFBB8B-DA85-4B05-91B1-FF4F3284E8F0}" destId="{F96C92C1-E965-4C9F-947C-1F9E97D0B792}" srcOrd="1" destOrd="0" presId="urn:microsoft.com/office/officeart/2005/8/layout/hierarchy1"/>
    <dgm:cxn modelId="{124875C1-CB8F-42B2-B338-D48B54AE7B73}" type="presParOf" srcId="{257CAC30-EE81-476B-AF90-153463E59D34}" destId="{16011CB5-5F21-4881-97AB-46DD3936C37C}" srcOrd="1" destOrd="0" presId="urn:microsoft.com/office/officeart/2005/8/layout/hierarchy1"/>
    <dgm:cxn modelId="{CC5BB652-453E-4339-AA98-E8253741E0E4}" type="presParOf" srcId="{474FE8C8-A675-4768-8082-356333545BB7}" destId="{97D64A42-1ED6-4ADE-A6E3-41280D76D694}" srcOrd="8" destOrd="0" presId="urn:microsoft.com/office/officeart/2005/8/layout/hierarchy1"/>
    <dgm:cxn modelId="{1B83A387-7D65-4390-899E-528D17D0586C}" type="presParOf" srcId="{474FE8C8-A675-4768-8082-356333545BB7}" destId="{7C084850-376C-444C-9003-A63F6A72B3CB}" srcOrd="9" destOrd="0" presId="urn:microsoft.com/office/officeart/2005/8/layout/hierarchy1"/>
    <dgm:cxn modelId="{1E8BAD06-1612-4BEF-AD3D-1F3945A47E25}" type="presParOf" srcId="{7C084850-376C-444C-9003-A63F6A72B3CB}" destId="{2653EBB9-77C6-4FE0-9716-3163D4AC8F85}" srcOrd="0" destOrd="0" presId="urn:microsoft.com/office/officeart/2005/8/layout/hierarchy1"/>
    <dgm:cxn modelId="{7D38EFEE-DB76-45C2-9BDE-8F57382790CA}" type="presParOf" srcId="{2653EBB9-77C6-4FE0-9716-3163D4AC8F85}" destId="{A06C68A7-B4E8-4E75-80E2-C93FCEAF0ECC}" srcOrd="0" destOrd="0" presId="urn:microsoft.com/office/officeart/2005/8/layout/hierarchy1"/>
    <dgm:cxn modelId="{31133F36-4349-49B9-91D1-0D43D78418BA}" type="presParOf" srcId="{2653EBB9-77C6-4FE0-9716-3163D4AC8F85}" destId="{E398EBE1-8D47-483F-9F96-FF2E0151439E}" srcOrd="1" destOrd="0" presId="urn:microsoft.com/office/officeart/2005/8/layout/hierarchy1"/>
    <dgm:cxn modelId="{4AC1A83B-BB9E-48A9-9021-82494869BEEF}" type="presParOf" srcId="{7C084850-376C-444C-9003-A63F6A72B3CB}" destId="{60FFB2EC-E727-4884-91E2-DE5906089948}" srcOrd="1" destOrd="0" presId="urn:microsoft.com/office/officeart/2005/8/layout/hierarchy1"/>
    <dgm:cxn modelId="{852FD940-D491-4726-9DCF-F643DA35DB8F}" type="presParOf" srcId="{474FE8C8-A675-4768-8082-356333545BB7}" destId="{44445555-2181-4D42-972A-6F5171BC0297}" srcOrd="10" destOrd="0" presId="urn:microsoft.com/office/officeart/2005/8/layout/hierarchy1"/>
    <dgm:cxn modelId="{BB2A4256-F67A-4821-9F6A-540F61EE6122}" type="presParOf" srcId="{474FE8C8-A675-4768-8082-356333545BB7}" destId="{7E8FCD26-9696-4EAC-B0DC-BDBD87BE4913}" srcOrd="11" destOrd="0" presId="urn:microsoft.com/office/officeart/2005/8/layout/hierarchy1"/>
    <dgm:cxn modelId="{0CE09E87-FACA-4577-877D-5930F10E8B65}" type="presParOf" srcId="{7E8FCD26-9696-4EAC-B0DC-BDBD87BE4913}" destId="{A76E9693-46E9-41EF-B2CB-814941402595}" srcOrd="0" destOrd="0" presId="urn:microsoft.com/office/officeart/2005/8/layout/hierarchy1"/>
    <dgm:cxn modelId="{E8B88610-6ED8-4FEF-9DB4-324DE9DD8117}" type="presParOf" srcId="{A76E9693-46E9-41EF-B2CB-814941402595}" destId="{15D4822D-A479-42AA-94E2-D60DE103D15E}" srcOrd="0" destOrd="0" presId="urn:microsoft.com/office/officeart/2005/8/layout/hierarchy1"/>
    <dgm:cxn modelId="{EAF89066-1FD9-4C51-ADA4-2A06E5F3ACAF}" type="presParOf" srcId="{A76E9693-46E9-41EF-B2CB-814941402595}" destId="{9DA62025-5AEF-41F8-A5FF-6DFF004553EA}" srcOrd="1" destOrd="0" presId="urn:microsoft.com/office/officeart/2005/8/layout/hierarchy1"/>
    <dgm:cxn modelId="{6F24E68F-7CDE-45AB-B04E-D37B865B1972}" type="presParOf" srcId="{7E8FCD26-9696-4EAC-B0DC-BDBD87BE4913}" destId="{4B32C4BE-0C9F-4DA5-87CF-FD2CD2D436F1}" srcOrd="1" destOrd="0" presId="urn:microsoft.com/office/officeart/2005/8/layout/hierarchy1"/>
    <dgm:cxn modelId="{D37BD09F-3521-4223-A49E-D4B0A5EC3A03}" type="presParOf" srcId="{474FE8C8-A675-4768-8082-356333545BB7}" destId="{E638F054-A52D-4ABE-88C6-6144135CDDD4}" srcOrd="12" destOrd="0" presId="urn:microsoft.com/office/officeart/2005/8/layout/hierarchy1"/>
    <dgm:cxn modelId="{43630E71-30F6-476F-B8D7-92A7925F7269}" type="presParOf" srcId="{474FE8C8-A675-4768-8082-356333545BB7}" destId="{7E0F8C63-839E-4D6F-9DBB-0145FC308351}" srcOrd="13" destOrd="0" presId="urn:microsoft.com/office/officeart/2005/8/layout/hierarchy1"/>
    <dgm:cxn modelId="{EF768537-0FFE-434B-BB90-E05B298134F7}" type="presParOf" srcId="{7E0F8C63-839E-4D6F-9DBB-0145FC308351}" destId="{FB32673E-2980-4F4C-ACF5-02ADFB072BE0}" srcOrd="0" destOrd="0" presId="urn:microsoft.com/office/officeart/2005/8/layout/hierarchy1"/>
    <dgm:cxn modelId="{B5AF902F-BF49-468B-A282-E716777BEF09}" type="presParOf" srcId="{FB32673E-2980-4F4C-ACF5-02ADFB072BE0}" destId="{425BA9ED-7BF3-407D-B35D-79C46F5E1C2E}" srcOrd="0" destOrd="0" presId="urn:microsoft.com/office/officeart/2005/8/layout/hierarchy1"/>
    <dgm:cxn modelId="{424BC79E-3D36-4D23-BC48-AE805D6168B7}" type="presParOf" srcId="{FB32673E-2980-4F4C-ACF5-02ADFB072BE0}" destId="{6515E6E6-C908-4196-9F64-858AA9E6A5C6}" srcOrd="1" destOrd="0" presId="urn:microsoft.com/office/officeart/2005/8/layout/hierarchy1"/>
    <dgm:cxn modelId="{58E2110B-304C-40A6-863B-44C1DEDB95F8}" type="presParOf" srcId="{7E0F8C63-839E-4D6F-9DBB-0145FC308351}" destId="{D75F0810-2ABA-4571-95A9-D68F6FE2BA1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8F054-A52D-4ABE-88C6-6144135CDDD4}">
      <dsp:nvSpPr>
        <dsp:cNvPr id="0" name=""/>
        <dsp:cNvSpPr/>
      </dsp:nvSpPr>
      <dsp:spPr>
        <a:xfrm>
          <a:off x="5311981" y="3107981"/>
          <a:ext cx="4666217" cy="3701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223"/>
              </a:lnTo>
              <a:lnTo>
                <a:pt x="4666217" y="252223"/>
              </a:lnTo>
              <a:lnTo>
                <a:pt x="4666217" y="370115"/>
              </a:lnTo>
            </a:path>
          </a:pathLst>
        </a:custGeom>
        <a:noFill/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445555-2181-4D42-972A-6F5171BC0297}">
      <dsp:nvSpPr>
        <dsp:cNvPr id="0" name=""/>
        <dsp:cNvSpPr/>
      </dsp:nvSpPr>
      <dsp:spPr>
        <a:xfrm>
          <a:off x="5311981" y="3107981"/>
          <a:ext cx="3110811" cy="3701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223"/>
              </a:lnTo>
              <a:lnTo>
                <a:pt x="3110811" y="252223"/>
              </a:lnTo>
              <a:lnTo>
                <a:pt x="3110811" y="370115"/>
              </a:lnTo>
            </a:path>
          </a:pathLst>
        </a:custGeom>
        <a:noFill/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64A42-1ED6-4ADE-A6E3-41280D76D694}">
      <dsp:nvSpPr>
        <dsp:cNvPr id="0" name=""/>
        <dsp:cNvSpPr/>
      </dsp:nvSpPr>
      <dsp:spPr>
        <a:xfrm>
          <a:off x="5311981" y="3107981"/>
          <a:ext cx="1555405" cy="3701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223"/>
              </a:lnTo>
              <a:lnTo>
                <a:pt x="1555405" y="252223"/>
              </a:lnTo>
              <a:lnTo>
                <a:pt x="1555405" y="370115"/>
              </a:lnTo>
            </a:path>
          </a:pathLst>
        </a:custGeom>
        <a:noFill/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B5B2E3-0C08-4077-8962-6B85060F5298}">
      <dsp:nvSpPr>
        <dsp:cNvPr id="0" name=""/>
        <dsp:cNvSpPr/>
      </dsp:nvSpPr>
      <dsp:spPr>
        <a:xfrm>
          <a:off x="5266261" y="3107981"/>
          <a:ext cx="91440" cy="3701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0115"/>
              </a:lnTo>
            </a:path>
          </a:pathLst>
        </a:custGeom>
        <a:noFill/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54C57D-F94E-4B8D-93DB-26356344F4B8}">
      <dsp:nvSpPr>
        <dsp:cNvPr id="0" name=""/>
        <dsp:cNvSpPr/>
      </dsp:nvSpPr>
      <dsp:spPr>
        <a:xfrm>
          <a:off x="3756575" y="3107981"/>
          <a:ext cx="1555405" cy="370115"/>
        </a:xfrm>
        <a:custGeom>
          <a:avLst/>
          <a:gdLst/>
          <a:ahLst/>
          <a:cxnLst/>
          <a:rect l="0" t="0" r="0" b="0"/>
          <a:pathLst>
            <a:path>
              <a:moveTo>
                <a:pt x="1555405" y="0"/>
              </a:moveTo>
              <a:lnTo>
                <a:pt x="1555405" y="252223"/>
              </a:lnTo>
              <a:lnTo>
                <a:pt x="0" y="252223"/>
              </a:lnTo>
              <a:lnTo>
                <a:pt x="0" y="370115"/>
              </a:lnTo>
            </a:path>
          </a:pathLst>
        </a:custGeom>
        <a:noFill/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773146-BA70-4F12-91F6-72F142C7B92C}">
      <dsp:nvSpPr>
        <dsp:cNvPr id="0" name=""/>
        <dsp:cNvSpPr/>
      </dsp:nvSpPr>
      <dsp:spPr>
        <a:xfrm>
          <a:off x="2201170" y="3107981"/>
          <a:ext cx="3110811" cy="370115"/>
        </a:xfrm>
        <a:custGeom>
          <a:avLst/>
          <a:gdLst/>
          <a:ahLst/>
          <a:cxnLst/>
          <a:rect l="0" t="0" r="0" b="0"/>
          <a:pathLst>
            <a:path>
              <a:moveTo>
                <a:pt x="3110811" y="0"/>
              </a:moveTo>
              <a:lnTo>
                <a:pt x="3110811" y="252223"/>
              </a:lnTo>
              <a:lnTo>
                <a:pt x="0" y="252223"/>
              </a:lnTo>
              <a:lnTo>
                <a:pt x="0" y="370115"/>
              </a:lnTo>
            </a:path>
          </a:pathLst>
        </a:custGeom>
        <a:noFill/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38EA71-64BA-49AD-9B61-AB1256CCCA13}">
      <dsp:nvSpPr>
        <dsp:cNvPr id="0" name=""/>
        <dsp:cNvSpPr/>
      </dsp:nvSpPr>
      <dsp:spPr>
        <a:xfrm>
          <a:off x="645764" y="3107981"/>
          <a:ext cx="4666217" cy="370115"/>
        </a:xfrm>
        <a:custGeom>
          <a:avLst/>
          <a:gdLst/>
          <a:ahLst/>
          <a:cxnLst/>
          <a:rect l="0" t="0" r="0" b="0"/>
          <a:pathLst>
            <a:path>
              <a:moveTo>
                <a:pt x="4666217" y="0"/>
              </a:moveTo>
              <a:lnTo>
                <a:pt x="4666217" y="252223"/>
              </a:lnTo>
              <a:lnTo>
                <a:pt x="0" y="252223"/>
              </a:lnTo>
              <a:lnTo>
                <a:pt x="0" y="370115"/>
              </a:lnTo>
            </a:path>
          </a:pathLst>
        </a:custGeom>
        <a:noFill/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9999A-F5FC-4A4F-80A3-4998C4AF85BB}">
      <dsp:nvSpPr>
        <dsp:cNvPr id="0" name=""/>
        <dsp:cNvSpPr/>
      </dsp:nvSpPr>
      <dsp:spPr>
        <a:xfrm>
          <a:off x="4675679" y="229987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9D88D-5553-45EE-A292-57B5ED984D5B}">
      <dsp:nvSpPr>
        <dsp:cNvPr id="0" name=""/>
        <dsp:cNvSpPr/>
      </dsp:nvSpPr>
      <dsp:spPr>
        <a:xfrm>
          <a:off x="4817079" y="243420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key Features and Benefits of MongoDB Atlas</a:t>
          </a:r>
          <a:endParaRPr lang="en-US" sz="1300" b="1" kern="1200" dirty="0"/>
        </a:p>
      </dsp:txBody>
      <dsp:txXfrm>
        <a:off x="4840748" y="2457877"/>
        <a:ext cx="1225266" cy="760766"/>
      </dsp:txXfrm>
    </dsp:sp>
    <dsp:sp modelId="{708441F9-98D0-49C2-BB4A-83215390C8BB}">
      <dsp:nvSpPr>
        <dsp:cNvPr id="0" name=""/>
        <dsp:cNvSpPr/>
      </dsp:nvSpPr>
      <dsp:spPr>
        <a:xfrm>
          <a:off x="9461" y="347809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CD770-9655-4BE4-BC18-E702055FFBAE}">
      <dsp:nvSpPr>
        <dsp:cNvPr id="0" name=""/>
        <dsp:cNvSpPr/>
      </dsp:nvSpPr>
      <dsp:spPr>
        <a:xfrm>
          <a:off x="150862" y="361242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Multi-Cloud Support</a:t>
          </a:r>
          <a:endParaRPr lang="en-US" sz="1300" kern="1200" dirty="0"/>
        </a:p>
      </dsp:txBody>
      <dsp:txXfrm>
        <a:off x="174531" y="3636097"/>
        <a:ext cx="1225266" cy="760766"/>
      </dsp:txXfrm>
    </dsp:sp>
    <dsp:sp modelId="{CADE2F65-5F47-4404-8F64-87D864C6EAF6}">
      <dsp:nvSpPr>
        <dsp:cNvPr id="0" name=""/>
        <dsp:cNvSpPr/>
      </dsp:nvSpPr>
      <dsp:spPr>
        <a:xfrm>
          <a:off x="1564867" y="347809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0E9AF-B1D6-4FB6-89A6-B7D48433171D}">
      <dsp:nvSpPr>
        <dsp:cNvPr id="0" name=""/>
        <dsp:cNvSpPr/>
      </dsp:nvSpPr>
      <dsp:spPr>
        <a:xfrm>
          <a:off x="1706268" y="361242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Fully Managed Service</a:t>
          </a:r>
          <a:endParaRPr lang="en-US" sz="1300" kern="1200" dirty="0"/>
        </a:p>
      </dsp:txBody>
      <dsp:txXfrm>
        <a:off x="1729937" y="3636097"/>
        <a:ext cx="1225266" cy="760766"/>
      </dsp:txXfrm>
    </dsp:sp>
    <dsp:sp modelId="{822632DC-FE57-4B70-8E90-7D9C985F9E5D}">
      <dsp:nvSpPr>
        <dsp:cNvPr id="0" name=""/>
        <dsp:cNvSpPr/>
      </dsp:nvSpPr>
      <dsp:spPr>
        <a:xfrm>
          <a:off x="3120273" y="347809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FB1BF6-8492-4094-9C53-9395F79DD716}">
      <dsp:nvSpPr>
        <dsp:cNvPr id="0" name=""/>
        <dsp:cNvSpPr/>
      </dsp:nvSpPr>
      <dsp:spPr>
        <a:xfrm>
          <a:off x="3261674" y="361242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High Availability and Scalability</a:t>
          </a:r>
          <a:endParaRPr lang="en-US" sz="1300" kern="1200" dirty="0"/>
        </a:p>
      </dsp:txBody>
      <dsp:txXfrm>
        <a:off x="3285343" y="3636097"/>
        <a:ext cx="1225266" cy="760766"/>
      </dsp:txXfrm>
    </dsp:sp>
    <dsp:sp modelId="{1BBB75A9-F4F9-4BCA-917F-803E39066CE2}">
      <dsp:nvSpPr>
        <dsp:cNvPr id="0" name=""/>
        <dsp:cNvSpPr/>
      </dsp:nvSpPr>
      <dsp:spPr>
        <a:xfrm>
          <a:off x="4675679" y="347809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C92C1-E965-4C9F-947C-1F9E97D0B792}">
      <dsp:nvSpPr>
        <dsp:cNvPr id="0" name=""/>
        <dsp:cNvSpPr/>
      </dsp:nvSpPr>
      <dsp:spPr>
        <a:xfrm>
          <a:off x="4817079" y="361242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Security Features</a:t>
          </a:r>
          <a:endParaRPr lang="en-US" sz="1300" kern="1200" dirty="0"/>
        </a:p>
      </dsp:txBody>
      <dsp:txXfrm>
        <a:off x="4840748" y="3636097"/>
        <a:ext cx="1225266" cy="760766"/>
      </dsp:txXfrm>
    </dsp:sp>
    <dsp:sp modelId="{A06C68A7-B4E8-4E75-80E2-C93FCEAF0ECC}">
      <dsp:nvSpPr>
        <dsp:cNvPr id="0" name=""/>
        <dsp:cNvSpPr/>
      </dsp:nvSpPr>
      <dsp:spPr>
        <a:xfrm>
          <a:off x="6231085" y="347809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8EBE1-8D47-483F-9F96-FF2E0151439E}">
      <dsp:nvSpPr>
        <dsp:cNvPr id="0" name=""/>
        <dsp:cNvSpPr/>
      </dsp:nvSpPr>
      <dsp:spPr>
        <a:xfrm>
          <a:off x="6372485" y="361242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Global Data Distribution</a:t>
          </a:r>
          <a:endParaRPr lang="en-US" sz="1300" kern="1200"/>
        </a:p>
      </dsp:txBody>
      <dsp:txXfrm>
        <a:off x="6396154" y="3636097"/>
        <a:ext cx="1225266" cy="760766"/>
      </dsp:txXfrm>
    </dsp:sp>
    <dsp:sp modelId="{15D4822D-A479-42AA-94E2-D60DE103D15E}">
      <dsp:nvSpPr>
        <dsp:cNvPr id="0" name=""/>
        <dsp:cNvSpPr/>
      </dsp:nvSpPr>
      <dsp:spPr>
        <a:xfrm>
          <a:off x="7786491" y="347809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62025-5AEF-41F8-A5FF-6DFF004553EA}">
      <dsp:nvSpPr>
        <dsp:cNvPr id="0" name=""/>
        <dsp:cNvSpPr/>
      </dsp:nvSpPr>
      <dsp:spPr>
        <a:xfrm>
          <a:off x="7927891" y="361242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Integration with MongoDB Ecosystem</a:t>
          </a:r>
          <a:endParaRPr lang="en-US" sz="1300" kern="1200"/>
        </a:p>
      </dsp:txBody>
      <dsp:txXfrm>
        <a:off x="7951560" y="3636097"/>
        <a:ext cx="1225266" cy="760766"/>
      </dsp:txXfrm>
    </dsp:sp>
    <dsp:sp modelId="{425BA9ED-7BF3-407D-B35D-79C46F5E1C2E}">
      <dsp:nvSpPr>
        <dsp:cNvPr id="0" name=""/>
        <dsp:cNvSpPr/>
      </dsp:nvSpPr>
      <dsp:spPr>
        <a:xfrm>
          <a:off x="9341896" y="3478097"/>
          <a:ext cx="1272604" cy="808104"/>
        </a:xfrm>
        <a:prstGeom prst="roundRect">
          <a:avLst>
            <a:gd name="adj" fmla="val 1000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5E6E6-C908-4196-9F64-858AA9E6A5C6}">
      <dsp:nvSpPr>
        <dsp:cNvPr id="0" name=""/>
        <dsp:cNvSpPr/>
      </dsp:nvSpPr>
      <dsp:spPr>
        <a:xfrm>
          <a:off x="9483297" y="3612428"/>
          <a:ext cx="1272604" cy="8081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>
              <a:effectLst/>
              <a:latin typeface="Söhne"/>
            </a:rPr>
            <a:t>Flexible Pricing</a:t>
          </a:r>
          <a:endParaRPr lang="en-US" sz="1300" kern="1200" dirty="0"/>
        </a:p>
      </dsp:txBody>
      <dsp:txXfrm>
        <a:off x="9506966" y="3636097"/>
        <a:ext cx="1225266" cy="760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9A85-288B-E361-50DA-2EA40DC9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F2D5E-8975-CB6A-429F-3AF7703A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5D44-D359-F6C5-FAC6-9B388D3A7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457C5-2DE4-6EDB-B36C-FDBD8DD2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14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9A85-288B-E361-50DA-2EA40DC9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F2D5E-8975-CB6A-429F-3AF7703A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5D44-D359-F6C5-FAC6-9B388D3A7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457C5-2DE4-6EDB-B36C-FDBD8DD2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2179E-AD14-0180-2746-C0D198CA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BDCEB-CE7F-F93B-4A41-6910805C1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6E644-1430-6FC3-A6F5-80211B325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02038-5EEA-EC12-C40D-B256A34A7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2A83-41BB-2245-59C1-69E86420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2C97-197A-F3FD-C672-60E1727DF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6643D-BAE4-B948-9711-4D48D478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0CB60-BCF8-06BC-E816-635D128DD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392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3846DA-4E16-B6C3-2822-A38993B0BFC3}"/>
              </a:ext>
            </a:extLst>
          </p:cNvPr>
          <p:cNvSpPr/>
          <p:nvPr/>
        </p:nvSpPr>
        <p:spPr>
          <a:xfrm>
            <a:off x="141818" y="488308"/>
            <a:ext cx="11908364" cy="14166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MongoDB Atlas </a:t>
            </a:r>
            <a:r>
              <a:rPr lang="en-US" sz="2200" b="0" i="0" dirty="0">
                <a:solidFill>
                  <a:srgbClr val="0D0D0D"/>
                </a:solidFill>
                <a:effectLst/>
                <a:latin typeface="Söhne"/>
              </a:rPr>
              <a:t>is a </a:t>
            </a: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cloud-based database service</a:t>
            </a:r>
            <a:r>
              <a:rPr lang="en-US" sz="2200" b="0" i="0" dirty="0">
                <a:solidFill>
                  <a:srgbClr val="0D0D0D"/>
                </a:solidFill>
                <a:effectLst/>
                <a:latin typeface="Söhne"/>
              </a:rPr>
              <a:t> offered by </a:t>
            </a: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MongoDB, Inc. </a:t>
            </a:r>
            <a:b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</a:br>
            <a:endParaRPr lang="en-US" sz="2200" b="0" i="0" dirty="0">
              <a:solidFill>
                <a:srgbClr val="C00000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MongoDB Atlas </a:t>
            </a:r>
            <a:r>
              <a:rPr lang="en-US" sz="2200" b="0" i="0" dirty="0">
                <a:solidFill>
                  <a:srgbClr val="0D0D0D"/>
                </a:solidFill>
                <a:effectLst/>
                <a:latin typeface="Söhne"/>
              </a:rPr>
              <a:t>provides a </a:t>
            </a: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fully managed database platform </a:t>
            </a:r>
            <a:r>
              <a:rPr lang="en-US" sz="2200" b="0" i="0" dirty="0">
                <a:solidFill>
                  <a:srgbClr val="0D0D0D"/>
                </a:solidFill>
                <a:effectLst/>
                <a:latin typeface="Söhne"/>
              </a:rPr>
              <a:t>that allows users to </a:t>
            </a: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deploy</a:t>
            </a:r>
            <a:r>
              <a:rPr lang="en-US" sz="22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manage</a:t>
            </a:r>
            <a:r>
              <a:rPr lang="en-US" sz="2200" b="0" i="0" dirty="0">
                <a:solidFill>
                  <a:srgbClr val="0D0D0D"/>
                </a:solidFill>
                <a:effectLst/>
                <a:latin typeface="Söhne"/>
              </a:rPr>
              <a:t>, and </a:t>
            </a:r>
            <a:r>
              <a:rPr lang="en-US" sz="2200" b="0" i="0" dirty="0">
                <a:solidFill>
                  <a:srgbClr val="C00000"/>
                </a:solidFill>
                <a:effectLst/>
                <a:latin typeface="Söhne"/>
              </a:rPr>
              <a:t>scale</a:t>
            </a:r>
            <a:r>
              <a:rPr lang="en-US" sz="2200" b="0" i="0" dirty="0">
                <a:solidFill>
                  <a:srgbClr val="0D0D0D"/>
                </a:solidFill>
                <a:effectLst/>
                <a:latin typeface="Söhne"/>
              </a:rPr>
              <a:t> MongoDB databases with ease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AC8D06-3E0D-381A-1997-73C1C457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25" y="2123839"/>
            <a:ext cx="10483750" cy="447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3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DDF5-F5A3-03CA-18B0-593663DC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AFC02F38-0EE0-4CC7-3476-50038E1B88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05592798-2FE3-B3A0-8CD3-51AF4E4440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9815FF-7AA9-BE5E-D9DD-E92C8FBA83C0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FBAD46F-D804-67DD-BCD7-001037CF6B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4174454"/>
              </p:ext>
            </p:extLst>
          </p:nvPr>
        </p:nvGraphicFramePr>
        <p:xfrm>
          <a:off x="624593" y="229318"/>
          <a:ext cx="10765364" cy="6720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522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DDF5-F5A3-03CA-18B0-593663DC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AFC02F38-0EE0-4CC7-3476-50038E1B88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05592798-2FE3-B3A0-8CD3-51AF4E4440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9815FF-7AA9-BE5E-D9DD-E92C8FBA83C0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36671A-DA24-215C-6A44-E8586D451AC4}"/>
              </a:ext>
            </a:extLst>
          </p:cNvPr>
          <p:cNvSpPr/>
          <p:nvPr/>
        </p:nvSpPr>
        <p:spPr>
          <a:xfrm>
            <a:off x="182335" y="1194997"/>
            <a:ext cx="11908364" cy="557621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C00000"/>
                </a:solidFill>
                <a:effectLst/>
                <a:latin typeface="Söhne"/>
              </a:rPr>
              <a:t>Multi-Cloud Support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MongoDB Atlas supports deployment across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multiple cloud providers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including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AWS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Google Cloud Platform (GCP),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Microsoft Azure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This allows users to choose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cloud provider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that best fits their requirements or adopt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multi-cloud strategy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redundancy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disaster recovery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C00000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C00000"/>
                </a:solidFill>
                <a:effectLst/>
                <a:latin typeface="Söhne"/>
              </a:rPr>
              <a:t>Fully Managed Service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MongoDB Atlas is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fully managed service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which means that MongoDB handles all aspects of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database administration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including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provisioning, setup, configuration, monitoring, backups, and updates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This frees users from the operational overhead of managing infrastructure, allowing them to focus on building and maintaining their applications.</a:t>
            </a:r>
          </a:p>
          <a:p>
            <a:pPr algn="l">
              <a:buFont typeface="+mj-lt"/>
              <a:buAutoNum type="arabicPeriod"/>
            </a:pPr>
            <a:endParaRPr lang="en-US" sz="2000" dirty="0">
              <a:solidFill>
                <a:srgbClr val="0D0D0D"/>
              </a:solidFill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C00000"/>
                </a:solidFill>
                <a:effectLst/>
                <a:latin typeface="Söhne"/>
              </a:rPr>
              <a:t>High Availability and Scalability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: MongoDB Atlas offers built-in features for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high availability and scalability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It provides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automated failover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replication across multiple nodes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to ensure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continuous uptime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data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durability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Additionally, users can easily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scale their database clusters up or down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to accommodate changing workload demands.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C00000"/>
                </a:solidFill>
                <a:effectLst/>
                <a:latin typeface="Söhne"/>
              </a:rPr>
              <a:t>Security Features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MongoDB Atlas includes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robust security features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to protect data and infrastructure. This includes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network isolation, encryption at rest and in transit, role-based access control (RBAC), auditing, and integration with identity providers for authentication.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1AA83-7258-4E64-F06A-B58C165A00F0}"/>
              </a:ext>
            </a:extLst>
          </p:cNvPr>
          <p:cNvSpPr txBox="1"/>
          <p:nvPr/>
        </p:nvSpPr>
        <p:spPr>
          <a:xfrm>
            <a:off x="225365" y="625230"/>
            <a:ext cx="5642035" cy="47000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key features and benefits of MongoDB Atlas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43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D742-17E8-1E79-84E6-45DD8A6D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AC072190-CBFE-DD20-F023-EEC34AC1BE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95C6B42E-E48A-E074-A1B2-C16879706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1B255-9193-435E-A169-09FF2B282DCD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6F0178-6063-1B02-D7CA-A5842DAB70DE}"/>
              </a:ext>
            </a:extLst>
          </p:cNvPr>
          <p:cNvSpPr/>
          <p:nvPr/>
        </p:nvSpPr>
        <p:spPr>
          <a:xfrm>
            <a:off x="152400" y="1575997"/>
            <a:ext cx="11908364" cy="406280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l">
              <a:buFont typeface="+mj-lt"/>
              <a:buAutoNum type="arabicPeriod" startAt="5"/>
            </a:pPr>
            <a:r>
              <a:rPr lang="en-US" sz="2000" b="1" i="0" dirty="0">
                <a:solidFill>
                  <a:srgbClr val="C00000"/>
                </a:solidFill>
                <a:effectLst/>
                <a:latin typeface="Söhne"/>
              </a:rPr>
              <a:t>Global Data Distribution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MongoDB Atlas supports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multi-region clusters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allowing users to distribute their data across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multiple geographic regions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low-latency access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compliance with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data residency requirements.</a:t>
            </a:r>
          </a:p>
          <a:p>
            <a:pPr marL="457200" indent="-457200" algn="l">
              <a:buFont typeface="+mj-lt"/>
              <a:buAutoNum type="arabicPeriod" startAt="5"/>
            </a:pP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457200" indent="-457200" algn="l">
              <a:buFont typeface="+mj-lt"/>
              <a:buAutoNum type="arabicPeriod" startAt="5"/>
            </a:pPr>
            <a:r>
              <a:rPr lang="en-US" sz="2000" b="1" i="0" dirty="0">
                <a:solidFill>
                  <a:srgbClr val="C00000"/>
                </a:solidFill>
                <a:effectLst/>
                <a:latin typeface="Söhne"/>
              </a:rPr>
              <a:t>Integration with MongoDB Ecosystem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: MongoDB Atlas seamlessly integrates with other MongoDB products and services, such as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MongoDB Realm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(formerly MongoDB Stitch) for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serverless functions and authentication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MongoDB Charts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data visualization, 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MongoDB Data Lake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data lake storage and analytics.</a:t>
            </a:r>
          </a:p>
          <a:p>
            <a:pPr marL="457200" indent="-457200" algn="l">
              <a:buFont typeface="+mj-lt"/>
              <a:buAutoNum type="arabicPeriod" startAt="5"/>
            </a:pP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457200" indent="-457200" algn="l">
              <a:buFont typeface="+mj-lt"/>
              <a:buAutoNum type="arabicPeriod" startAt="5"/>
            </a:pPr>
            <a:r>
              <a:rPr lang="en-US" sz="2000" b="1" i="0" dirty="0">
                <a:solidFill>
                  <a:srgbClr val="C00000"/>
                </a:solidFill>
                <a:effectLst/>
                <a:latin typeface="Söhne"/>
              </a:rPr>
              <a:t>Flexible Pricing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: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MongoDB Atlas offers flexible pricing options, including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pay-as-you-go pricing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based on resource usage and dedicated clusters for predictable performance. Users can choose between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shared clusters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for development and testing or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dedicated clusters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production workloads.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18039-90F2-BF01-1ABE-C0043E0893E5}"/>
              </a:ext>
            </a:extLst>
          </p:cNvPr>
          <p:cNvSpPr txBox="1"/>
          <p:nvPr/>
        </p:nvSpPr>
        <p:spPr>
          <a:xfrm>
            <a:off x="195430" y="1006230"/>
            <a:ext cx="5642035" cy="47000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bg1"/>
                </a:solidFill>
                <a:effectLst/>
                <a:latin typeface="Söhne"/>
              </a:rPr>
              <a:t>key features and benefits of MongoDB Atlas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11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01D6-DD63-AC5A-0517-717D1492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9A17F60A-673C-F912-02C9-510310FCE3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1DF2A4EE-7EAC-5FA3-0E43-83C56736A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78B5A-7D9E-E34F-2066-3D654C89E49C}"/>
              </a:ext>
            </a:extLst>
          </p:cNvPr>
          <p:cNvSpPr/>
          <p:nvPr/>
        </p:nvSpPr>
        <p:spPr>
          <a:xfrm>
            <a:off x="2971800" y="29263"/>
            <a:ext cx="6172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MongoDB Atlas Database | Multi-Cloud Database 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9FD867-3B3B-61A2-9FC2-D5E02BF96D51}"/>
              </a:ext>
            </a:extLst>
          </p:cNvPr>
          <p:cNvSpPr/>
          <p:nvPr/>
        </p:nvSpPr>
        <p:spPr>
          <a:xfrm>
            <a:off x="141818" y="3048000"/>
            <a:ext cx="11908364" cy="7620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Overall,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MongoDB Atlas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provides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powerful and flexible platform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building modern applications with MongoDB, offering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reliability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scalability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ease of use in a cloud-native environment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877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91613</TotalTime>
  <Words>469</Words>
  <Application>Microsoft Office PowerPoint</Application>
  <PresentationFormat>Widescreen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9995</cp:revision>
  <dcterms:created xsi:type="dcterms:W3CDTF">2006-08-16T00:00:00Z</dcterms:created>
  <dcterms:modified xsi:type="dcterms:W3CDTF">2024-05-22T04:17:33Z</dcterms:modified>
</cp:coreProperties>
</file>