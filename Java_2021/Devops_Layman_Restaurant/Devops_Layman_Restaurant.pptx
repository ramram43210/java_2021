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3">
  <p:sldMasterIdLst>
    <p:sldMasterId id="2147483672" r:id="rId1"/>
  </p:sldMasterIdLst>
  <p:notesMasterIdLst>
    <p:notesMasterId r:id="rId12"/>
  </p:notesMasterIdLst>
  <p:sldIdLst>
    <p:sldId id="478" r:id="rId2"/>
    <p:sldId id="479" r:id="rId3"/>
    <p:sldId id="488" r:id="rId4"/>
    <p:sldId id="485" r:id="rId5"/>
    <p:sldId id="480" r:id="rId6"/>
    <p:sldId id="481" r:id="rId7"/>
    <p:sldId id="482" r:id="rId8"/>
    <p:sldId id="483" r:id="rId9"/>
    <p:sldId id="486" r:id="rId10"/>
    <p:sldId id="484" r:id="rId11"/>
  </p:sldIdLst>
  <p:sldSz cx="12192000" cy="6858000"/>
  <p:notesSz cx="6858000" cy="9144000"/>
  <p:defaultTextStyle>
    <a:defPPr>
      <a:defRPr lang="en-US"/>
    </a:defPPr>
    <a:lvl1pPr marL="0" algn="l" defTabSz="1246876" rtl="0" eaLnBrk="1" latinLnBrk="0" hangingPunct="1">
      <a:defRPr sz="2454" kern="1200">
        <a:solidFill>
          <a:schemeClr val="tx1"/>
        </a:solidFill>
        <a:latin typeface="+mn-lt"/>
        <a:ea typeface="+mn-ea"/>
        <a:cs typeface="+mn-cs"/>
      </a:defRPr>
    </a:lvl1pPr>
    <a:lvl2pPr marL="623438" algn="l" defTabSz="1246876" rtl="0" eaLnBrk="1" latinLnBrk="0" hangingPunct="1">
      <a:defRPr sz="2454" kern="1200">
        <a:solidFill>
          <a:schemeClr val="tx1"/>
        </a:solidFill>
        <a:latin typeface="+mn-lt"/>
        <a:ea typeface="+mn-ea"/>
        <a:cs typeface="+mn-cs"/>
      </a:defRPr>
    </a:lvl2pPr>
    <a:lvl3pPr marL="1246876" algn="l" defTabSz="1246876" rtl="0" eaLnBrk="1" latinLnBrk="0" hangingPunct="1">
      <a:defRPr sz="2454" kern="1200">
        <a:solidFill>
          <a:schemeClr val="tx1"/>
        </a:solidFill>
        <a:latin typeface="+mn-lt"/>
        <a:ea typeface="+mn-ea"/>
        <a:cs typeface="+mn-cs"/>
      </a:defRPr>
    </a:lvl3pPr>
    <a:lvl4pPr marL="1870314" algn="l" defTabSz="1246876" rtl="0" eaLnBrk="1" latinLnBrk="0" hangingPunct="1">
      <a:defRPr sz="2454" kern="1200">
        <a:solidFill>
          <a:schemeClr val="tx1"/>
        </a:solidFill>
        <a:latin typeface="+mn-lt"/>
        <a:ea typeface="+mn-ea"/>
        <a:cs typeface="+mn-cs"/>
      </a:defRPr>
    </a:lvl4pPr>
    <a:lvl5pPr marL="2493752" algn="l" defTabSz="1246876" rtl="0" eaLnBrk="1" latinLnBrk="0" hangingPunct="1">
      <a:defRPr sz="2454" kern="1200">
        <a:solidFill>
          <a:schemeClr val="tx1"/>
        </a:solidFill>
        <a:latin typeface="+mn-lt"/>
        <a:ea typeface="+mn-ea"/>
        <a:cs typeface="+mn-cs"/>
      </a:defRPr>
    </a:lvl5pPr>
    <a:lvl6pPr marL="3117190" algn="l" defTabSz="1246876" rtl="0" eaLnBrk="1" latinLnBrk="0" hangingPunct="1">
      <a:defRPr sz="2454" kern="1200">
        <a:solidFill>
          <a:schemeClr val="tx1"/>
        </a:solidFill>
        <a:latin typeface="+mn-lt"/>
        <a:ea typeface="+mn-ea"/>
        <a:cs typeface="+mn-cs"/>
      </a:defRPr>
    </a:lvl6pPr>
    <a:lvl7pPr marL="3740628" algn="l" defTabSz="1246876" rtl="0" eaLnBrk="1" latinLnBrk="0" hangingPunct="1">
      <a:defRPr sz="2454" kern="1200">
        <a:solidFill>
          <a:schemeClr val="tx1"/>
        </a:solidFill>
        <a:latin typeface="+mn-lt"/>
        <a:ea typeface="+mn-ea"/>
        <a:cs typeface="+mn-cs"/>
      </a:defRPr>
    </a:lvl7pPr>
    <a:lvl8pPr marL="4364065" algn="l" defTabSz="1246876" rtl="0" eaLnBrk="1" latinLnBrk="0" hangingPunct="1">
      <a:defRPr sz="2454" kern="1200">
        <a:solidFill>
          <a:schemeClr val="tx1"/>
        </a:solidFill>
        <a:latin typeface="+mn-lt"/>
        <a:ea typeface="+mn-ea"/>
        <a:cs typeface="+mn-cs"/>
      </a:defRPr>
    </a:lvl8pPr>
    <a:lvl9pPr marL="4987503" algn="l" defTabSz="1246876" rtl="0" eaLnBrk="1" latinLnBrk="0" hangingPunct="1">
      <a:defRPr sz="2454"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1"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AE456"/>
    <a:srgbClr val="FF5050"/>
    <a:srgbClr val="33CCFF"/>
    <a:srgbClr val="151B4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537" autoAdjust="0"/>
    <p:restoredTop sz="94291" autoAdjust="0"/>
  </p:normalViewPr>
  <p:slideViewPr>
    <p:cSldViewPr>
      <p:cViewPr varScale="1">
        <p:scale>
          <a:sx n="71" d="100"/>
          <a:sy n="71" d="100"/>
        </p:scale>
        <p:origin x="1248" y="91"/>
      </p:cViewPr>
      <p:guideLst>
        <p:guide orient="horz" pos="2161"/>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56" d="100"/>
          <a:sy n="56" d="100"/>
        </p:scale>
        <p:origin x="-2838" y="-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7C9C6E4-1D12-4002-9208-45F3948F9CAF}" type="doc">
      <dgm:prSet loTypeId="urn:microsoft.com/office/officeart/2009/3/layout/HorizontalOrganizationChart" loCatId="hierarchy" qsTypeId="urn:microsoft.com/office/officeart/2005/8/quickstyle/3d2" qsCatId="3D" csTypeId="urn:microsoft.com/office/officeart/2005/8/colors/colorful1" csCatId="colorful" phldr="1"/>
      <dgm:spPr/>
      <dgm:t>
        <a:bodyPr/>
        <a:lstStyle/>
        <a:p>
          <a:endParaRPr lang="en-US"/>
        </a:p>
      </dgm:t>
    </dgm:pt>
    <dgm:pt modelId="{2ED34BB1-863A-4841-93D4-46307EFDB66E}">
      <dgm:prSet phldrT="[Text]" custT="1"/>
      <dgm:spPr/>
      <dgm:t>
        <a:bodyPr/>
        <a:lstStyle/>
        <a:p>
          <a:r>
            <a:rPr lang="en-US" sz="2000" dirty="0"/>
            <a:t>Key Concepts of DevOps</a:t>
          </a:r>
        </a:p>
      </dgm:t>
    </dgm:pt>
    <dgm:pt modelId="{3AF0CC7D-41E0-43C7-8336-76309486E7D2}" type="parTrans" cxnId="{D2971F6A-4DB0-460F-9130-1001413CD44B}">
      <dgm:prSet/>
      <dgm:spPr/>
      <dgm:t>
        <a:bodyPr/>
        <a:lstStyle/>
        <a:p>
          <a:endParaRPr lang="en-US"/>
        </a:p>
      </dgm:t>
    </dgm:pt>
    <dgm:pt modelId="{273DC102-7201-4904-9991-5A7744969B7A}" type="sibTrans" cxnId="{D2971F6A-4DB0-460F-9130-1001413CD44B}">
      <dgm:prSet/>
      <dgm:spPr/>
      <dgm:t>
        <a:bodyPr/>
        <a:lstStyle/>
        <a:p>
          <a:endParaRPr lang="en-US"/>
        </a:p>
      </dgm:t>
    </dgm:pt>
    <dgm:pt modelId="{15C50787-B1B1-4D40-B9A3-6DA138512810}">
      <dgm:prSet phldrT="[Text]" custT="1"/>
      <dgm:spPr/>
      <dgm:t>
        <a:bodyPr/>
        <a:lstStyle/>
        <a:p>
          <a:r>
            <a:rPr lang="en-US" sz="2000" b="1" i="0">
              <a:effectLst/>
              <a:latin typeface="Söhne"/>
            </a:rPr>
            <a:t>Collaboration</a:t>
          </a:r>
          <a:endParaRPr lang="en-US" sz="2000" dirty="0"/>
        </a:p>
      </dgm:t>
    </dgm:pt>
    <dgm:pt modelId="{CADAB6F9-9396-40BA-B05C-F9301D8B8F55}" type="parTrans" cxnId="{6F5A5FFB-C89D-4D33-B2BB-B93EF74E5616}">
      <dgm:prSet/>
      <dgm:spPr/>
      <dgm:t>
        <a:bodyPr/>
        <a:lstStyle/>
        <a:p>
          <a:endParaRPr lang="en-US"/>
        </a:p>
      </dgm:t>
    </dgm:pt>
    <dgm:pt modelId="{E328C833-DB81-4F0A-96D4-3415FED31275}" type="sibTrans" cxnId="{6F5A5FFB-C89D-4D33-B2BB-B93EF74E5616}">
      <dgm:prSet/>
      <dgm:spPr/>
      <dgm:t>
        <a:bodyPr/>
        <a:lstStyle/>
        <a:p>
          <a:endParaRPr lang="en-US"/>
        </a:p>
      </dgm:t>
    </dgm:pt>
    <dgm:pt modelId="{D8BBA0BF-6243-471D-898D-CDBFC70508BA}">
      <dgm:prSet phldrT="[Text]" custT="1"/>
      <dgm:spPr/>
      <dgm:t>
        <a:bodyPr/>
        <a:lstStyle/>
        <a:p>
          <a:r>
            <a:rPr lang="en-US" sz="2000" b="1" i="0">
              <a:effectLst/>
              <a:latin typeface="Söhne"/>
            </a:rPr>
            <a:t>Automation</a:t>
          </a:r>
          <a:endParaRPr lang="en-US" sz="2000" dirty="0"/>
        </a:p>
      </dgm:t>
    </dgm:pt>
    <dgm:pt modelId="{800A7581-234E-4CC8-932D-AD5C33ECDAA8}" type="parTrans" cxnId="{43F453F9-43FB-4369-9202-53EB713CEE8F}">
      <dgm:prSet/>
      <dgm:spPr/>
      <dgm:t>
        <a:bodyPr/>
        <a:lstStyle/>
        <a:p>
          <a:endParaRPr lang="en-US"/>
        </a:p>
      </dgm:t>
    </dgm:pt>
    <dgm:pt modelId="{33424902-A642-4A5E-B8F8-4B8499CDD696}" type="sibTrans" cxnId="{43F453F9-43FB-4369-9202-53EB713CEE8F}">
      <dgm:prSet/>
      <dgm:spPr/>
      <dgm:t>
        <a:bodyPr/>
        <a:lstStyle/>
        <a:p>
          <a:endParaRPr lang="en-US"/>
        </a:p>
      </dgm:t>
    </dgm:pt>
    <dgm:pt modelId="{3E5D07DF-C3E2-4707-B732-358E2489F168}">
      <dgm:prSet phldrT="[Text]" custT="1"/>
      <dgm:spPr/>
      <dgm:t>
        <a:bodyPr/>
        <a:lstStyle/>
        <a:p>
          <a:r>
            <a:rPr lang="en-US" sz="2000" b="1">
              <a:latin typeface="Söhne"/>
            </a:rPr>
            <a:t>Continuous Integration and Continuous Delivery (CI/CD)</a:t>
          </a:r>
          <a:endParaRPr lang="en-US" sz="2000" dirty="0"/>
        </a:p>
      </dgm:t>
    </dgm:pt>
    <dgm:pt modelId="{084198FF-6EBA-4C08-921E-884F392F62F3}" type="parTrans" cxnId="{6467F855-983D-4AF6-B95A-7B7F3B896022}">
      <dgm:prSet/>
      <dgm:spPr/>
      <dgm:t>
        <a:bodyPr/>
        <a:lstStyle/>
        <a:p>
          <a:endParaRPr lang="en-US"/>
        </a:p>
      </dgm:t>
    </dgm:pt>
    <dgm:pt modelId="{2760B8CF-445A-444F-BC51-AC8A75480B34}" type="sibTrans" cxnId="{6467F855-983D-4AF6-B95A-7B7F3B896022}">
      <dgm:prSet/>
      <dgm:spPr/>
      <dgm:t>
        <a:bodyPr/>
        <a:lstStyle/>
        <a:p>
          <a:endParaRPr lang="en-US"/>
        </a:p>
      </dgm:t>
    </dgm:pt>
    <dgm:pt modelId="{8DAAA151-1D1E-4B77-83D8-673E5316CE62}">
      <dgm:prSet phldrT="[Text]" custT="1"/>
      <dgm:spPr/>
      <dgm:t>
        <a:bodyPr/>
        <a:lstStyle/>
        <a:p>
          <a:r>
            <a:rPr lang="en-US" sz="2000" b="1" i="0">
              <a:effectLst/>
              <a:latin typeface="Söhne"/>
            </a:rPr>
            <a:t>Monitoring and Feedback</a:t>
          </a:r>
          <a:endParaRPr lang="en-US" sz="2000" dirty="0"/>
        </a:p>
      </dgm:t>
    </dgm:pt>
    <dgm:pt modelId="{E19A94E5-D3FF-460E-85E9-F803C344B964}" type="parTrans" cxnId="{5CF13162-1598-42F0-8277-E6F585908CE1}">
      <dgm:prSet/>
      <dgm:spPr/>
      <dgm:t>
        <a:bodyPr/>
        <a:lstStyle/>
        <a:p>
          <a:endParaRPr lang="en-US"/>
        </a:p>
      </dgm:t>
    </dgm:pt>
    <dgm:pt modelId="{A805C270-9AB9-45DB-9500-F550E565C615}" type="sibTrans" cxnId="{5CF13162-1598-42F0-8277-E6F585908CE1}">
      <dgm:prSet/>
      <dgm:spPr/>
      <dgm:t>
        <a:bodyPr/>
        <a:lstStyle/>
        <a:p>
          <a:endParaRPr lang="en-US"/>
        </a:p>
      </dgm:t>
    </dgm:pt>
    <dgm:pt modelId="{BDC11874-93DB-45E7-81FE-8A7784A46175}" type="pres">
      <dgm:prSet presAssocID="{27C9C6E4-1D12-4002-9208-45F3948F9CAF}" presName="hierChild1" presStyleCnt="0">
        <dgm:presLayoutVars>
          <dgm:orgChart val="1"/>
          <dgm:chPref val="1"/>
          <dgm:dir/>
          <dgm:animOne val="branch"/>
          <dgm:animLvl val="lvl"/>
          <dgm:resizeHandles/>
        </dgm:presLayoutVars>
      </dgm:prSet>
      <dgm:spPr/>
    </dgm:pt>
    <dgm:pt modelId="{07D6CC02-F8CE-4C6B-94E5-8F2893A4DA85}" type="pres">
      <dgm:prSet presAssocID="{2ED34BB1-863A-4841-93D4-46307EFDB66E}" presName="hierRoot1" presStyleCnt="0">
        <dgm:presLayoutVars>
          <dgm:hierBranch val="init"/>
        </dgm:presLayoutVars>
      </dgm:prSet>
      <dgm:spPr/>
    </dgm:pt>
    <dgm:pt modelId="{C68B4B48-0DA6-4C81-A033-BE682E7E23A5}" type="pres">
      <dgm:prSet presAssocID="{2ED34BB1-863A-4841-93D4-46307EFDB66E}" presName="rootComposite1" presStyleCnt="0"/>
      <dgm:spPr/>
    </dgm:pt>
    <dgm:pt modelId="{E852BB77-C357-435D-BEBC-26F91E371946}" type="pres">
      <dgm:prSet presAssocID="{2ED34BB1-863A-4841-93D4-46307EFDB66E}" presName="rootText1" presStyleLbl="node0" presStyleIdx="0" presStyleCnt="1">
        <dgm:presLayoutVars>
          <dgm:chPref val="3"/>
        </dgm:presLayoutVars>
      </dgm:prSet>
      <dgm:spPr/>
    </dgm:pt>
    <dgm:pt modelId="{4A42AC74-8DBF-47FD-90D5-60722785C33F}" type="pres">
      <dgm:prSet presAssocID="{2ED34BB1-863A-4841-93D4-46307EFDB66E}" presName="rootConnector1" presStyleLbl="node1" presStyleIdx="0" presStyleCnt="0"/>
      <dgm:spPr/>
    </dgm:pt>
    <dgm:pt modelId="{A1B5C536-B46C-402C-A7A3-EAC6C63FBB0B}" type="pres">
      <dgm:prSet presAssocID="{2ED34BB1-863A-4841-93D4-46307EFDB66E}" presName="hierChild2" presStyleCnt="0"/>
      <dgm:spPr/>
    </dgm:pt>
    <dgm:pt modelId="{A3E66086-C713-415E-9A43-CC129550CCC7}" type="pres">
      <dgm:prSet presAssocID="{CADAB6F9-9396-40BA-B05C-F9301D8B8F55}" presName="Name64" presStyleLbl="parChTrans1D2" presStyleIdx="0" presStyleCnt="4"/>
      <dgm:spPr/>
    </dgm:pt>
    <dgm:pt modelId="{BA396648-E689-41A7-A3BD-2C76C7EBB610}" type="pres">
      <dgm:prSet presAssocID="{15C50787-B1B1-4D40-B9A3-6DA138512810}" presName="hierRoot2" presStyleCnt="0">
        <dgm:presLayoutVars>
          <dgm:hierBranch val="init"/>
        </dgm:presLayoutVars>
      </dgm:prSet>
      <dgm:spPr/>
    </dgm:pt>
    <dgm:pt modelId="{B4A71296-558C-4A8B-A7CB-7EF05FE0A876}" type="pres">
      <dgm:prSet presAssocID="{15C50787-B1B1-4D40-B9A3-6DA138512810}" presName="rootComposite" presStyleCnt="0"/>
      <dgm:spPr/>
    </dgm:pt>
    <dgm:pt modelId="{9FDB9F9A-26F8-4158-A20A-D25219C8EA4C}" type="pres">
      <dgm:prSet presAssocID="{15C50787-B1B1-4D40-B9A3-6DA138512810}" presName="rootText" presStyleLbl="node2" presStyleIdx="0" presStyleCnt="4">
        <dgm:presLayoutVars>
          <dgm:chPref val="3"/>
        </dgm:presLayoutVars>
      </dgm:prSet>
      <dgm:spPr/>
    </dgm:pt>
    <dgm:pt modelId="{86E49040-BCDB-43F9-950F-179D02396521}" type="pres">
      <dgm:prSet presAssocID="{15C50787-B1B1-4D40-B9A3-6DA138512810}" presName="rootConnector" presStyleLbl="node2" presStyleIdx="0" presStyleCnt="4"/>
      <dgm:spPr/>
    </dgm:pt>
    <dgm:pt modelId="{F9F4CD27-5BE3-47B5-9F13-F682D16FEF76}" type="pres">
      <dgm:prSet presAssocID="{15C50787-B1B1-4D40-B9A3-6DA138512810}" presName="hierChild4" presStyleCnt="0"/>
      <dgm:spPr/>
    </dgm:pt>
    <dgm:pt modelId="{47C1B288-1E50-41CA-9618-DFFC2048AB82}" type="pres">
      <dgm:prSet presAssocID="{15C50787-B1B1-4D40-B9A3-6DA138512810}" presName="hierChild5" presStyleCnt="0"/>
      <dgm:spPr/>
    </dgm:pt>
    <dgm:pt modelId="{AD17564A-00B3-4F48-9031-0B80B0707C67}" type="pres">
      <dgm:prSet presAssocID="{800A7581-234E-4CC8-932D-AD5C33ECDAA8}" presName="Name64" presStyleLbl="parChTrans1D2" presStyleIdx="1" presStyleCnt="4"/>
      <dgm:spPr/>
    </dgm:pt>
    <dgm:pt modelId="{758AB458-4147-4A37-BA78-FDD0ADAE2FE8}" type="pres">
      <dgm:prSet presAssocID="{D8BBA0BF-6243-471D-898D-CDBFC70508BA}" presName="hierRoot2" presStyleCnt="0">
        <dgm:presLayoutVars>
          <dgm:hierBranch val="init"/>
        </dgm:presLayoutVars>
      </dgm:prSet>
      <dgm:spPr/>
    </dgm:pt>
    <dgm:pt modelId="{476B409F-09E7-4DB3-AF49-58570C9D87A4}" type="pres">
      <dgm:prSet presAssocID="{D8BBA0BF-6243-471D-898D-CDBFC70508BA}" presName="rootComposite" presStyleCnt="0"/>
      <dgm:spPr/>
    </dgm:pt>
    <dgm:pt modelId="{30B88844-E858-4521-8EFD-06633CD2FB08}" type="pres">
      <dgm:prSet presAssocID="{D8BBA0BF-6243-471D-898D-CDBFC70508BA}" presName="rootText" presStyleLbl="node2" presStyleIdx="1" presStyleCnt="4">
        <dgm:presLayoutVars>
          <dgm:chPref val="3"/>
        </dgm:presLayoutVars>
      </dgm:prSet>
      <dgm:spPr/>
    </dgm:pt>
    <dgm:pt modelId="{0267E157-5C99-46DD-B725-D5793F794FA5}" type="pres">
      <dgm:prSet presAssocID="{D8BBA0BF-6243-471D-898D-CDBFC70508BA}" presName="rootConnector" presStyleLbl="node2" presStyleIdx="1" presStyleCnt="4"/>
      <dgm:spPr/>
    </dgm:pt>
    <dgm:pt modelId="{C1636A0C-BAFA-4587-9390-6D0735F178EE}" type="pres">
      <dgm:prSet presAssocID="{D8BBA0BF-6243-471D-898D-CDBFC70508BA}" presName="hierChild4" presStyleCnt="0"/>
      <dgm:spPr/>
    </dgm:pt>
    <dgm:pt modelId="{52CC0CEA-3FA5-4CF4-9EF4-8E799B0387EC}" type="pres">
      <dgm:prSet presAssocID="{D8BBA0BF-6243-471D-898D-CDBFC70508BA}" presName="hierChild5" presStyleCnt="0"/>
      <dgm:spPr/>
    </dgm:pt>
    <dgm:pt modelId="{696B1B65-5C90-455E-B019-32CADE69AA6A}" type="pres">
      <dgm:prSet presAssocID="{084198FF-6EBA-4C08-921E-884F392F62F3}" presName="Name64" presStyleLbl="parChTrans1D2" presStyleIdx="2" presStyleCnt="4"/>
      <dgm:spPr/>
    </dgm:pt>
    <dgm:pt modelId="{9F789BBD-65B4-4AC0-8482-36BD36AEE4F7}" type="pres">
      <dgm:prSet presAssocID="{3E5D07DF-C3E2-4707-B732-358E2489F168}" presName="hierRoot2" presStyleCnt="0">
        <dgm:presLayoutVars>
          <dgm:hierBranch val="init"/>
        </dgm:presLayoutVars>
      </dgm:prSet>
      <dgm:spPr/>
    </dgm:pt>
    <dgm:pt modelId="{8D172D3C-FF5F-4ED3-B7DD-BDA8637AB3E5}" type="pres">
      <dgm:prSet presAssocID="{3E5D07DF-C3E2-4707-B732-358E2489F168}" presName="rootComposite" presStyleCnt="0"/>
      <dgm:spPr/>
    </dgm:pt>
    <dgm:pt modelId="{8A825E78-66A1-4EB2-A1A1-D8054F0D17F2}" type="pres">
      <dgm:prSet presAssocID="{3E5D07DF-C3E2-4707-B732-358E2489F168}" presName="rootText" presStyleLbl="node2" presStyleIdx="2" presStyleCnt="4">
        <dgm:presLayoutVars>
          <dgm:chPref val="3"/>
        </dgm:presLayoutVars>
      </dgm:prSet>
      <dgm:spPr/>
    </dgm:pt>
    <dgm:pt modelId="{F2073C1E-AB04-4E02-A210-0596A6830984}" type="pres">
      <dgm:prSet presAssocID="{3E5D07DF-C3E2-4707-B732-358E2489F168}" presName="rootConnector" presStyleLbl="node2" presStyleIdx="2" presStyleCnt="4"/>
      <dgm:spPr/>
    </dgm:pt>
    <dgm:pt modelId="{43C472A3-FEF5-4014-9FF5-63547B171841}" type="pres">
      <dgm:prSet presAssocID="{3E5D07DF-C3E2-4707-B732-358E2489F168}" presName="hierChild4" presStyleCnt="0"/>
      <dgm:spPr/>
    </dgm:pt>
    <dgm:pt modelId="{84FAA296-3CEA-47E7-8761-0FAB9143831A}" type="pres">
      <dgm:prSet presAssocID="{3E5D07DF-C3E2-4707-B732-358E2489F168}" presName="hierChild5" presStyleCnt="0"/>
      <dgm:spPr/>
    </dgm:pt>
    <dgm:pt modelId="{C374A58B-65EE-429A-820B-F5A5E950BD51}" type="pres">
      <dgm:prSet presAssocID="{E19A94E5-D3FF-460E-85E9-F803C344B964}" presName="Name64" presStyleLbl="parChTrans1D2" presStyleIdx="3" presStyleCnt="4"/>
      <dgm:spPr/>
    </dgm:pt>
    <dgm:pt modelId="{443117EB-5E5B-4EBD-9893-69EF534E67C4}" type="pres">
      <dgm:prSet presAssocID="{8DAAA151-1D1E-4B77-83D8-673E5316CE62}" presName="hierRoot2" presStyleCnt="0">
        <dgm:presLayoutVars>
          <dgm:hierBranch val="init"/>
        </dgm:presLayoutVars>
      </dgm:prSet>
      <dgm:spPr/>
    </dgm:pt>
    <dgm:pt modelId="{E2E1DF8E-4AC7-472E-9072-4DEFF7C93F30}" type="pres">
      <dgm:prSet presAssocID="{8DAAA151-1D1E-4B77-83D8-673E5316CE62}" presName="rootComposite" presStyleCnt="0"/>
      <dgm:spPr/>
    </dgm:pt>
    <dgm:pt modelId="{94F83282-AE60-4F71-BB8D-48E0170C2FBB}" type="pres">
      <dgm:prSet presAssocID="{8DAAA151-1D1E-4B77-83D8-673E5316CE62}" presName="rootText" presStyleLbl="node2" presStyleIdx="3" presStyleCnt="4">
        <dgm:presLayoutVars>
          <dgm:chPref val="3"/>
        </dgm:presLayoutVars>
      </dgm:prSet>
      <dgm:spPr/>
    </dgm:pt>
    <dgm:pt modelId="{E1B6D350-3A84-4E3D-848A-768BA6491188}" type="pres">
      <dgm:prSet presAssocID="{8DAAA151-1D1E-4B77-83D8-673E5316CE62}" presName="rootConnector" presStyleLbl="node2" presStyleIdx="3" presStyleCnt="4"/>
      <dgm:spPr/>
    </dgm:pt>
    <dgm:pt modelId="{29E89FDF-54C9-4178-83E3-94D14E85DD88}" type="pres">
      <dgm:prSet presAssocID="{8DAAA151-1D1E-4B77-83D8-673E5316CE62}" presName="hierChild4" presStyleCnt="0"/>
      <dgm:spPr/>
    </dgm:pt>
    <dgm:pt modelId="{715F8D97-5C1A-48AF-B4B9-C9E844B68C1C}" type="pres">
      <dgm:prSet presAssocID="{8DAAA151-1D1E-4B77-83D8-673E5316CE62}" presName="hierChild5" presStyleCnt="0"/>
      <dgm:spPr/>
    </dgm:pt>
    <dgm:pt modelId="{2FD8DF9C-B997-4D25-90A2-3B91926E8511}" type="pres">
      <dgm:prSet presAssocID="{2ED34BB1-863A-4841-93D4-46307EFDB66E}" presName="hierChild3" presStyleCnt="0"/>
      <dgm:spPr/>
    </dgm:pt>
  </dgm:ptLst>
  <dgm:cxnLst>
    <dgm:cxn modelId="{7BB3161D-BAF4-4C92-A593-F4129823BB99}" type="presOf" srcId="{E19A94E5-D3FF-460E-85E9-F803C344B964}" destId="{C374A58B-65EE-429A-820B-F5A5E950BD51}" srcOrd="0" destOrd="0" presId="urn:microsoft.com/office/officeart/2009/3/layout/HorizontalOrganizationChart"/>
    <dgm:cxn modelId="{24C2D13F-1D43-4292-B33A-7FB328B0F0A2}" type="presOf" srcId="{CADAB6F9-9396-40BA-B05C-F9301D8B8F55}" destId="{A3E66086-C713-415E-9A43-CC129550CCC7}" srcOrd="0" destOrd="0" presId="urn:microsoft.com/office/officeart/2009/3/layout/HorizontalOrganizationChart"/>
    <dgm:cxn modelId="{3684FB5D-EA6D-4494-B526-D53755F40576}" type="presOf" srcId="{15C50787-B1B1-4D40-B9A3-6DA138512810}" destId="{9FDB9F9A-26F8-4158-A20A-D25219C8EA4C}" srcOrd="0" destOrd="0" presId="urn:microsoft.com/office/officeart/2009/3/layout/HorizontalOrganizationChart"/>
    <dgm:cxn modelId="{5CF13162-1598-42F0-8277-E6F585908CE1}" srcId="{2ED34BB1-863A-4841-93D4-46307EFDB66E}" destId="{8DAAA151-1D1E-4B77-83D8-673E5316CE62}" srcOrd="3" destOrd="0" parTransId="{E19A94E5-D3FF-460E-85E9-F803C344B964}" sibTransId="{A805C270-9AB9-45DB-9500-F550E565C615}"/>
    <dgm:cxn modelId="{D2971F6A-4DB0-460F-9130-1001413CD44B}" srcId="{27C9C6E4-1D12-4002-9208-45F3948F9CAF}" destId="{2ED34BB1-863A-4841-93D4-46307EFDB66E}" srcOrd="0" destOrd="0" parTransId="{3AF0CC7D-41E0-43C7-8336-76309486E7D2}" sibTransId="{273DC102-7201-4904-9991-5A7744969B7A}"/>
    <dgm:cxn modelId="{26FC5E50-3888-4F18-8056-12F06E4273F4}" type="presOf" srcId="{084198FF-6EBA-4C08-921E-884F392F62F3}" destId="{696B1B65-5C90-455E-B019-32CADE69AA6A}" srcOrd="0" destOrd="0" presId="urn:microsoft.com/office/officeart/2009/3/layout/HorizontalOrganizationChart"/>
    <dgm:cxn modelId="{6467F855-983D-4AF6-B95A-7B7F3B896022}" srcId="{2ED34BB1-863A-4841-93D4-46307EFDB66E}" destId="{3E5D07DF-C3E2-4707-B732-358E2489F168}" srcOrd="2" destOrd="0" parTransId="{084198FF-6EBA-4C08-921E-884F392F62F3}" sibTransId="{2760B8CF-445A-444F-BC51-AC8A75480B34}"/>
    <dgm:cxn modelId="{6916F557-5FA5-4C2E-9C11-02F41789AF8E}" type="presOf" srcId="{2ED34BB1-863A-4841-93D4-46307EFDB66E}" destId="{E852BB77-C357-435D-BEBC-26F91E371946}" srcOrd="0" destOrd="0" presId="urn:microsoft.com/office/officeart/2009/3/layout/HorizontalOrganizationChart"/>
    <dgm:cxn modelId="{FD71715A-471C-4408-A652-676E74AA923F}" type="presOf" srcId="{D8BBA0BF-6243-471D-898D-CDBFC70508BA}" destId="{30B88844-E858-4521-8EFD-06633CD2FB08}" srcOrd="0" destOrd="0" presId="urn:microsoft.com/office/officeart/2009/3/layout/HorizontalOrganizationChart"/>
    <dgm:cxn modelId="{DF1AD87A-125D-491B-8320-807A9647ADBB}" type="presOf" srcId="{27C9C6E4-1D12-4002-9208-45F3948F9CAF}" destId="{BDC11874-93DB-45E7-81FE-8A7784A46175}" srcOrd="0" destOrd="0" presId="urn:microsoft.com/office/officeart/2009/3/layout/HorizontalOrganizationChart"/>
    <dgm:cxn modelId="{07E3989B-7201-41B4-837D-5B1503BD520C}" type="presOf" srcId="{800A7581-234E-4CC8-932D-AD5C33ECDAA8}" destId="{AD17564A-00B3-4F48-9031-0B80B0707C67}" srcOrd="0" destOrd="0" presId="urn:microsoft.com/office/officeart/2009/3/layout/HorizontalOrganizationChart"/>
    <dgm:cxn modelId="{20AA5D9C-7459-4E56-8290-3183E739B8CE}" type="presOf" srcId="{2ED34BB1-863A-4841-93D4-46307EFDB66E}" destId="{4A42AC74-8DBF-47FD-90D5-60722785C33F}" srcOrd="1" destOrd="0" presId="urn:microsoft.com/office/officeart/2009/3/layout/HorizontalOrganizationChart"/>
    <dgm:cxn modelId="{B63731B5-2DA2-49FC-8C6C-CC1C73A59659}" type="presOf" srcId="{3E5D07DF-C3E2-4707-B732-358E2489F168}" destId="{F2073C1E-AB04-4E02-A210-0596A6830984}" srcOrd="1" destOrd="0" presId="urn:microsoft.com/office/officeart/2009/3/layout/HorizontalOrganizationChart"/>
    <dgm:cxn modelId="{29E84ABE-3527-4B48-8DF6-CBBCCE00FEB4}" type="presOf" srcId="{8DAAA151-1D1E-4B77-83D8-673E5316CE62}" destId="{E1B6D350-3A84-4E3D-848A-768BA6491188}" srcOrd="1" destOrd="0" presId="urn:microsoft.com/office/officeart/2009/3/layout/HorizontalOrganizationChart"/>
    <dgm:cxn modelId="{701F73D7-E7B6-4E11-82B7-9B43861F4D55}" type="presOf" srcId="{3E5D07DF-C3E2-4707-B732-358E2489F168}" destId="{8A825E78-66A1-4EB2-A1A1-D8054F0D17F2}" srcOrd="0" destOrd="0" presId="urn:microsoft.com/office/officeart/2009/3/layout/HorizontalOrganizationChart"/>
    <dgm:cxn modelId="{30C628E1-AEBD-4EBC-808A-D183B3CE5877}" type="presOf" srcId="{15C50787-B1B1-4D40-B9A3-6DA138512810}" destId="{86E49040-BCDB-43F9-950F-179D02396521}" srcOrd="1" destOrd="0" presId="urn:microsoft.com/office/officeart/2009/3/layout/HorizontalOrganizationChart"/>
    <dgm:cxn modelId="{B64DB1E2-526D-46BC-8ED7-29B001A7DC0A}" type="presOf" srcId="{D8BBA0BF-6243-471D-898D-CDBFC70508BA}" destId="{0267E157-5C99-46DD-B725-D5793F794FA5}" srcOrd="1" destOrd="0" presId="urn:microsoft.com/office/officeart/2009/3/layout/HorizontalOrganizationChart"/>
    <dgm:cxn modelId="{877367F6-FC77-426A-B4A1-BBCB4349E3A4}" type="presOf" srcId="{8DAAA151-1D1E-4B77-83D8-673E5316CE62}" destId="{94F83282-AE60-4F71-BB8D-48E0170C2FBB}" srcOrd="0" destOrd="0" presId="urn:microsoft.com/office/officeart/2009/3/layout/HorizontalOrganizationChart"/>
    <dgm:cxn modelId="{43F453F9-43FB-4369-9202-53EB713CEE8F}" srcId="{2ED34BB1-863A-4841-93D4-46307EFDB66E}" destId="{D8BBA0BF-6243-471D-898D-CDBFC70508BA}" srcOrd="1" destOrd="0" parTransId="{800A7581-234E-4CC8-932D-AD5C33ECDAA8}" sibTransId="{33424902-A642-4A5E-B8F8-4B8499CDD696}"/>
    <dgm:cxn modelId="{6F5A5FFB-C89D-4D33-B2BB-B93EF74E5616}" srcId="{2ED34BB1-863A-4841-93D4-46307EFDB66E}" destId="{15C50787-B1B1-4D40-B9A3-6DA138512810}" srcOrd="0" destOrd="0" parTransId="{CADAB6F9-9396-40BA-B05C-F9301D8B8F55}" sibTransId="{E328C833-DB81-4F0A-96D4-3415FED31275}"/>
    <dgm:cxn modelId="{7BC4DDE9-82C7-44F4-B806-45236B98679F}" type="presParOf" srcId="{BDC11874-93DB-45E7-81FE-8A7784A46175}" destId="{07D6CC02-F8CE-4C6B-94E5-8F2893A4DA85}" srcOrd="0" destOrd="0" presId="urn:microsoft.com/office/officeart/2009/3/layout/HorizontalOrganizationChart"/>
    <dgm:cxn modelId="{4B02BE5E-024C-46C2-988B-8F51BBDA07A0}" type="presParOf" srcId="{07D6CC02-F8CE-4C6B-94E5-8F2893A4DA85}" destId="{C68B4B48-0DA6-4C81-A033-BE682E7E23A5}" srcOrd="0" destOrd="0" presId="urn:microsoft.com/office/officeart/2009/3/layout/HorizontalOrganizationChart"/>
    <dgm:cxn modelId="{3A3A6508-61ED-40E1-B1A1-ABA7EA17D9D0}" type="presParOf" srcId="{C68B4B48-0DA6-4C81-A033-BE682E7E23A5}" destId="{E852BB77-C357-435D-BEBC-26F91E371946}" srcOrd="0" destOrd="0" presId="urn:microsoft.com/office/officeart/2009/3/layout/HorizontalOrganizationChart"/>
    <dgm:cxn modelId="{E2684FE6-E637-4A9C-8D0A-BA6F272E68AB}" type="presParOf" srcId="{C68B4B48-0DA6-4C81-A033-BE682E7E23A5}" destId="{4A42AC74-8DBF-47FD-90D5-60722785C33F}" srcOrd="1" destOrd="0" presId="urn:microsoft.com/office/officeart/2009/3/layout/HorizontalOrganizationChart"/>
    <dgm:cxn modelId="{B01F6E6C-8B71-4CC7-BD33-44626F137F89}" type="presParOf" srcId="{07D6CC02-F8CE-4C6B-94E5-8F2893A4DA85}" destId="{A1B5C536-B46C-402C-A7A3-EAC6C63FBB0B}" srcOrd="1" destOrd="0" presId="urn:microsoft.com/office/officeart/2009/3/layout/HorizontalOrganizationChart"/>
    <dgm:cxn modelId="{29AF4C38-9C17-48EB-9B34-4408D6ED28BB}" type="presParOf" srcId="{A1B5C536-B46C-402C-A7A3-EAC6C63FBB0B}" destId="{A3E66086-C713-415E-9A43-CC129550CCC7}" srcOrd="0" destOrd="0" presId="urn:microsoft.com/office/officeart/2009/3/layout/HorizontalOrganizationChart"/>
    <dgm:cxn modelId="{BA26A562-764F-4C13-A6FA-73D14D9F564D}" type="presParOf" srcId="{A1B5C536-B46C-402C-A7A3-EAC6C63FBB0B}" destId="{BA396648-E689-41A7-A3BD-2C76C7EBB610}" srcOrd="1" destOrd="0" presId="urn:microsoft.com/office/officeart/2009/3/layout/HorizontalOrganizationChart"/>
    <dgm:cxn modelId="{B360BC37-28B8-4A27-AADD-BCEA5F5DA2FA}" type="presParOf" srcId="{BA396648-E689-41A7-A3BD-2C76C7EBB610}" destId="{B4A71296-558C-4A8B-A7CB-7EF05FE0A876}" srcOrd="0" destOrd="0" presId="urn:microsoft.com/office/officeart/2009/3/layout/HorizontalOrganizationChart"/>
    <dgm:cxn modelId="{07E38D19-C795-439A-92E2-3D0B8B4229EE}" type="presParOf" srcId="{B4A71296-558C-4A8B-A7CB-7EF05FE0A876}" destId="{9FDB9F9A-26F8-4158-A20A-D25219C8EA4C}" srcOrd="0" destOrd="0" presId="urn:microsoft.com/office/officeart/2009/3/layout/HorizontalOrganizationChart"/>
    <dgm:cxn modelId="{C98D352C-94DC-458C-8267-2BE31C358569}" type="presParOf" srcId="{B4A71296-558C-4A8B-A7CB-7EF05FE0A876}" destId="{86E49040-BCDB-43F9-950F-179D02396521}" srcOrd="1" destOrd="0" presId="urn:microsoft.com/office/officeart/2009/3/layout/HorizontalOrganizationChart"/>
    <dgm:cxn modelId="{CCC47EDD-2BF3-4850-95A3-11ACE70E7166}" type="presParOf" srcId="{BA396648-E689-41A7-A3BD-2C76C7EBB610}" destId="{F9F4CD27-5BE3-47B5-9F13-F682D16FEF76}" srcOrd="1" destOrd="0" presId="urn:microsoft.com/office/officeart/2009/3/layout/HorizontalOrganizationChart"/>
    <dgm:cxn modelId="{C6DFFC0B-0F09-4CAA-9268-87B81CDD22AC}" type="presParOf" srcId="{BA396648-E689-41A7-A3BD-2C76C7EBB610}" destId="{47C1B288-1E50-41CA-9618-DFFC2048AB82}" srcOrd="2" destOrd="0" presId="urn:microsoft.com/office/officeart/2009/3/layout/HorizontalOrganizationChart"/>
    <dgm:cxn modelId="{D29F5914-C78A-4CC1-B101-1F4313D95A4A}" type="presParOf" srcId="{A1B5C536-B46C-402C-A7A3-EAC6C63FBB0B}" destId="{AD17564A-00B3-4F48-9031-0B80B0707C67}" srcOrd="2" destOrd="0" presId="urn:microsoft.com/office/officeart/2009/3/layout/HorizontalOrganizationChart"/>
    <dgm:cxn modelId="{0FB2D935-2427-404F-BC64-E669F0D9E2FA}" type="presParOf" srcId="{A1B5C536-B46C-402C-A7A3-EAC6C63FBB0B}" destId="{758AB458-4147-4A37-BA78-FDD0ADAE2FE8}" srcOrd="3" destOrd="0" presId="urn:microsoft.com/office/officeart/2009/3/layout/HorizontalOrganizationChart"/>
    <dgm:cxn modelId="{03FFCDB8-0B67-47B9-A162-EBE647B12E79}" type="presParOf" srcId="{758AB458-4147-4A37-BA78-FDD0ADAE2FE8}" destId="{476B409F-09E7-4DB3-AF49-58570C9D87A4}" srcOrd="0" destOrd="0" presId="urn:microsoft.com/office/officeart/2009/3/layout/HorizontalOrganizationChart"/>
    <dgm:cxn modelId="{5E95DB7E-4CBE-4B61-ACF0-206716D72547}" type="presParOf" srcId="{476B409F-09E7-4DB3-AF49-58570C9D87A4}" destId="{30B88844-E858-4521-8EFD-06633CD2FB08}" srcOrd="0" destOrd="0" presId="urn:microsoft.com/office/officeart/2009/3/layout/HorizontalOrganizationChart"/>
    <dgm:cxn modelId="{E2F225F2-8776-44ED-8219-ECE41B449E01}" type="presParOf" srcId="{476B409F-09E7-4DB3-AF49-58570C9D87A4}" destId="{0267E157-5C99-46DD-B725-D5793F794FA5}" srcOrd="1" destOrd="0" presId="urn:microsoft.com/office/officeart/2009/3/layout/HorizontalOrganizationChart"/>
    <dgm:cxn modelId="{F3CD49CF-8114-46A0-ADE6-113E0E5B31B9}" type="presParOf" srcId="{758AB458-4147-4A37-BA78-FDD0ADAE2FE8}" destId="{C1636A0C-BAFA-4587-9390-6D0735F178EE}" srcOrd="1" destOrd="0" presId="urn:microsoft.com/office/officeart/2009/3/layout/HorizontalOrganizationChart"/>
    <dgm:cxn modelId="{0060F83A-2827-4094-987C-A2755BE7BBAD}" type="presParOf" srcId="{758AB458-4147-4A37-BA78-FDD0ADAE2FE8}" destId="{52CC0CEA-3FA5-4CF4-9EF4-8E799B0387EC}" srcOrd="2" destOrd="0" presId="urn:microsoft.com/office/officeart/2009/3/layout/HorizontalOrganizationChart"/>
    <dgm:cxn modelId="{025010B8-7AC8-412D-8FB4-225A160F84B4}" type="presParOf" srcId="{A1B5C536-B46C-402C-A7A3-EAC6C63FBB0B}" destId="{696B1B65-5C90-455E-B019-32CADE69AA6A}" srcOrd="4" destOrd="0" presId="urn:microsoft.com/office/officeart/2009/3/layout/HorizontalOrganizationChart"/>
    <dgm:cxn modelId="{2D5166EF-EAB7-484F-81C7-C35CE7708024}" type="presParOf" srcId="{A1B5C536-B46C-402C-A7A3-EAC6C63FBB0B}" destId="{9F789BBD-65B4-4AC0-8482-36BD36AEE4F7}" srcOrd="5" destOrd="0" presId="urn:microsoft.com/office/officeart/2009/3/layout/HorizontalOrganizationChart"/>
    <dgm:cxn modelId="{1E9CDD21-407C-4B22-A4FF-2BC6CCBA10BA}" type="presParOf" srcId="{9F789BBD-65B4-4AC0-8482-36BD36AEE4F7}" destId="{8D172D3C-FF5F-4ED3-B7DD-BDA8637AB3E5}" srcOrd="0" destOrd="0" presId="urn:microsoft.com/office/officeart/2009/3/layout/HorizontalOrganizationChart"/>
    <dgm:cxn modelId="{776BAE28-7E26-4D06-9930-834FDE2138D5}" type="presParOf" srcId="{8D172D3C-FF5F-4ED3-B7DD-BDA8637AB3E5}" destId="{8A825E78-66A1-4EB2-A1A1-D8054F0D17F2}" srcOrd="0" destOrd="0" presId="urn:microsoft.com/office/officeart/2009/3/layout/HorizontalOrganizationChart"/>
    <dgm:cxn modelId="{4101B00F-2295-4751-A86D-8F1780EF137E}" type="presParOf" srcId="{8D172D3C-FF5F-4ED3-B7DD-BDA8637AB3E5}" destId="{F2073C1E-AB04-4E02-A210-0596A6830984}" srcOrd="1" destOrd="0" presId="urn:microsoft.com/office/officeart/2009/3/layout/HorizontalOrganizationChart"/>
    <dgm:cxn modelId="{CBFC2497-877A-4F4F-B9D0-24C7F19487F4}" type="presParOf" srcId="{9F789BBD-65B4-4AC0-8482-36BD36AEE4F7}" destId="{43C472A3-FEF5-4014-9FF5-63547B171841}" srcOrd="1" destOrd="0" presId="urn:microsoft.com/office/officeart/2009/3/layout/HorizontalOrganizationChart"/>
    <dgm:cxn modelId="{DD305473-60B5-466C-81C2-C40B5041E33F}" type="presParOf" srcId="{9F789BBD-65B4-4AC0-8482-36BD36AEE4F7}" destId="{84FAA296-3CEA-47E7-8761-0FAB9143831A}" srcOrd="2" destOrd="0" presId="urn:microsoft.com/office/officeart/2009/3/layout/HorizontalOrganizationChart"/>
    <dgm:cxn modelId="{37B3F0D6-709E-4D2C-9308-14EBEE07D1BC}" type="presParOf" srcId="{A1B5C536-B46C-402C-A7A3-EAC6C63FBB0B}" destId="{C374A58B-65EE-429A-820B-F5A5E950BD51}" srcOrd="6" destOrd="0" presId="urn:microsoft.com/office/officeart/2009/3/layout/HorizontalOrganizationChart"/>
    <dgm:cxn modelId="{0BED78BF-FD38-4634-8825-716D30391AC6}" type="presParOf" srcId="{A1B5C536-B46C-402C-A7A3-EAC6C63FBB0B}" destId="{443117EB-5E5B-4EBD-9893-69EF534E67C4}" srcOrd="7" destOrd="0" presId="urn:microsoft.com/office/officeart/2009/3/layout/HorizontalOrganizationChart"/>
    <dgm:cxn modelId="{399AC195-A8F5-4FFD-BA6B-A39D48838716}" type="presParOf" srcId="{443117EB-5E5B-4EBD-9893-69EF534E67C4}" destId="{E2E1DF8E-4AC7-472E-9072-4DEFF7C93F30}" srcOrd="0" destOrd="0" presId="urn:microsoft.com/office/officeart/2009/3/layout/HorizontalOrganizationChart"/>
    <dgm:cxn modelId="{8395BE80-7381-406B-8814-926A925BF112}" type="presParOf" srcId="{E2E1DF8E-4AC7-472E-9072-4DEFF7C93F30}" destId="{94F83282-AE60-4F71-BB8D-48E0170C2FBB}" srcOrd="0" destOrd="0" presId="urn:microsoft.com/office/officeart/2009/3/layout/HorizontalOrganizationChart"/>
    <dgm:cxn modelId="{D31CC6E6-0291-4CD7-A75E-B8833B44B613}" type="presParOf" srcId="{E2E1DF8E-4AC7-472E-9072-4DEFF7C93F30}" destId="{E1B6D350-3A84-4E3D-848A-768BA6491188}" srcOrd="1" destOrd="0" presId="urn:microsoft.com/office/officeart/2009/3/layout/HorizontalOrganizationChart"/>
    <dgm:cxn modelId="{9E37DD0C-F605-40F3-9C61-B44E5BAA5511}" type="presParOf" srcId="{443117EB-5E5B-4EBD-9893-69EF534E67C4}" destId="{29E89FDF-54C9-4178-83E3-94D14E85DD88}" srcOrd="1" destOrd="0" presId="urn:microsoft.com/office/officeart/2009/3/layout/HorizontalOrganizationChart"/>
    <dgm:cxn modelId="{B8278840-845C-4EAA-8967-13FE2AAD7A6D}" type="presParOf" srcId="{443117EB-5E5B-4EBD-9893-69EF534E67C4}" destId="{715F8D97-5C1A-48AF-B4B9-C9E844B68C1C}" srcOrd="2" destOrd="0" presId="urn:microsoft.com/office/officeart/2009/3/layout/HorizontalOrganizationChart"/>
    <dgm:cxn modelId="{471FD3CA-623C-46A3-BF91-B9473FE95B01}" type="presParOf" srcId="{07D6CC02-F8CE-4C6B-94E5-8F2893A4DA85}" destId="{2FD8DF9C-B997-4D25-90A2-3B91926E8511}" srcOrd="2" destOrd="0" presId="urn:microsoft.com/office/officeart/2009/3/layout/HorizontalOrganizationChar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374A58B-65EE-429A-820B-F5A5E950BD51}">
      <dsp:nvSpPr>
        <dsp:cNvPr id="0" name=""/>
        <dsp:cNvSpPr/>
      </dsp:nvSpPr>
      <dsp:spPr>
        <a:xfrm>
          <a:off x="4359423" y="2709333"/>
          <a:ext cx="679152" cy="2190266"/>
        </a:xfrm>
        <a:custGeom>
          <a:avLst/>
          <a:gdLst/>
          <a:ahLst/>
          <a:cxnLst/>
          <a:rect l="0" t="0" r="0" b="0"/>
          <a:pathLst>
            <a:path>
              <a:moveTo>
                <a:pt x="0" y="0"/>
              </a:moveTo>
              <a:lnTo>
                <a:pt x="339576" y="0"/>
              </a:lnTo>
              <a:lnTo>
                <a:pt x="339576" y="2190266"/>
              </a:lnTo>
              <a:lnTo>
                <a:pt x="679152" y="2190266"/>
              </a:lnTo>
            </a:path>
          </a:pathLst>
        </a:custGeom>
        <a:noFill/>
        <a:ln w="25400" cap="flat" cmpd="sng" algn="ctr">
          <a:solidFill>
            <a:schemeClr val="accent2">
              <a:hueOff val="0"/>
              <a:satOff val="0"/>
              <a:lumOff val="0"/>
              <a:alphaOff val="0"/>
            </a:schemeClr>
          </a:solidFill>
          <a:prstDash val="solid"/>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696B1B65-5C90-455E-B019-32CADE69AA6A}">
      <dsp:nvSpPr>
        <dsp:cNvPr id="0" name=""/>
        <dsp:cNvSpPr/>
      </dsp:nvSpPr>
      <dsp:spPr>
        <a:xfrm>
          <a:off x="4359423" y="2709333"/>
          <a:ext cx="679152" cy="730088"/>
        </a:xfrm>
        <a:custGeom>
          <a:avLst/>
          <a:gdLst/>
          <a:ahLst/>
          <a:cxnLst/>
          <a:rect l="0" t="0" r="0" b="0"/>
          <a:pathLst>
            <a:path>
              <a:moveTo>
                <a:pt x="0" y="0"/>
              </a:moveTo>
              <a:lnTo>
                <a:pt x="339576" y="0"/>
              </a:lnTo>
              <a:lnTo>
                <a:pt x="339576" y="730088"/>
              </a:lnTo>
              <a:lnTo>
                <a:pt x="679152" y="730088"/>
              </a:lnTo>
            </a:path>
          </a:pathLst>
        </a:custGeom>
        <a:noFill/>
        <a:ln w="25400" cap="flat" cmpd="sng" algn="ctr">
          <a:solidFill>
            <a:schemeClr val="accent2">
              <a:hueOff val="0"/>
              <a:satOff val="0"/>
              <a:lumOff val="0"/>
              <a:alphaOff val="0"/>
            </a:schemeClr>
          </a:solidFill>
          <a:prstDash val="solid"/>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AD17564A-00B3-4F48-9031-0B80B0707C67}">
      <dsp:nvSpPr>
        <dsp:cNvPr id="0" name=""/>
        <dsp:cNvSpPr/>
      </dsp:nvSpPr>
      <dsp:spPr>
        <a:xfrm>
          <a:off x="4359423" y="1979244"/>
          <a:ext cx="679152" cy="730088"/>
        </a:xfrm>
        <a:custGeom>
          <a:avLst/>
          <a:gdLst/>
          <a:ahLst/>
          <a:cxnLst/>
          <a:rect l="0" t="0" r="0" b="0"/>
          <a:pathLst>
            <a:path>
              <a:moveTo>
                <a:pt x="0" y="730088"/>
              </a:moveTo>
              <a:lnTo>
                <a:pt x="339576" y="730088"/>
              </a:lnTo>
              <a:lnTo>
                <a:pt x="339576" y="0"/>
              </a:lnTo>
              <a:lnTo>
                <a:pt x="679152" y="0"/>
              </a:lnTo>
            </a:path>
          </a:pathLst>
        </a:custGeom>
        <a:noFill/>
        <a:ln w="25400" cap="flat" cmpd="sng" algn="ctr">
          <a:solidFill>
            <a:schemeClr val="accent2">
              <a:hueOff val="0"/>
              <a:satOff val="0"/>
              <a:lumOff val="0"/>
              <a:alphaOff val="0"/>
            </a:schemeClr>
          </a:solidFill>
          <a:prstDash val="solid"/>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A3E66086-C713-415E-9A43-CC129550CCC7}">
      <dsp:nvSpPr>
        <dsp:cNvPr id="0" name=""/>
        <dsp:cNvSpPr/>
      </dsp:nvSpPr>
      <dsp:spPr>
        <a:xfrm>
          <a:off x="4359423" y="519067"/>
          <a:ext cx="679152" cy="2190266"/>
        </a:xfrm>
        <a:custGeom>
          <a:avLst/>
          <a:gdLst/>
          <a:ahLst/>
          <a:cxnLst/>
          <a:rect l="0" t="0" r="0" b="0"/>
          <a:pathLst>
            <a:path>
              <a:moveTo>
                <a:pt x="0" y="2190266"/>
              </a:moveTo>
              <a:lnTo>
                <a:pt x="339576" y="2190266"/>
              </a:lnTo>
              <a:lnTo>
                <a:pt x="339576" y="0"/>
              </a:lnTo>
              <a:lnTo>
                <a:pt x="679152" y="0"/>
              </a:lnTo>
            </a:path>
          </a:pathLst>
        </a:custGeom>
        <a:noFill/>
        <a:ln w="25400" cap="flat" cmpd="sng" algn="ctr">
          <a:solidFill>
            <a:schemeClr val="accent2">
              <a:hueOff val="0"/>
              <a:satOff val="0"/>
              <a:lumOff val="0"/>
              <a:alphaOff val="0"/>
            </a:schemeClr>
          </a:solidFill>
          <a:prstDash val="solid"/>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E852BB77-C357-435D-BEBC-26F91E371946}">
      <dsp:nvSpPr>
        <dsp:cNvPr id="0" name=""/>
        <dsp:cNvSpPr/>
      </dsp:nvSpPr>
      <dsp:spPr>
        <a:xfrm>
          <a:off x="963662" y="2191479"/>
          <a:ext cx="3395761" cy="1035707"/>
        </a:xfrm>
        <a:prstGeom prst="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Key Concepts of DevOps</a:t>
          </a:r>
        </a:p>
      </dsp:txBody>
      <dsp:txXfrm>
        <a:off x="963662" y="2191479"/>
        <a:ext cx="3395761" cy="1035707"/>
      </dsp:txXfrm>
    </dsp:sp>
    <dsp:sp modelId="{9FDB9F9A-26F8-4158-A20A-D25219C8EA4C}">
      <dsp:nvSpPr>
        <dsp:cNvPr id="0" name=""/>
        <dsp:cNvSpPr/>
      </dsp:nvSpPr>
      <dsp:spPr>
        <a:xfrm>
          <a:off x="5038576" y="1213"/>
          <a:ext cx="3395761" cy="1035707"/>
        </a:xfrm>
        <a:prstGeom prst="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b="1" i="0" kern="1200">
              <a:effectLst/>
              <a:latin typeface="Söhne"/>
            </a:rPr>
            <a:t>Collaboration</a:t>
          </a:r>
          <a:endParaRPr lang="en-US" sz="2000" kern="1200" dirty="0"/>
        </a:p>
      </dsp:txBody>
      <dsp:txXfrm>
        <a:off x="5038576" y="1213"/>
        <a:ext cx="3395761" cy="1035707"/>
      </dsp:txXfrm>
    </dsp:sp>
    <dsp:sp modelId="{30B88844-E858-4521-8EFD-06633CD2FB08}">
      <dsp:nvSpPr>
        <dsp:cNvPr id="0" name=""/>
        <dsp:cNvSpPr/>
      </dsp:nvSpPr>
      <dsp:spPr>
        <a:xfrm>
          <a:off x="5038576" y="1461391"/>
          <a:ext cx="3395761" cy="1035707"/>
        </a:xfrm>
        <a:prstGeom prst="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b="1" i="0" kern="1200">
              <a:effectLst/>
              <a:latin typeface="Söhne"/>
            </a:rPr>
            <a:t>Automation</a:t>
          </a:r>
          <a:endParaRPr lang="en-US" sz="2000" kern="1200" dirty="0"/>
        </a:p>
      </dsp:txBody>
      <dsp:txXfrm>
        <a:off x="5038576" y="1461391"/>
        <a:ext cx="3395761" cy="1035707"/>
      </dsp:txXfrm>
    </dsp:sp>
    <dsp:sp modelId="{8A825E78-66A1-4EB2-A1A1-D8054F0D17F2}">
      <dsp:nvSpPr>
        <dsp:cNvPr id="0" name=""/>
        <dsp:cNvSpPr/>
      </dsp:nvSpPr>
      <dsp:spPr>
        <a:xfrm>
          <a:off x="5038576" y="2921568"/>
          <a:ext cx="3395761" cy="1035707"/>
        </a:xfrm>
        <a:prstGeom prst="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b="1" kern="1200">
              <a:latin typeface="Söhne"/>
            </a:rPr>
            <a:t>Continuous Integration and Continuous Delivery (CI/CD)</a:t>
          </a:r>
          <a:endParaRPr lang="en-US" sz="2000" kern="1200" dirty="0"/>
        </a:p>
      </dsp:txBody>
      <dsp:txXfrm>
        <a:off x="5038576" y="2921568"/>
        <a:ext cx="3395761" cy="1035707"/>
      </dsp:txXfrm>
    </dsp:sp>
    <dsp:sp modelId="{94F83282-AE60-4F71-BB8D-48E0170C2FBB}">
      <dsp:nvSpPr>
        <dsp:cNvPr id="0" name=""/>
        <dsp:cNvSpPr/>
      </dsp:nvSpPr>
      <dsp:spPr>
        <a:xfrm>
          <a:off x="5038576" y="4381746"/>
          <a:ext cx="3395761" cy="1035707"/>
        </a:xfrm>
        <a:prstGeom prst="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b="1" i="0" kern="1200">
              <a:effectLst/>
              <a:latin typeface="Söhne"/>
            </a:rPr>
            <a:t>Monitoring and Feedback</a:t>
          </a:r>
          <a:endParaRPr lang="en-US" sz="2000" kern="1200" dirty="0"/>
        </a:p>
      </dsp:txBody>
      <dsp:txXfrm>
        <a:off x="5038576" y="4381746"/>
        <a:ext cx="3395761" cy="1035707"/>
      </dsp:txXfrm>
    </dsp:sp>
  </dsp:spTree>
</dsp:drawing>
</file>

<file path=ppt/diagrams/layout1.xml><?xml version="1.0" encoding="utf-8"?>
<dgm:layoutDef xmlns:dgm="http://schemas.openxmlformats.org/drawingml/2006/diagram" xmlns:a="http://schemas.openxmlformats.org/drawingml/2006/main" uniqueId="urn:microsoft.com/office/officeart/2009/3/layout/HorizontalOrganizationChart">
  <dgm:title val=""/>
  <dgm:desc val=""/>
  <dgm:catLst>
    <dgm:cat type="hierarchy" pri="43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305"/>
      <dgm:constr type="w" for="des" forName="rootComposite" refType="w" fact="10"/>
      <dgm:constr type="h" for="des" forName="rootComposite" refType="w" refFor="des" refForName="rootComposite1" fact="0.305"/>
      <dgm:constr type="w" for="des" forName="rootComposite3" refType="w" fact="10"/>
      <dgm:constr type="h" for="des" forName="rootComposite3" refType="w" refFor="des" refForName="rootComposite1" fact="0.305"/>
      <dgm:constr type="primFontSz" for="des" ptType="node" op="equ"/>
      <dgm:constr type="sp" for="des" op="equ"/>
      <dgm:constr type="sp" for="des" forName="hierRoot1" refType="w" refFor="des" refForName="rootComposite1" fact="0.2"/>
      <dgm:constr type="sp" for="des" forName="hierRoot2" refType="sp" refFor="des" refForName="hierRoot1"/>
      <dgm:constr type="sp" for="des" forName="hierRoot3" refType="sp" refFor="des" refForName="hierRoot1"/>
      <dgm:constr type="sibSp" refType="w" refFor="des" refForName="rootComposite1" fact="0.125"/>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125"/>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func="var" arg="dir" op="equ" val="norm">
                  <dgm:alg type="hierRoot">
                    <dgm:param type="hierAlign" val="lT"/>
                  </dgm:alg>
                  <dgm:constrLst>
                    <dgm:constr type="alignOff" val="0.75"/>
                  </dgm:constrLst>
                </dgm:if>
                <dgm:else name="Name9">
                  <dgm:alg type="hierRoot">
                    <dgm:param type="hierAlign" val="rT"/>
                  </dgm:alg>
                  <dgm:constrLst>
                    <dgm:constr type="alignOff" val="0.75"/>
                  </dgm:constrLst>
                </dgm:else>
              </dgm:choose>
            </dgm:if>
            <dgm:if name="Name10" func="var" arg="hierBranch" op="equ" val="r">
              <dgm:choose name="Name11">
                <dgm:if name="Name12" func="var" arg="dir" op="equ" val="norm">
                  <dgm:alg type="hierRoot">
                    <dgm:param type="hierAlign" val="lB"/>
                  </dgm:alg>
                  <dgm:constrLst>
                    <dgm:constr type="alignOff" val="0.75"/>
                  </dgm:constrLst>
                </dgm:if>
                <dgm:else name="Name13">
                  <dgm:alg type="hierRoot">
                    <dgm:param type="hierAlign" val="rB"/>
                  </dgm:alg>
                  <dgm:constrLst>
                    <dgm:constr type="alignOff" val="0.75"/>
                  </dgm:constrLst>
                </dgm:else>
              </dgm:choose>
            </dgm:if>
            <dgm:if name="Name14" func="var" arg="hierBranch" op="equ" val="hang">
              <dgm:choose name="Name15">
                <dgm:if name="Name16" func="var" arg="dir" op="equ" val="norm">
                  <dgm:alg type="hierRoot">
                    <dgm:param type="hierAlign" val="lCtrCh"/>
                  </dgm:alg>
                  <dgm:constrLst>
                    <dgm:constr type="alignOff" val="0.65"/>
                  </dgm:constrLst>
                </dgm:if>
                <dgm:else name="Name17">
                  <dgm:alg type="hierRoot">
                    <dgm:param type="hierAlign" val="rCtrCh"/>
                  </dgm:alg>
                  <dgm:constrLst>
                    <dgm:constr type="alignOff" val="0.65"/>
                  </dgm:constrLst>
                </dgm:else>
              </dgm:choose>
            </dgm:if>
            <dgm:else name="Name18">
              <dgm:choose name="Name19">
                <dgm:if name="Name20" func="var" arg="dir" op="equ" val="norm">
                  <dgm:alg type="hierRoot">
                    <dgm:param type="hierAlign" val="lCtrCh"/>
                  </dgm:alg>
                  <dgm:constrLst>
                    <dgm:constr type="alignOff"/>
                    <dgm:constr type="bendDist" for="des" ptType="parTrans" refType="sp" fact="0.5"/>
                  </dgm:constrLst>
                </dgm:if>
                <dgm:else name="Name21">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22">
              <dgm:if name="Name23"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24"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25"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6">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7">
              <dgm:if name="Name28" func="var" arg="hierBranch" op="equ" val="l">
                <dgm:choose name="Name29">
                  <dgm:if name="Name30" func="var" arg="dir" op="equ" val="norm">
                    <dgm:alg type="hierChild">
                      <dgm:param type="chAlign" val="t"/>
                      <dgm:param type="linDir" val="fromL"/>
                    </dgm:alg>
                  </dgm:if>
                  <dgm:else name="Name31">
                    <dgm:alg type="hierChild">
                      <dgm:param type="chAlign" val="t"/>
                      <dgm:param type="linDir" val="fromR"/>
                    </dgm:alg>
                  </dgm:else>
                </dgm:choose>
              </dgm:if>
              <dgm:if name="Name32" func="var" arg="hierBranch" op="equ" val="r">
                <dgm:choose name="Name33">
                  <dgm:if name="Name34" func="var" arg="dir" op="equ" val="norm">
                    <dgm:alg type="hierChild">
                      <dgm:param type="chAlign" val="b"/>
                      <dgm:param type="linDir" val="fromL"/>
                    </dgm:alg>
                  </dgm:if>
                  <dgm:else name="Name35">
                    <dgm:alg type="hierChild">
                      <dgm:param type="chAlign" val="b"/>
                      <dgm:param type="linDir" val="fromR"/>
                    </dgm:alg>
                  </dgm:else>
                </dgm:choose>
              </dgm:if>
              <dgm:if name="Name36" func="var" arg="hierBranch" op="equ" val="hang">
                <dgm:choose name="Name37">
                  <dgm:if name="Name38" func="var" arg="dir" op="equ" val="norm">
                    <dgm:alg type="hierChild">
                      <dgm:param type="chAlign" val="l"/>
                      <dgm:param type="linDir" val="fromT"/>
                      <dgm:param type="secChAlign" val="t"/>
                      <dgm:param type="secLinDir" val="fromL"/>
                    </dgm:alg>
                  </dgm:if>
                  <dgm:else name="Name39">
                    <dgm:alg type="hierChild">
                      <dgm:param type="chAlign" val="r"/>
                      <dgm:param type="linDir" val="fromT"/>
                      <dgm:param type="secChAlign" val="t"/>
                      <dgm:param type="secLinDir" val="fromR"/>
                    </dgm:alg>
                  </dgm:else>
                </dgm:choose>
              </dgm:if>
              <dgm:else name="Name40">
                <dgm:choose name="Name41">
                  <dgm:if name="Name42" func="var" arg="dir" op="equ" val="norm">
                    <dgm:alg type="hierChild">
                      <dgm:param type="linDir" val="fromT"/>
                      <dgm:param type="chAlign" val="l"/>
                    </dgm:alg>
                  </dgm:if>
                  <dgm:else name="Name43">
                    <dgm:alg type="hierChild">
                      <dgm:param type="linDir" val="fromT"/>
                      <dgm:param type="chAlign" val="r"/>
                    </dgm:alg>
                  </dgm:else>
                </dgm:choose>
              </dgm:else>
            </dgm:choose>
            <dgm:shape xmlns:r="http://schemas.openxmlformats.org/officeDocument/2006/relationships" r:blip="">
              <dgm:adjLst/>
            </dgm:shape>
            <dgm:presOf/>
            <dgm:constrLst/>
            <dgm:ruleLst/>
            <dgm:forEach name="rep2a" axis="ch" ptType="nonAsst">
              <dgm:forEach name="Name44" axis="precedSib" ptType="parTrans" st="-1" cnt="1">
                <dgm:choose name="Name45">
                  <dgm:if name="Name46" func="var" arg="hierBranch" op="equ" val="hang">
                    <dgm:layoutNode name="Name47">
                      <dgm:choose name="Name48">
                        <dgm:if name="Name49" func="var" arg="dir" op="equ" val="norm">
                          <dgm:alg type="conn">
                            <dgm:param type="connRout" val="bend"/>
                            <dgm:param type="dim" val="1D"/>
                            <dgm:param type="endSty" val="noArr"/>
                            <dgm:param type="begPts" val="midR"/>
                            <dgm:param type="endPts" val="bCtr tCtr"/>
                          </dgm:alg>
                        </dgm:if>
                        <dgm:else name="Name50">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1" func="var" arg="hierBranch" op="equ" val="l">
                    <dgm:layoutNode name="Name52">
                      <dgm:choose name="Name53">
                        <dgm:if name="Name54" func="var" arg="dir" op="equ" val="norm">
                          <dgm:alg type="conn">
                            <dgm:param type="connRout" val="bend"/>
                            <dgm:param type="dim" val="1D"/>
                            <dgm:param type="endSty" val="noArr"/>
                            <dgm:param type="begPts" val="midR"/>
                            <dgm:param type="endPts" val="tCtr"/>
                          </dgm:alg>
                        </dgm:if>
                        <dgm:else name="Name55">
                          <dgm:alg type="conn">
                            <dgm:param type="connRout" val="bend"/>
                            <dgm:param type="dim" val="1D"/>
                            <dgm:param type="endSty" val="noArr"/>
                            <dgm:param type="begPts" val="midL"/>
                            <dgm:param type="endPts" val="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6" func="var" arg="hierBranch" op="equ" val="r">
                    <dgm:layoutNode name="Name57">
                      <dgm:choose name="Name58">
                        <dgm:if name="Name59" func="var" arg="dir" op="equ" val="norm">
                          <dgm:alg type="conn">
                            <dgm:param type="connRout" val="bend"/>
                            <dgm:param type="dim" val="1D"/>
                            <dgm:param type="endSty" val="noArr"/>
                            <dgm:param type="begPts" val="midR"/>
                            <dgm:param type="endPts" val="bCtr"/>
                          </dgm:alg>
                        </dgm:if>
                        <dgm:else name="Name60">
                          <dgm:alg type="conn">
                            <dgm:param type="connRout" val="bend"/>
                            <dgm:param type="dim" val="1D"/>
                            <dgm:param type="endSty" val="noArr"/>
                            <dgm:param type="begPts" val="midL"/>
                            <dgm:param type="endPts" val="bCtr"/>
                          </dgm:alg>
                        </dgm:else>
                      </dgm:choose>
                      <dgm:shape xmlns:r="http://schemas.openxmlformats.org/officeDocument/2006/relationships" type="conn" r:blip="" zOrderOff="-99999">
                        <dgm:adjLst/>
                      </dgm:shape>
                      <dgm:presOf axis="self"/>
                      <dgm:constrLst>
                        <dgm:constr type="begPad"/>
                        <dgm:constr type="endPad"/>
                      </dgm:constrLst>
                      <dgm:ruleLst/>
                    </dgm:layoutNode>
                  </dgm:if>
                  <dgm:else name="Name61">
                    <dgm:choose name="Name62">
                      <dgm:if name="Name63" func="var" arg="dir" op="equ" val="norm">
                        <dgm:layoutNode name="Name64">
                          <dgm:alg type="conn">
                            <dgm:param type="connRout" val="bend"/>
                            <dgm:param type="dim" val="1D"/>
                            <dgm:param type="endSty" val="noArr"/>
                            <dgm:param type="begPts" val="midR"/>
                            <dgm:param type="endPts" val="midL"/>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else name="Name65">
                        <dgm:layoutNode name="Name66">
                          <dgm:alg type="conn">
                            <dgm:param type="connRout" val="bend"/>
                            <dgm:param type="dim" val="1D"/>
                            <dgm:param type="endSty" val="noArr"/>
                            <dgm:param type="begPts" val="midL"/>
                            <dgm:param type="endPts" val="midR"/>
                            <dgm:param type="bendPt" val="end"/>
                          </dgm:alg>
                          <dgm:shape xmlns:r="http://schemas.openxmlformats.org/officeDocument/2006/relationships" type="conn" r:blip="" zOrderOff="-99999">
                            <dgm:adjLst/>
                          </dgm:shape>
                          <dgm:presOf axis="self"/>
                          <dgm:constrLst>
                            <dgm:constr type="begPad"/>
                            <dgm:constr type="endPad"/>
                          </dgm:constrLst>
                          <dgm:ruleLst/>
                        </dgm:layoutNode>
                      </dgm:else>
                    </dgm:choose>
                  </dgm:else>
                </dgm:choose>
              </dgm:forEach>
              <dgm:layoutNode name="hierRoot2">
                <dgm:varLst>
                  <dgm:hierBranch val="init"/>
                </dgm:varLst>
                <dgm:choose name="Name67">
                  <dgm:if name="Name68" func="var" arg="hierBranch" op="equ" val="l">
                    <dgm:choose name="Name69">
                      <dgm:if name="Name70" func="var" arg="dir" op="equ" val="norm">
                        <dgm:alg type="hierRoot">
                          <dgm:param type="hierAlign" val="lT"/>
                        </dgm:alg>
                        <dgm:constrLst>
                          <dgm:constr type="alignOff" val="0.75"/>
                        </dgm:constrLst>
                      </dgm:if>
                      <dgm:else name="Name71">
                        <dgm:alg type="hierRoot">
                          <dgm:param type="hierAlign" val="rT"/>
                        </dgm:alg>
                        <dgm:constrLst>
                          <dgm:constr type="alignOff" val="0.75"/>
                        </dgm:constrLst>
                      </dgm:else>
                    </dgm:choose>
                  </dgm:if>
                  <dgm:if name="Name72" func="var" arg="hierBranch" op="equ" val="r">
                    <dgm:choose name="Name73">
                      <dgm:if name="Name74" func="var" arg="dir" op="equ" val="norm">
                        <dgm:alg type="hierRoot">
                          <dgm:param type="hierAlign" val="lB"/>
                        </dgm:alg>
                        <dgm:constrLst>
                          <dgm:constr type="alignOff" val="0.75"/>
                        </dgm:constrLst>
                      </dgm:if>
                      <dgm:else name="Name75">
                        <dgm:alg type="hierRoot">
                          <dgm:param type="hierAlign" val="rB"/>
                        </dgm:alg>
                        <dgm:constrLst>
                          <dgm:constr type="alignOff" val="0.75"/>
                        </dgm:constrLst>
                      </dgm:else>
                    </dgm:choose>
                  </dgm:if>
                  <dgm:if name="Name76" func="var" arg="hierBranch" op="equ" val="hang">
                    <dgm:choose name="Name77">
                      <dgm:if name="Name78" func="var" arg="dir" op="equ" val="norm">
                        <dgm:alg type="hierRoot">
                          <dgm:param type="hierAlign" val="lCtrCh"/>
                        </dgm:alg>
                        <dgm:constrLst>
                          <dgm:constr type="alignOff" val="0.65"/>
                        </dgm:constrLst>
                      </dgm:if>
                      <dgm:else name="Name79">
                        <dgm:alg type="hierRoot">
                          <dgm:param type="hierAlign" val="rCtrCh"/>
                        </dgm:alg>
                        <dgm:constrLst>
                          <dgm:constr type="alignOff" val="0.65"/>
                        </dgm:constrLst>
                      </dgm:else>
                    </dgm:choose>
                  </dgm:if>
                  <dgm:else name="Name80">
                    <dgm:choose name="Name81">
                      <dgm:if name="Name82" func="var" arg="dir" op="equ" val="norm">
                        <dgm:alg type="hierRoot">
                          <dgm:param type="hierAlign" val="lCtrCh"/>
                        </dgm:alg>
                        <dgm:constrLst>
                          <dgm:constr type="alignOff"/>
                          <dgm:constr type="bendDist" for="des" ptType="parTrans" refType="sp" fact="0.5"/>
                        </dgm:constrLst>
                      </dgm:if>
                      <dgm:else name="Name83">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
                  <dgm:alg type="composite"/>
                  <dgm:shape xmlns:r="http://schemas.openxmlformats.org/officeDocument/2006/relationships" r:blip="">
                    <dgm:adjLst/>
                  </dgm:shape>
                  <dgm:presOf axis="self" ptType="node" cnt="1"/>
                  <dgm:choose name="Name84">
                    <dgm:if name="Name85"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6"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7"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8">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9">
                    <dgm:if name="Name90" func="var" arg="hierBranch" op="equ" val="l">
                      <dgm:choose name="Name91">
                        <dgm:if name="Name92" func="var" arg="dir" op="equ" val="norm">
                          <dgm:alg type="hierChild">
                            <dgm:param type="chAlign" val="t"/>
                            <dgm:param type="linDir" val="fromL"/>
                          </dgm:alg>
                        </dgm:if>
                        <dgm:else name="Name93">
                          <dgm:alg type="hierChild">
                            <dgm:param type="chAlign" val="t"/>
                            <dgm:param type="linDir" val="fromR"/>
                          </dgm:alg>
                        </dgm:else>
                      </dgm:choose>
                    </dgm:if>
                    <dgm:if name="Name94" func="var" arg="hierBranch" op="equ" val="r">
                      <dgm:choose name="Name95">
                        <dgm:if name="Name96" func="var" arg="dir" op="equ" val="norm">
                          <dgm:alg type="hierChild">
                            <dgm:param type="chAlign" val="b"/>
                            <dgm:param type="linDir" val="fromL"/>
                          </dgm:alg>
                        </dgm:if>
                        <dgm:else name="Name97">
                          <dgm:alg type="hierChild">
                            <dgm:param type="chAlign" val="b"/>
                            <dgm:param type="linDir" val="fromR"/>
                          </dgm:alg>
                        </dgm:else>
                      </dgm:choose>
                    </dgm:if>
                    <dgm:if name="Name98" func="var" arg="hierBranch" op="equ" val="hang">
                      <dgm:choose name="Name99">
                        <dgm:if name="Name100" func="var" arg="dir" op="equ" val="norm">
                          <dgm:alg type="hierChild">
                            <dgm:param type="chAlign" val="l"/>
                            <dgm:param type="linDir" val="fromT"/>
                            <dgm:param type="secChAlign" val="t"/>
                            <dgm:param type="secLinDir" val="fromL"/>
                          </dgm:alg>
                        </dgm:if>
                        <dgm:else name="Name101">
                          <dgm:alg type="hierChild">
                            <dgm:param type="chAlign" val="r"/>
                            <dgm:param type="linDir" val="fromT"/>
                            <dgm:param type="secChAlign" val="t"/>
                            <dgm:param type="secLinDir" val="fromR"/>
                          </dgm:alg>
                        </dgm:else>
                      </dgm:choose>
                    </dgm:if>
                    <dgm:else name="Name102">
                      <dgm:choose name="Name103">
                        <dgm:if name="Name104" func="var" arg="dir" op="equ" val="norm">
                          <dgm:alg type="hierChild">
                            <dgm:param type="linDir" val="fromT"/>
                            <dgm:param type="chAlign" val="l"/>
                          </dgm:alg>
                        </dgm:if>
                        <dgm:else name="Name105">
                          <dgm:alg type="hierChild">
                            <dgm:param type="linDir" val="fromT"/>
                            <dgm:param type="chAlign" val="r"/>
                          </dgm:alg>
                        </dgm:else>
                      </dgm:choose>
                    </dgm:else>
                  </dgm:choose>
                  <dgm:shape xmlns:r="http://schemas.openxmlformats.org/officeDocument/2006/relationships" r:blip="">
                    <dgm:adjLst/>
                  </dgm:shape>
                  <dgm:presOf/>
                  <dgm:constrLst/>
                  <dgm:ruleLst/>
                  <dgm:forEach name="Name106" ref="rep2a"/>
                </dgm:layoutNode>
                <dgm:layoutNode name="hierChild5">
                  <dgm:choose name="Name107">
                    <dgm:if name="Name108" func="var" arg="dir" op="equ" val="norm">
                      <dgm:alg type="hierChild">
                        <dgm:param type="chAlign" val="l"/>
                        <dgm:param type="linDir" val="fromT"/>
                        <dgm:param type="secChAlign" val="t"/>
                        <dgm:param type="secLinDir" val="fromL"/>
                      </dgm:alg>
                    </dgm:if>
                    <dgm:else name="Name109">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10" ref="rep2b"/>
                </dgm:layoutNode>
              </dgm:layoutNode>
            </dgm:forEach>
          </dgm:layoutNode>
          <dgm:layoutNode name="hierChild3">
            <dgm:choose name="Name111">
              <dgm:if name="Name112" func="var" arg="dir" op="equ" val="norm">
                <dgm:alg type="hierChild">
                  <dgm:param type="chAlign" val="l"/>
                  <dgm:param type="linDir" val="fromT"/>
                  <dgm:param type="secChAlign" val="t"/>
                  <dgm:param type="secLinDir" val="fromL"/>
                </dgm:alg>
              </dgm:if>
              <dgm:else name="Name113">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rep2b" axis="ch" ptType="asst">
              <dgm:forEach name="Name114" axis="precedSib" ptType="parTrans" st="-1" cnt="1">
                <dgm:layoutNode name="Name115">
                  <dgm:choose name="Name116">
                    <dgm:if name="Name117" func="var" arg="dir" op="equ" val="norm">
                      <dgm:alg type="conn">
                        <dgm:param type="connRout" val="bend"/>
                        <dgm:param type="dim" val="1D"/>
                        <dgm:param type="endSty" val="noArr"/>
                        <dgm:param type="begPts" val="midR"/>
                        <dgm:param type="endPts" val="bCtr tCtr"/>
                      </dgm:alg>
                    </dgm:if>
                    <dgm:else name="Name118">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9">
                  <dgm:if name="Name120" func="var" arg="hierBranch" op="equ" val="l">
                    <dgm:choose name="Name121">
                      <dgm:if name="Name122" func="var" arg="dir" op="equ" val="norm">
                        <dgm:alg type="hierRoot">
                          <dgm:param type="hierAlign" val="lT"/>
                        </dgm:alg>
                        <dgm:constrLst>
                          <dgm:constr type="alignOff" val="0.75"/>
                        </dgm:constrLst>
                      </dgm:if>
                      <dgm:else name="Name123">
                        <dgm:alg type="hierRoot">
                          <dgm:param type="hierAlign" val="rT"/>
                        </dgm:alg>
                        <dgm:constrLst>
                          <dgm:constr type="alignOff" val="0.75"/>
                        </dgm:constrLst>
                      </dgm:else>
                    </dgm:choose>
                  </dgm:if>
                  <dgm:if name="Name124" func="var" arg="hierBranch" op="equ" val="r">
                    <dgm:choose name="Name125">
                      <dgm:if name="Name126" func="var" arg="dir" op="equ" val="norm">
                        <dgm:alg type="hierRoot">
                          <dgm:param type="hierAlign" val="lB"/>
                        </dgm:alg>
                        <dgm:constrLst>
                          <dgm:constr type="alignOff" val="0.75"/>
                        </dgm:constrLst>
                      </dgm:if>
                      <dgm:else name="Name127">
                        <dgm:alg type="hierRoot">
                          <dgm:param type="hierAlign" val="rB"/>
                        </dgm:alg>
                        <dgm:constrLst>
                          <dgm:constr type="alignOff" val="0.75"/>
                        </dgm:constrLst>
                      </dgm:else>
                    </dgm:choose>
                  </dgm:if>
                  <dgm:if name="Name128" func="var" arg="hierBranch" op="equ" val="hang">
                    <dgm:choose name="Name129">
                      <dgm:if name="Name130" func="var" arg="dir" op="equ" val="norm">
                        <dgm:alg type="hierRoot">
                          <dgm:param type="hierAlign" val="lCtrCh"/>
                        </dgm:alg>
                        <dgm:constrLst>
                          <dgm:constr type="alignOff" val="0.65"/>
                        </dgm:constrLst>
                      </dgm:if>
                      <dgm:else name="Name131">
                        <dgm:alg type="hierRoot">
                          <dgm:param type="hierAlign" val="rCtrCh"/>
                        </dgm:alg>
                        <dgm:constrLst>
                          <dgm:constr type="alignOff" val="0.65"/>
                        </dgm:constrLst>
                      </dgm:else>
                    </dgm:choose>
                  </dgm:if>
                  <dgm:else name="Name132">
                    <dgm:choose name="Name133">
                      <dgm:if name="Name134" func="var" arg="dir" op="equ" val="norm">
                        <dgm:alg type="hierRoot">
                          <dgm:param type="hierAlign" val="lCtrCh"/>
                        </dgm:alg>
                        <dgm:constrLst>
                          <dgm:constr type="alignOff"/>
                          <dgm:constr type="bendDist" for="des" ptType="parTrans" refType="sp" fact="0.5"/>
                        </dgm:constrLst>
                      </dgm:if>
                      <dgm:else name="Name135">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3">
                  <dgm:alg type="composite"/>
                  <dgm:shape xmlns:r="http://schemas.openxmlformats.org/officeDocument/2006/relationships" r:blip="">
                    <dgm:adjLst/>
                  </dgm:shape>
                  <dgm:presOf axis="self" ptType="node" cnt="1"/>
                  <dgm:choose name="Name136">
                    <dgm:if name="Name137"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38"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39"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40">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41">
                    <dgm:if name="Name142" func="var" arg="hierBranch" op="equ" val="l">
                      <dgm:choose name="Name143">
                        <dgm:if name="Name144" func="var" arg="dir" op="equ" val="norm">
                          <dgm:alg type="hierChild">
                            <dgm:param type="chAlign" val="t"/>
                            <dgm:param type="linDir" val="fromL"/>
                          </dgm:alg>
                        </dgm:if>
                        <dgm:else name="Name145">
                          <dgm:alg type="hierChild">
                            <dgm:param type="chAlign" val="t"/>
                            <dgm:param type="linDir" val="fromR"/>
                          </dgm:alg>
                        </dgm:else>
                      </dgm:choose>
                    </dgm:if>
                    <dgm:if name="Name146" func="var" arg="hierBranch" op="equ" val="r">
                      <dgm:choose name="Name147">
                        <dgm:if name="Name148" func="var" arg="dir" op="equ" val="norm">
                          <dgm:alg type="hierChild">
                            <dgm:param type="chAlign" val="b"/>
                            <dgm:param type="linDir" val="fromL"/>
                          </dgm:alg>
                        </dgm:if>
                        <dgm:else name="Name149">
                          <dgm:alg type="hierChild">
                            <dgm:param type="chAlign" val="b"/>
                            <dgm:param type="linDir" val="fromR"/>
                          </dgm:alg>
                        </dgm:else>
                      </dgm:choose>
                    </dgm:if>
                    <dgm:if name="Name150" func="var" arg="hierBranch" op="equ" val="hang">
                      <dgm:choose name="Name151">
                        <dgm:if name="Name152" func="var" arg="dir" op="equ" val="norm">
                          <dgm:alg type="hierChild">
                            <dgm:param type="chAlign" val="l"/>
                            <dgm:param type="linDir" val="fromT"/>
                            <dgm:param type="secChAlign" val="t"/>
                            <dgm:param type="secLinDir" val="fromL"/>
                          </dgm:alg>
                        </dgm:if>
                        <dgm:else name="Name153">
                          <dgm:alg type="hierChild">
                            <dgm:param type="chAlign" val="r"/>
                            <dgm:param type="linDir" val="fromT"/>
                            <dgm:param type="secChAlign" val="t"/>
                            <dgm:param type="secLinDir" val="fromR"/>
                          </dgm:alg>
                        </dgm:else>
                      </dgm:choose>
                    </dgm:if>
                    <dgm:else name="Name154">
                      <dgm:choose name="Name155">
                        <dgm:if name="Name156" func="var" arg="dir" op="equ" val="norm">
                          <dgm:alg type="hierChild">
                            <dgm:param type="linDir" val="fromT"/>
                            <dgm:param type="chAlign" val="l"/>
                          </dgm:alg>
                        </dgm:if>
                        <dgm:else name="Name157">
                          <dgm:alg type="hierChild">
                            <dgm:param type="linDir" val="fromT"/>
                            <dgm:param type="chAlign" val="r"/>
                          </dgm:alg>
                        </dgm:else>
                      </dgm:choose>
                    </dgm:else>
                  </dgm:choose>
                  <dgm:shape xmlns:r="http://schemas.openxmlformats.org/officeDocument/2006/relationships" r:blip="">
                    <dgm:adjLst/>
                  </dgm:shape>
                  <dgm:presOf/>
                  <dgm:constrLst/>
                  <dgm:ruleLst/>
                  <dgm:forEach name="Name158" ref="rep2a"/>
                </dgm:layoutNode>
                <dgm:layoutNode name="hierChild7">
                  <dgm:choose name="Name159">
                    <dgm:if name="Name160" func="var" arg="dir" op="equ" val="norm">
                      <dgm:alg type="hierChild">
                        <dgm:param type="chAlign" val="l"/>
                        <dgm:param type="linDir" val="fromT"/>
                        <dgm:param type="secChAlign" val="t"/>
                        <dgm:param type="secLinDir" val="fromL"/>
                      </dgm:alg>
                    </dgm:if>
                    <dgm:else name="Name161">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62"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2274EC6-3890-417B-9308-14EFBD00FA63}" type="datetimeFigureOut">
              <a:rPr lang="en-US" smtClean="0"/>
              <a:t>6/7/2024</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883C400-BD9D-4609-A213-F91E9750031E}" type="slidenum">
              <a:rPr lang="en-US" smtClean="0"/>
              <a:t>‹#›</a:t>
            </a:fld>
            <a:endParaRPr lang="en-US" dirty="0"/>
          </a:p>
        </p:txBody>
      </p:sp>
    </p:spTree>
    <p:extLst>
      <p:ext uri="{BB962C8B-B14F-4D97-AF65-F5344CB8AC3E}">
        <p14:creationId xmlns:p14="http://schemas.microsoft.com/office/powerpoint/2010/main" val="2831783273"/>
      </p:ext>
    </p:extLst>
  </p:cSld>
  <p:clrMap bg1="lt1" tx1="dk1" bg2="lt2" tx2="dk2" accent1="accent1" accent2="accent2" accent3="accent3" accent4="accent4" accent5="accent5" accent6="accent6" hlink="hlink" folHlink="folHlink"/>
  <p:notesStyle>
    <a:lvl1pPr marL="0" algn="l" defTabSz="1246876" rtl="0" eaLnBrk="1" latinLnBrk="0" hangingPunct="1">
      <a:defRPr sz="1636" kern="1200">
        <a:solidFill>
          <a:schemeClr val="tx1"/>
        </a:solidFill>
        <a:latin typeface="+mn-lt"/>
        <a:ea typeface="+mn-ea"/>
        <a:cs typeface="+mn-cs"/>
      </a:defRPr>
    </a:lvl1pPr>
    <a:lvl2pPr marL="623438" algn="l" defTabSz="1246876" rtl="0" eaLnBrk="1" latinLnBrk="0" hangingPunct="1">
      <a:defRPr sz="1636" kern="1200">
        <a:solidFill>
          <a:schemeClr val="tx1"/>
        </a:solidFill>
        <a:latin typeface="+mn-lt"/>
        <a:ea typeface="+mn-ea"/>
        <a:cs typeface="+mn-cs"/>
      </a:defRPr>
    </a:lvl2pPr>
    <a:lvl3pPr marL="1246876" algn="l" defTabSz="1246876" rtl="0" eaLnBrk="1" latinLnBrk="0" hangingPunct="1">
      <a:defRPr sz="1636" kern="1200">
        <a:solidFill>
          <a:schemeClr val="tx1"/>
        </a:solidFill>
        <a:latin typeface="+mn-lt"/>
        <a:ea typeface="+mn-ea"/>
        <a:cs typeface="+mn-cs"/>
      </a:defRPr>
    </a:lvl3pPr>
    <a:lvl4pPr marL="1870314" algn="l" defTabSz="1246876" rtl="0" eaLnBrk="1" latinLnBrk="0" hangingPunct="1">
      <a:defRPr sz="1636" kern="1200">
        <a:solidFill>
          <a:schemeClr val="tx1"/>
        </a:solidFill>
        <a:latin typeface="+mn-lt"/>
        <a:ea typeface="+mn-ea"/>
        <a:cs typeface="+mn-cs"/>
      </a:defRPr>
    </a:lvl4pPr>
    <a:lvl5pPr marL="2493752" algn="l" defTabSz="1246876" rtl="0" eaLnBrk="1" latinLnBrk="0" hangingPunct="1">
      <a:defRPr sz="1636" kern="1200">
        <a:solidFill>
          <a:schemeClr val="tx1"/>
        </a:solidFill>
        <a:latin typeface="+mn-lt"/>
        <a:ea typeface="+mn-ea"/>
        <a:cs typeface="+mn-cs"/>
      </a:defRPr>
    </a:lvl5pPr>
    <a:lvl6pPr marL="3117190" algn="l" defTabSz="1246876" rtl="0" eaLnBrk="1" latinLnBrk="0" hangingPunct="1">
      <a:defRPr sz="1636" kern="1200">
        <a:solidFill>
          <a:schemeClr val="tx1"/>
        </a:solidFill>
        <a:latin typeface="+mn-lt"/>
        <a:ea typeface="+mn-ea"/>
        <a:cs typeface="+mn-cs"/>
      </a:defRPr>
    </a:lvl6pPr>
    <a:lvl7pPr marL="3740628" algn="l" defTabSz="1246876" rtl="0" eaLnBrk="1" latinLnBrk="0" hangingPunct="1">
      <a:defRPr sz="1636" kern="1200">
        <a:solidFill>
          <a:schemeClr val="tx1"/>
        </a:solidFill>
        <a:latin typeface="+mn-lt"/>
        <a:ea typeface="+mn-ea"/>
        <a:cs typeface="+mn-cs"/>
      </a:defRPr>
    </a:lvl7pPr>
    <a:lvl8pPr marL="4364065" algn="l" defTabSz="1246876" rtl="0" eaLnBrk="1" latinLnBrk="0" hangingPunct="1">
      <a:defRPr sz="1636" kern="1200">
        <a:solidFill>
          <a:schemeClr val="tx1"/>
        </a:solidFill>
        <a:latin typeface="+mn-lt"/>
        <a:ea typeface="+mn-ea"/>
        <a:cs typeface="+mn-cs"/>
      </a:defRPr>
    </a:lvl8pPr>
    <a:lvl9pPr marL="4987503" algn="l" defTabSz="1246876" rtl="0" eaLnBrk="1" latinLnBrk="0" hangingPunct="1">
      <a:defRPr sz="163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83C400-BD9D-4609-A213-F91E9750031E}" type="slidenum">
              <a:rPr lang="en-US" smtClean="0"/>
              <a:t>1</a:t>
            </a:fld>
            <a:endParaRPr lang="en-US" dirty="0"/>
          </a:p>
        </p:txBody>
      </p:sp>
    </p:spTree>
    <p:extLst>
      <p:ext uri="{BB962C8B-B14F-4D97-AF65-F5344CB8AC3E}">
        <p14:creationId xmlns:p14="http://schemas.microsoft.com/office/powerpoint/2010/main" val="34138486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83C400-BD9D-4609-A213-F91E9750031E}" type="slidenum">
              <a:rPr lang="en-US" smtClean="0"/>
              <a:t>2</a:t>
            </a:fld>
            <a:endParaRPr lang="en-US" dirty="0"/>
          </a:p>
        </p:txBody>
      </p:sp>
    </p:spTree>
    <p:extLst>
      <p:ext uri="{BB962C8B-B14F-4D97-AF65-F5344CB8AC3E}">
        <p14:creationId xmlns:p14="http://schemas.microsoft.com/office/powerpoint/2010/main" val="34232205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83C400-BD9D-4609-A213-F91E9750031E}" type="slidenum">
              <a:rPr lang="en-US" smtClean="0"/>
              <a:t>3</a:t>
            </a:fld>
            <a:endParaRPr lang="en-US" dirty="0"/>
          </a:p>
        </p:txBody>
      </p:sp>
    </p:spTree>
    <p:extLst>
      <p:ext uri="{BB962C8B-B14F-4D97-AF65-F5344CB8AC3E}">
        <p14:creationId xmlns:p14="http://schemas.microsoft.com/office/powerpoint/2010/main" val="13778566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83C400-BD9D-4609-A213-F91E9750031E}" type="slidenum">
              <a:rPr lang="en-US" smtClean="0"/>
              <a:t>4</a:t>
            </a:fld>
            <a:endParaRPr lang="en-US" dirty="0"/>
          </a:p>
        </p:txBody>
      </p:sp>
    </p:spTree>
    <p:extLst>
      <p:ext uri="{BB962C8B-B14F-4D97-AF65-F5344CB8AC3E}">
        <p14:creationId xmlns:p14="http://schemas.microsoft.com/office/powerpoint/2010/main" val="5744190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83C400-BD9D-4609-A213-F91E9750031E}" type="slidenum">
              <a:rPr lang="en-US" smtClean="0"/>
              <a:t>5</a:t>
            </a:fld>
            <a:endParaRPr lang="en-US" dirty="0"/>
          </a:p>
        </p:txBody>
      </p:sp>
    </p:spTree>
    <p:extLst>
      <p:ext uri="{BB962C8B-B14F-4D97-AF65-F5344CB8AC3E}">
        <p14:creationId xmlns:p14="http://schemas.microsoft.com/office/powerpoint/2010/main" val="6497700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83C400-BD9D-4609-A213-F91E9750031E}" type="slidenum">
              <a:rPr lang="en-US" smtClean="0"/>
              <a:t>6</a:t>
            </a:fld>
            <a:endParaRPr lang="en-US" dirty="0"/>
          </a:p>
        </p:txBody>
      </p:sp>
    </p:spTree>
    <p:extLst>
      <p:ext uri="{BB962C8B-B14F-4D97-AF65-F5344CB8AC3E}">
        <p14:creationId xmlns:p14="http://schemas.microsoft.com/office/powerpoint/2010/main" val="10142401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83C400-BD9D-4609-A213-F91E9750031E}" type="slidenum">
              <a:rPr lang="en-US" smtClean="0"/>
              <a:t>7</a:t>
            </a:fld>
            <a:endParaRPr lang="en-US" dirty="0"/>
          </a:p>
        </p:txBody>
      </p:sp>
    </p:spTree>
    <p:extLst>
      <p:ext uri="{BB962C8B-B14F-4D97-AF65-F5344CB8AC3E}">
        <p14:creationId xmlns:p14="http://schemas.microsoft.com/office/powerpoint/2010/main" val="9558481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83C400-BD9D-4609-A213-F91E9750031E}" type="slidenum">
              <a:rPr lang="en-US" smtClean="0"/>
              <a:t>8</a:t>
            </a:fld>
            <a:endParaRPr lang="en-US" dirty="0"/>
          </a:p>
        </p:txBody>
      </p:sp>
    </p:spTree>
    <p:extLst>
      <p:ext uri="{BB962C8B-B14F-4D97-AF65-F5344CB8AC3E}">
        <p14:creationId xmlns:p14="http://schemas.microsoft.com/office/powerpoint/2010/main" val="977031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83C400-BD9D-4609-A213-F91E9750031E}" type="slidenum">
              <a:rPr lang="en-US" smtClean="0"/>
              <a:t>9</a:t>
            </a:fld>
            <a:endParaRPr lang="en-US" dirty="0"/>
          </a:p>
        </p:txBody>
      </p:sp>
    </p:spTree>
    <p:extLst>
      <p:ext uri="{BB962C8B-B14F-4D97-AF65-F5344CB8AC3E}">
        <p14:creationId xmlns:p14="http://schemas.microsoft.com/office/powerpoint/2010/main" val="35324683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83C400-BD9D-4609-A213-F91E9750031E}" type="slidenum">
              <a:rPr lang="en-US" smtClean="0"/>
              <a:t>10</a:t>
            </a:fld>
            <a:endParaRPr lang="en-US" dirty="0"/>
          </a:p>
        </p:txBody>
      </p:sp>
    </p:spTree>
    <p:extLst>
      <p:ext uri="{BB962C8B-B14F-4D97-AF65-F5344CB8AC3E}">
        <p14:creationId xmlns:p14="http://schemas.microsoft.com/office/powerpoint/2010/main" val="11219371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5"/>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609582" indent="0" algn="ctr">
              <a:buNone/>
              <a:defRPr>
                <a:solidFill>
                  <a:schemeClr val="tx1">
                    <a:tint val="75000"/>
                  </a:schemeClr>
                </a:solidFill>
              </a:defRPr>
            </a:lvl2pPr>
            <a:lvl3pPr marL="1219165" indent="0" algn="ctr">
              <a:buNone/>
              <a:defRPr>
                <a:solidFill>
                  <a:schemeClr val="tx1">
                    <a:tint val="75000"/>
                  </a:schemeClr>
                </a:solidFill>
              </a:defRPr>
            </a:lvl3pPr>
            <a:lvl4pPr marL="1828747" indent="0" algn="ctr">
              <a:buNone/>
              <a:defRPr>
                <a:solidFill>
                  <a:schemeClr val="tx1">
                    <a:tint val="75000"/>
                  </a:schemeClr>
                </a:solidFill>
              </a:defRPr>
            </a:lvl4pPr>
            <a:lvl5pPr marL="2438331" indent="0" algn="ctr">
              <a:buNone/>
              <a:defRPr>
                <a:solidFill>
                  <a:schemeClr val="tx1">
                    <a:tint val="75000"/>
                  </a:schemeClr>
                </a:solidFill>
              </a:defRPr>
            </a:lvl5pPr>
            <a:lvl6pPr marL="3047912" indent="0" algn="ctr">
              <a:buNone/>
              <a:defRPr>
                <a:solidFill>
                  <a:schemeClr val="tx1">
                    <a:tint val="75000"/>
                  </a:schemeClr>
                </a:solidFill>
              </a:defRPr>
            </a:lvl6pPr>
            <a:lvl7pPr marL="3657494" indent="0" algn="ctr">
              <a:buNone/>
              <a:defRPr>
                <a:solidFill>
                  <a:schemeClr val="tx1">
                    <a:tint val="75000"/>
                  </a:schemeClr>
                </a:solidFill>
              </a:defRPr>
            </a:lvl7pPr>
            <a:lvl8pPr marL="4267075" indent="0" algn="ctr">
              <a:buNone/>
              <a:defRPr>
                <a:solidFill>
                  <a:schemeClr val="tx1">
                    <a:tint val="75000"/>
                  </a:schemeClr>
                </a:solidFill>
              </a:defRPr>
            </a:lvl8pPr>
            <a:lvl9pPr marL="4876659"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48538603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170791848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6" y="4406911"/>
            <a:ext cx="10363200" cy="1362075"/>
          </a:xfrm>
        </p:spPr>
        <p:txBody>
          <a:bodyPr anchor="t"/>
          <a:lstStyle>
            <a:lvl1pPr algn="l">
              <a:defRPr sz="5333" b="1" cap="all"/>
            </a:lvl1pPr>
          </a:lstStyle>
          <a:p>
            <a:r>
              <a:rPr lang="en-US"/>
              <a:t>Click to edit Master title style</a:t>
            </a:r>
          </a:p>
        </p:txBody>
      </p:sp>
      <p:sp>
        <p:nvSpPr>
          <p:cNvPr id="3" name="Text Placeholder 2"/>
          <p:cNvSpPr>
            <a:spLocks noGrp="1"/>
          </p:cNvSpPr>
          <p:nvPr>
            <p:ph type="body" idx="1"/>
          </p:nvPr>
        </p:nvSpPr>
        <p:spPr>
          <a:xfrm>
            <a:off x="963086" y="2906724"/>
            <a:ext cx="10363200" cy="1500187"/>
          </a:xfrm>
        </p:spPr>
        <p:txBody>
          <a:bodyPr anchor="b"/>
          <a:lstStyle>
            <a:lvl1pPr marL="0" indent="0">
              <a:buNone/>
              <a:defRPr sz="2667">
                <a:solidFill>
                  <a:schemeClr val="tx1">
                    <a:tint val="75000"/>
                  </a:schemeClr>
                </a:solidFill>
              </a:defRPr>
            </a:lvl1pPr>
            <a:lvl2pPr marL="609582" indent="0">
              <a:buNone/>
              <a:defRPr sz="2400">
                <a:solidFill>
                  <a:schemeClr val="tx1">
                    <a:tint val="75000"/>
                  </a:schemeClr>
                </a:solidFill>
              </a:defRPr>
            </a:lvl2pPr>
            <a:lvl3pPr marL="1219165" indent="0">
              <a:buNone/>
              <a:defRPr sz="2133">
                <a:solidFill>
                  <a:schemeClr val="tx1">
                    <a:tint val="75000"/>
                  </a:schemeClr>
                </a:solidFill>
              </a:defRPr>
            </a:lvl3pPr>
            <a:lvl4pPr marL="1828747" indent="0">
              <a:buNone/>
              <a:defRPr sz="1867">
                <a:solidFill>
                  <a:schemeClr val="tx1">
                    <a:tint val="75000"/>
                  </a:schemeClr>
                </a:solidFill>
              </a:defRPr>
            </a:lvl4pPr>
            <a:lvl5pPr marL="2438331" indent="0">
              <a:buNone/>
              <a:defRPr sz="1867">
                <a:solidFill>
                  <a:schemeClr val="tx1">
                    <a:tint val="75000"/>
                  </a:schemeClr>
                </a:solidFill>
              </a:defRPr>
            </a:lvl5pPr>
            <a:lvl6pPr marL="3047912" indent="0">
              <a:buNone/>
              <a:defRPr sz="1867">
                <a:solidFill>
                  <a:schemeClr val="tx1">
                    <a:tint val="75000"/>
                  </a:schemeClr>
                </a:solidFill>
              </a:defRPr>
            </a:lvl6pPr>
            <a:lvl7pPr marL="3657494" indent="0">
              <a:buNone/>
              <a:defRPr sz="1867">
                <a:solidFill>
                  <a:schemeClr val="tx1">
                    <a:tint val="75000"/>
                  </a:schemeClr>
                </a:solidFill>
              </a:defRPr>
            </a:lvl7pPr>
            <a:lvl8pPr marL="4267075" indent="0">
              <a:buNone/>
              <a:defRPr sz="1867">
                <a:solidFill>
                  <a:schemeClr val="tx1">
                    <a:tint val="75000"/>
                  </a:schemeClr>
                </a:solidFill>
              </a:defRPr>
            </a:lvl8pPr>
            <a:lvl9pPr marL="4876659" indent="0">
              <a:buNone/>
              <a:defRPr sz="1867">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35949269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173164"/>
            <a:ext cx="5384800" cy="3319462"/>
          </a:xfrm>
        </p:spPr>
        <p:txBody>
          <a:bodyPr/>
          <a:lstStyle>
            <a:lvl1pPr>
              <a:defRPr sz="3735"/>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2" y="1173164"/>
            <a:ext cx="5384800" cy="3319462"/>
          </a:xfrm>
        </p:spPr>
        <p:txBody>
          <a:bodyPr/>
          <a:lstStyle>
            <a:lvl1pPr>
              <a:defRPr sz="3735"/>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6/7/2024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876105416"/>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3" y="1535120"/>
            <a:ext cx="5386919" cy="639762"/>
          </a:xfrm>
        </p:spPr>
        <p:txBody>
          <a:bodyPr anchor="b"/>
          <a:lstStyle>
            <a:lvl1pPr marL="0" indent="0">
              <a:buNone/>
              <a:defRPr sz="3200" b="1"/>
            </a:lvl1pPr>
            <a:lvl2pPr marL="609582" indent="0">
              <a:buNone/>
              <a:defRPr sz="2667" b="1"/>
            </a:lvl2pPr>
            <a:lvl3pPr marL="1219165" indent="0">
              <a:buNone/>
              <a:defRPr sz="2400" b="1"/>
            </a:lvl3pPr>
            <a:lvl4pPr marL="1828747" indent="0">
              <a:buNone/>
              <a:defRPr sz="2133" b="1"/>
            </a:lvl4pPr>
            <a:lvl5pPr marL="2438331" indent="0">
              <a:buNone/>
              <a:defRPr sz="2133" b="1"/>
            </a:lvl5pPr>
            <a:lvl6pPr marL="3047912" indent="0">
              <a:buNone/>
              <a:defRPr sz="2133" b="1"/>
            </a:lvl6pPr>
            <a:lvl7pPr marL="3657494" indent="0">
              <a:buNone/>
              <a:defRPr sz="2133" b="1"/>
            </a:lvl7pPr>
            <a:lvl8pPr marL="4267075" indent="0">
              <a:buNone/>
              <a:defRPr sz="2133" b="1"/>
            </a:lvl8pPr>
            <a:lvl9pPr marL="4876659" indent="0">
              <a:buNone/>
              <a:defRPr sz="2133" b="1"/>
            </a:lvl9pPr>
          </a:lstStyle>
          <a:p>
            <a:pPr lvl="0"/>
            <a:r>
              <a:rPr lang="en-US"/>
              <a:t>Click to edit Master text styles</a:t>
            </a:r>
          </a:p>
        </p:txBody>
      </p:sp>
      <p:sp>
        <p:nvSpPr>
          <p:cNvPr id="4" name="Content Placeholder 3"/>
          <p:cNvSpPr>
            <a:spLocks noGrp="1"/>
          </p:cNvSpPr>
          <p:nvPr>
            <p:ph sz="half" idx="2"/>
          </p:nvPr>
        </p:nvSpPr>
        <p:spPr>
          <a:xfrm>
            <a:off x="609603" y="2174882"/>
            <a:ext cx="5386919" cy="3951288"/>
          </a:xfr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77" y="1535120"/>
            <a:ext cx="5389035" cy="639762"/>
          </a:xfrm>
        </p:spPr>
        <p:txBody>
          <a:bodyPr anchor="b"/>
          <a:lstStyle>
            <a:lvl1pPr marL="0" indent="0">
              <a:buNone/>
              <a:defRPr sz="3200" b="1"/>
            </a:lvl1pPr>
            <a:lvl2pPr marL="609582" indent="0">
              <a:buNone/>
              <a:defRPr sz="2667" b="1"/>
            </a:lvl2pPr>
            <a:lvl3pPr marL="1219165" indent="0">
              <a:buNone/>
              <a:defRPr sz="2400" b="1"/>
            </a:lvl3pPr>
            <a:lvl4pPr marL="1828747" indent="0">
              <a:buNone/>
              <a:defRPr sz="2133" b="1"/>
            </a:lvl4pPr>
            <a:lvl5pPr marL="2438331" indent="0">
              <a:buNone/>
              <a:defRPr sz="2133" b="1"/>
            </a:lvl5pPr>
            <a:lvl6pPr marL="3047912" indent="0">
              <a:buNone/>
              <a:defRPr sz="2133" b="1"/>
            </a:lvl6pPr>
            <a:lvl7pPr marL="3657494" indent="0">
              <a:buNone/>
              <a:defRPr sz="2133" b="1"/>
            </a:lvl7pPr>
            <a:lvl8pPr marL="4267075" indent="0">
              <a:buNone/>
              <a:defRPr sz="2133" b="1"/>
            </a:lvl8pPr>
            <a:lvl9pPr marL="4876659" indent="0">
              <a:buNone/>
              <a:defRPr sz="2133" b="1"/>
            </a:lvl9pPr>
          </a:lstStyle>
          <a:p>
            <a:pPr lvl="0"/>
            <a:r>
              <a:rPr lang="en-US"/>
              <a:t>Click to edit Master text styles</a:t>
            </a:r>
          </a:p>
        </p:txBody>
      </p:sp>
      <p:sp>
        <p:nvSpPr>
          <p:cNvPr id="6" name="Content Placeholder 5"/>
          <p:cNvSpPr>
            <a:spLocks noGrp="1"/>
          </p:cNvSpPr>
          <p:nvPr>
            <p:ph sz="quarter" idx="4"/>
          </p:nvPr>
        </p:nvSpPr>
        <p:spPr>
          <a:xfrm>
            <a:off x="6193377" y="2174882"/>
            <a:ext cx="5389035" cy="3951288"/>
          </a:xfr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6/7/2024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90522610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6/7/2024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80363528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6/7/2024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3182554509"/>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10" y="273050"/>
            <a:ext cx="4011086" cy="1162050"/>
          </a:xfrm>
        </p:spPr>
        <p:txBody>
          <a:bodyPr anchor="b"/>
          <a:lstStyle>
            <a:lvl1pPr algn="l">
              <a:defRPr sz="2667" b="1"/>
            </a:lvl1pPr>
          </a:lstStyle>
          <a:p>
            <a:r>
              <a:rPr lang="en-US"/>
              <a:t>Click to edit Master title style</a:t>
            </a:r>
          </a:p>
        </p:txBody>
      </p:sp>
      <p:sp>
        <p:nvSpPr>
          <p:cNvPr id="3" name="Content Placeholder 2"/>
          <p:cNvSpPr>
            <a:spLocks noGrp="1"/>
          </p:cNvSpPr>
          <p:nvPr>
            <p:ph idx="1"/>
          </p:nvPr>
        </p:nvSpPr>
        <p:spPr>
          <a:xfrm>
            <a:off x="4766736" y="273061"/>
            <a:ext cx="6815667" cy="5853113"/>
          </a:xfrm>
        </p:spPr>
        <p:txBody>
          <a:bodyPr/>
          <a:lstStyle>
            <a:lvl1pPr>
              <a:defRPr sz="4267"/>
            </a:lvl1pPr>
            <a:lvl2pPr>
              <a:defRPr sz="3735"/>
            </a:lvl2pPr>
            <a:lvl3pPr>
              <a:defRPr sz="3200"/>
            </a:lvl3pPr>
            <a:lvl4pPr>
              <a:defRPr sz="2667"/>
            </a:lvl4pPr>
            <a:lvl5pPr>
              <a:defRPr sz="2667"/>
            </a:lvl5pPr>
            <a:lvl6pPr>
              <a:defRPr sz="2667"/>
            </a:lvl6pPr>
            <a:lvl7pPr>
              <a:defRPr sz="2667"/>
            </a:lvl7pPr>
            <a:lvl8pPr>
              <a:defRPr sz="2667"/>
            </a:lvl8pPr>
            <a:lvl9pPr>
              <a:defRPr sz="26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10" y="1435111"/>
            <a:ext cx="4011086" cy="4691063"/>
          </a:xfrm>
        </p:spPr>
        <p:txBody>
          <a:bodyPr/>
          <a:lstStyle>
            <a:lvl1pPr marL="0" indent="0">
              <a:buNone/>
              <a:defRPr sz="1867"/>
            </a:lvl1pPr>
            <a:lvl2pPr marL="609582" indent="0">
              <a:buNone/>
              <a:defRPr sz="1600"/>
            </a:lvl2pPr>
            <a:lvl3pPr marL="1219165" indent="0">
              <a:buNone/>
              <a:defRPr sz="1335"/>
            </a:lvl3pPr>
            <a:lvl4pPr marL="1828747" indent="0">
              <a:buNone/>
              <a:defRPr sz="1200"/>
            </a:lvl4pPr>
            <a:lvl5pPr marL="2438331" indent="0">
              <a:buNone/>
              <a:defRPr sz="1200"/>
            </a:lvl5pPr>
            <a:lvl6pPr marL="3047912" indent="0">
              <a:buNone/>
              <a:defRPr sz="1200"/>
            </a:lvl6pPr>
            <a:lvl7pPr marL="3657494" indent="0">
              <a:buNone/>
              <a:defRPr sz="1200"/>
            </a:lvl7pPr>
            <a:lvl8pPr marL="4267075" indent="0">
              <a:buNone/>
              <a:defRPr sz="1200"/>
            </a:lvl8pPr>
            <a:lvl9pPr marL="4876659"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6/7/2024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86515988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667"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4267"/>
            </a:lvl1pPr>
            <a:lvl2pPr marL="609582" indent="0">
              <a:buNone/>
              <a:defRPr sz="3735"/>
            </a:lvl2pPr>
            <a:lvl3pPr marL="1219165" indent="0">
              <a:buNone/>
              <a:defRPr sz="3200"/>
            </a:lvl3pPr>
            <a:lvl4pPr marL="1828747" indent="0">
              <a:buNone/>
              <a:defRPr sz="2667"/>
            </a:lvl4pPr>
            <a:lvl5pPr marL="2438331" indent="0">
              <a:buNone/>
              <a:defRPr sz="2667"/>
            </a:lvl5pPr>
            <a:lvl6pPr marL="3047912" indent="0">
              <a:buNone/>
              <a:defRPr sz="2667"/>
            </a:lvl6pPr>
            <a:lvl7pPr marL="3657494" indent="0">
              <a:buNone/>
              <a:defRPr sz="2667"/>
            </a:lvl7pPr>
            <a:lvl8pPr marL="4267075" indent="0">
              <a:buNone/>
              <a:defRPr sz="2667"/>
            </a:lvl8pPr>
            <a:lvl9pPr marL="4876659" indent="0">
              <a:buNone/>
              <a:defRPr sz="2667"/>
            </a:lvl9pPr>
          </a:lstStyle>
          <a:p>
            <a:endParaRPr lang="en-US" dirty="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867"/>
            </a:lvl1pPr>
            <a:lvl2pPr marL="609582" indent="0">
              <a:buNone/>
              <a:defRPr sz="1600"/>
            </a:lvl2pPr>
            <a:lvl3pPr marL="1219165" indent="0">
              <a:buNone/>
              <a:defRPr sz="1335"/>
            </a:lvl3pPr>
            <a:lvl4pPr marL="1828747" indent="0">
              <a:buNone/>
              <a:defRPr sz="1200"/>
            </a:lvl4pPr>
            <a:lvl5pPr marL="2438331" indent="0">
              <a:buNone/>
              <a:defRPr sz="1200"/>
            </a:lvl5pPr>
            <a:lvl6pPr marL="3047912" indent="0">
              <a:buNone/>
              <a:defRPr sz="1200"/>
            </a:lvl6pPr>
            <a:lvl7pPr marL="3657494" indent="0">
              <a:buNone/>
              <a:defRPr sz="1200"/>
            </a:lvl7pPr>
            <a:lvl8pPr marL="4267075" indent="0">
              <a:buNone/>
              <a:defRPr sz="1200"/>
            </a:lvl8pPr>
            <a:lvl9pPr marL="4876659"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6/7/2024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847650131"/>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404122413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01614"/>
            <a:ext cx="2743200" cy="429101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2" y="201614"/>
            <a:ext cx="8026400" cy="429101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78649533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0"/>
            <a:ext cx="10972800" cy="452596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2" y="6356352"/>
            <a:ext cx="2844800" cy="365125"/>
          </a:xfrm>
          <a:prstGeom prst="rect">
            <a:avLst/>
          </a:prstGeom>
        </p:spPr>
        <p:txBody>
          <a:bodyPr vert="horz" lIns="91440" tIns="45720" rIns="91440" bIns="45720" rtlCol="0" anchor="ctr"/>
          <a:lstStyle>
            <a:lvl1pPr algn="l">
              <a:defRPr sz="1600">
                <a:solidFill>
                  <a:schemeClr val="tx1">
                    <a:tint val="75000"/>
                  </a:schemeClr>
                </a:solidFill>
              </a:defRPr>
            </a:lvl1pPr>
          </a:lstStyle>
          <a:p>
            <a:fld id="{1D8BD707-D9CF-40AE-B4C6-C98DA3205C09}" type="datetimeFigureOut">
              <a:rPr lang="en-US" smtClean="0"/>
              <a:pPr/>
              <a:t>6/7/2024</a:t>
            </a:fld>
            <a:endParaRPr lang="en-US" dirty="0"/>
          </a:p>
        </p:txBody>
      </p:sp>
      <p:sp>
        <p:nvSpPr>
          <p:cNvPr id="5" name="Footer Placeholder 4"/>
          <p:cNvSpPr>
            <a:spLocks noGrp="1"/>
          </p:cNvSpPr>
          <p:nvPr>
            <p:ph type="ftr" sz="quarter" idx="3"/>
          </p:nvPr>
        </p:nvSpPr>
        <p:spPr>
          <a:xfrm>
            <a:off x="4165604" y="6356352"/>
            <a:ext cx="3860800" cy="365125"/>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737600" y="6356352"/>
            <a:ext cx="2844800" cy="365125"/>
          </a:xfrm>
          <a:prstGeom prst="rect">
            <a:avLst/>
          </a:prstGeom>
        </p:spPr>
        <p:txBody>
          <a:bodyPr vert="horz" lIns="91440" tIns="45720" rIns="91440" bIns="45720" rtlCol="0" anchor="ctr"/>
          <a:lstStyle>
            <a:lvl1pPr algn="r">
              <a:defRPr sz="1600">
                <a:solidFill>
                  <a:schemeClr val="tx1">
                    <a:tint val="75000"/>
                  </a:schemeClr>
                </a:solidFill>
              </a:defRPr>
            </a:lvl1p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402499436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mc:AlternateContent xmlns:mc="http://schemas.openxmlformats.org/markup-compatibility/2006" xmlns:p14="http://schemas.microsoft.com/office/powerpoint/2010/main">
    <mc:Choice Requires="p14">
      <p:transition p14:dur="0" advClick="0"/>
    </mc:Choice>
    <mc:Fallback xmlns="">
      <p:transition advClick="0"/>
    </mc:Fallback>
  </mc:AlternateContent>
  <p:txStyles>
    <p:titleStyle>
      <a:lvl1pPr algn="ctr" defTabSz="1219165" rtl="0" eaLnBrk="1" latinLnBrk="0" hangingPunct="1">
        <a:spcBef>
          <a:spcPct val="0"/>
        </a:spcBef>
        <a:buNone/>
        <a:defRPr sz="5868" kern="1200">
          <a:solidFill>
            <a:schemeClr val="tx1"/>
          </a:solidFill>
          <a:latin typeface="+mj-lt"/>
          <a:ea typeface="+mj-ea"/>
          <a:cs typeface="+mj-cs"/>
        </a:defRPr>
      </a:lvl1pPr>
    </p:titleStyle>
    <p:bodyStyle>
      <a:lvl1pPr marL="457188" indent="-457188" algn="l" defTabSz="1219165" rtl="0" eaLnBrk="1" latinLnBrk="0" hangingPunct="1">
        <a:spcBef>
          <a:spcPct val="20000"/>
        </a:spcBef>
        <a:buFont typeface="Arial" pitchFamily="34" charset="0"/>
        <a:buChar char="•"/>
        <a:defRPr sz="4267" kern="1200">
          <a:solidFill>
            <a:schemeClr val="tx1"/>
          </a:solidFill>
          <a:latin typeface="+mn-lt"/>
          <a:ea typeface="+mn-ea"/>
          <a:cs typeface="+mn-cs"/>
        </a:defRPr>
      </a:lvl1pPr>
      <a:lvl2pPr marL="990572" indent="-380990" algn="l" defTabSz="1219165" rtl="0" eaLnBrk="1" latinLnBrk="0" hangingPunct="1">
        <a:spcBef>
          <a:spcPct val="20000"/>
        </a:spcBef>
        <a:buFont typeface="Arial" pitchFamily="34" charset="0"/>
        <a:buChar char="–"/>
        <a:defRPr sz="3735" kern="1200">
          <a:solidFill>
            <a:schemeClr val="tx1"/>
          </a:solidFill>
          <a:latin typeface="+mn-lt"/>
          <a:ea typeface="+mn-ea"/>
          <a:cs typeface="+mn-cs"/>
        </a:defRPr>
      </a:lvl2pPr>
      <a:lvl3pPr marL="1523955" indent="-304792" algn="l" defTabSz="1219165" rtl="0" eaLnBrk="1" latinLnBrk="0" hangingPunct="1">
        <a:spcBef>
          <a:spcPct val="20000"/>
        </a:spcBef>
        <a:buFont typeface="Arial" pitchFamily="34" charset="0"/>
        <a:buChar char="•"/>
        <a:defRPr sz="3200" kern="1200">
          <a:solidFill>
            <a:schemeClr val="tx1"/>
          </a:solidFill>
          <a:latin typeface="+mn-lt"/>
          <a:ea typeface="+mn-ea"/>
          <a:cs typeface="+mn-cs"/>
        </a:defRPr>
      </a:lvl3pPr>
      <a:lvl4pPr marL="2133539" indent="-304792" algn="l" defTabSz="1219165" rtl="0" eaLnBrk="1" latinLnBrk="0" hangingPunct="1">
        <a:spcBef>
          <a:spcPct val="20000"/>
        </a:spcBef>
        <a:buFont typeface="Arial" pitchFamily="34" charset="0"/>
        <a:buChar char="–"/>
        <a:defRPr sz="2667" kern="1200">
          <a:solidFill>
            <a:schemeClr val="tx1"/>
          </a:solidFill>
          <a:latin typeface="+mn-lt"/>
          <a:ea typeface="+mn-ea"/>
          <a:cs typeface="+mn-cs"/>
        </a:defRPr>
      </a:lvl4pPr>
      <a:lvl5pPr marL="2743121" indent="-304792" algn="l" defTabSz="1219165" rtl="0" eaLnBrk="1" latinLnBrk="0" hangingPunct="1">
        <a:spcBef>
          <a:spcPct val="20000"/>
        </a:spcBef>
        <a:buFont typeface="Arial" pitchFamily="34" charset="0"/>
        <a:buChar char="»"/>
        <a:defRPr sz="2667" kern="1200">
          <a:solidFill>
            <a:schemeClr val="tx1"/>
          </a:solidFill>
          <a:latin typeface="+mn-lt"/>
          <a:ea typeface="+mn-ea"/>
          <a:cs typeface="+mn-cs"/>
        </a:defRPr>
      </a:lvl5pPr>
      <a:lvl6pPr marL="3352704" indent="-304792" algn="l" defTabSz="1219165"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286" indent="-304792" algn="l" defTabSz="1219165"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67" indent="-304792" algn="l" defTabSz="1219165"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51" indent="-304792" algn="l" defTabSz="1219165"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en-US"/>
      </a:defPPr>
      <a:lvl1pPr marL="0" algn="l" defTabSz="1219165" rtl="0" eaLnBrk="1" latinLnBrk="0" hangingPunct="1">
        <a:defRPr sz="2400" kern="1200">
          <a:solidFill>
            <a:schemeClr val="tx1"/>
          </a:solidFill>
          <a:latin typeface="+mn-lt"/>
          <a:ea typeface="+mn-ea"/>
          <a:cs typeface="+mn-cs"/>
        </a:defRPr>
      </a:lvl1pPr>
      <a:lvl2pPr marL="609582" algn="l" defTabSz="1219165" rtl="0" eaLnBrk="1" latinLnBrk="0" hangingPunct="1">
        <a:defRPr sz="2400" kern="1200">
          <a:solidFill>
            <a:schemeClr val="tx1"/>
          </a:solidFill>
          <a:latin typeface="+mn-lt"/>
          <a:ea typeface="+mn-ea"/>
          <a:cs typeface="+mn-cs"/>
        </a:defRPr>
      </a:lvl2pPr>
      <a:lvl3pPr marL="1219165" algn="l" defTabSz="1219165" rtl="0" eaLnBrk="1" latinLnBrk="0" hangingPunct="1">
        <a:defRPr sz="2400" kern="1200">
          <a:solidFill>
            <a:schemeClr val="tx1"/>
          </a:solidFill>
          <a:latin typeface="+mn-lt"/>
          <a:ea typeface="+mn-ea"/>
          <a:cs typeface="+mn-cs"/>
        </a:defRPr>
      </a:lvl3pPr>
      <a:lvl4pPr marL="1828747" algn="l" defTabSz="1219165" rtl="0" eaLnBrk="1" latinLnBrk="0" hangingPunct="1">
        <a:defRPr sz="2400" kern="1200">
          <a:solidFill>
            <a:schemeClr val="tx1"/>
          </a:solidFill>
          <a:latin typeface="+mn-lt"/>
          <a:ea typeface="+mn-ea"/>
          <a:cs typeface="+mn-cs"/>
        </a:defRPr>
      </a:lvl4pPr>
      <a:lvl5pPr marL="2438331" algn="l" defTabSz="1219165" rtl="0" eaLnBrk="1" latinLnBrk="0" hangingPunct="1">
        <a:defRPr sz="2400" kern="1200">
          <a:solidFill>
            <a:schemeClr val="tx1"/>
          </a:solidFill>
          <a:latin typeface="+mn-lt"/>
          <a:ea typeface="+mn-ea"/>
          <a:cs typeface="+mn-cs"/>
        </a:defRPr>
      </a:lvl5pPr>
      <a:lvl6pPr marL="3047912" algn="l" defTabSz="1219165" rtl="0" eaLnBrk="1" latinLnBrk="0" hangingPunct="1">
        <a:defRPr sz="2400" kern="1200">
          <a:solidFill>
            <a:schemeClr val="tx1"/>
          </a:solidFill>
          <a:latin typeface="+mn-lt"/>
          <a:ea typeface="+mn-ea"/>
          <a:cs typeface="+mn-cs"/>
        </a:defRPr>
      </a:lvl6pPr>
      <a:lvl7pPr marL="3657494" algn="l" defTabSz="1219165" rtl="0" eaLnBrk="1" latinLnBrk="0" hangingPunct="1">
        <a:defRPr sz="2400" kern="1200">
          <a:solidFill>
            <a:schemeClr val="tx1"/>
          </a:solidFill>
          <a:latin typeface="+mn-lt"/>
          <a:ea typeface="+mn-ea"/>
          <a:cs typeface="+mn-cs"/>
        </a:defRPr>
      </a:lvl7pPr>
      <a:lvl8pPr marL="4267075" algn="l" defTabSz="1219165" rtl="0" eaLnBrk="1" latinLnBrk="0" hangingPunct="1">
        <a:defRPr sz="2400" kern="1200">
          <a:solidFill>
            <a:schemeClr val="tx1"/>
          </a:solidFill>
          <a:latin typeface="+mn-lt"/>
          <a:ea typeface="+mn-ea"/>
          <a:cs typeface="+mn-cs"/>
        </a:defRPr>
      </a:lvl8pPr>
      <a:lvl9pPr marL="4876659" algn="l" defTabSz="121916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2" descr="data:image/png;base64,iVBORw0KGgoAAAANSUhEUgAAANEAAADxCAMAAABiSKLrAAAAbFBMVEWIiIj////6+vr29vb19fX4+Pj5+fnu7u77+/v39/f9/f3z8/P+/v709PT8/Pyqqqrt7e3v7+/w8PDx8fHy8vK+vr7Q0NCjo6OBgYHY2Njk5OTHx8eNjY3c3NzGxsbn5+eWlpa1tbWcnJx6enob4+f+AAAIqklEQVR4nO3dCZuaOhQGYEZAh0FkX2W1//8/lkVMICeIkRmOPHz22lYg5OVEZLFzJRNrnC+xSGt3nJvQekMUYktnEiM1ouDrjCs/pukLkzoRtpjmNRcloRUFoiS8oo5UvLwsYpEgCaXoHLYiMRJqkRAJt0iEhFwkQMIqCgJRElpRLErCL3r1oxavSJSEWCRIQikyOtGQNPd8CaXICc04FiXhFomQkIsESChFbmhmwiT0opf3eBivMzSjLuORnh49oKxRKxIloayR24oESShFRScSI6EUJaGZCJNwiwhp/skFcpFAlbCLXiehF71MQisSJiEVVYkwqRP9oEpXI1HSXXRuWjo/2jz3f3v8YfjS7871lbU1EiT1IjrAKrvX/2iurzisijkk8OQC5ah7iERIyEUCJOyi10noRU9J490DUpFPRAApniJhFVnzSaOdOF6RKAmlKGhFgiTMohdIyYeIhEh30aV99E9NLo8VXLqn++Q/mIuIREid6DJsv32s91Ityi1hEtJRl5+ESX2NMKUR2ZYoCbNIjIRV5FiiJIyicx7mriVEKnCKfvxadBIloRQ1NTqJkcICpcgPr7rjOPYJZnFNbZVwikw/YHNlXmDi4xW9kU70jSnNqOu/xL4R0aWg3yNMgNHWp0I66i7Dy5PsdXFuApw1Eg8RndfuykLZa4Q/512EPrsIfzYtOmwje43wh4h+1u7KQvm5bk601wh9NlijXYQ+uwh/HqLrZkTXh+h4PDQP8lQ/PvAlSrT2xl0oRHQ5biOXXYQ+uwh/dhH+7CL82bRI3Ua2XKPvtTfuQvneReizi/BnF+HPLsKfTYu0bYQWsd5PfImIDmtv3IVy2EXos4vwZxfhzy7CH0okbyO7CH+2/D46rr1xF8pxF6HPLsKfXYQ/uwh/KJGyjWxatPZwWShEpK69cReKuovQZxfhzy7Cn12EP0SkGduItmHRzFF3P3r63ZHzTl4YdYqsHg/e/YdF2e7xcFRVrba109gMFp2evGhmjzpFVZLcvJVpl7K8hWaVB1liNVNdJh7VZ4Wd7P4aaa5I866lFEnDRHWksC5eVgtH8VWy8PHGTE5V/rr+QqSocTnm9CpTM+SMmRhVVJcPKbPYv5VFcs7x1F3P1eeikl1sXZHGB0lRLH+eSI75ICk6KZ8nctkOkaQN+cNEWjBRIimU0YpkHY4hmxOgqNIMHRaRJo6giLO+dyM/F1nsvpfqWVAv92Eihe0u3bNE+TgR/FkURfWhUHPMIBsguh6N0yKNs7o/EGkVIEpj+XA8fltJ0GzqDxMdQwBka+2gqQ/p9FYkpaNIiEXuje3OddQfg738rFCTcYmME9sdKXntbY1MBOy802JrotJ6bSUiInLia7y2+aZEbXuyxXbn5vXXGQazDs+6xUWGoql2kXU/DDrOssLWNFmZ65oQufeflwvU6PHDdO8ki/0xu/Rb7RVRvZNJgupW7y3bU+T6JLnej97MPLNUhbPIbJEV9U2y/eknHds5lfhfNMo/sb23oRX5LQXWGUmpGdtz3nxEpOiep7eP+5MFUEZJj+0SCnsCVX/CkrZUQFRvQG+8RkNOzHTi5LL0rW6x8YL0bwolGtdolqir0fQxAyQCNrdsVczFmdFS6fXp+4kSecPMEqntrAYkkklTYI288frkYKI+j+XCYtzRUdCIdMV/7mkWTDNmY6AU6bo5C9QknqwSEpFuzAdJUjZFQiJSoFMWfhIDu0ievDjD5ubquEV6AjVet3krU3B/Hvn8cYdDBJxUSlKVaJqmWvENMiXcImEQKcCYi26W1nZaN9SAXXFkcos0JZpxXLeICDpLDnVSBDkDusAtEhGN72p5J78LcMbn9+nudemgiDSlASLF66cC20NKbZ3qCnAnIfKp9gcxiIjVPj8/8mbVCBY9VsNes42C4YgBrgyUJ06NpkRdCuD8yB418pYIOkl2hyuQ2SOkKOMMO4M76vrBB4sG84Cjjrr5Cooeo4TdLwyGbLsC4IKgD93dHY66lUQye7gQxfqgfdcDhr7JeSOtLoL2dOn4KEdX2E+s0hp24j3RaUERsPnLLBmlYPceaYJVBB0Bja85p8ANn3rXgFX02kEqaSGAeywoGs7zjghYdqYoxyp68USCtMDZfX+wqHomav53fkBcWDSYx4NEBpkuAyLj3oSwSDIVsMM6ETVAp/3V/KG2tP/xRPRccI1IW7Comyr8PupE9052bbW/0yLHpX/1T1wRmQuskULa4oqcd/Z1pjLu6li0zqgDP49m5fmo+2NR3z50zFBYczLsBB6Rxx6y8Q5wRoE7LCaylhM5BnTs7cGdmZP1RZzdygeLXOjW9fg94jYXUnjjbBHRcJ5nImVKBA67fFgkL/HzIE4KRW7vM0/i/kQ0WSPHg75KldHdqc+h7pfZ0jKs/GuDM3hvNSLizSEqoroE1Yia7ELf00kIWS/o09z+EmLA6bC3hMh9TwRskDq51x47e4Zzhc73Qt64wyByPOjmUVT6cZZkcQV+0zxNflX05qgD36tSe3MilcCr1FLEe9sPRDYYjmgwD1wjMl1hm4h0ugF43PETVd6wB3RbKES2Pu+2cr9waHFBWESO+8JtyxrkckFYRDa8dxAAoRHNH3hRNTHkUIlsY9Z3TqR6LzcFokScSsKi4TzPRMYske0VT78XJJkJZ8uTzojV6FdEtmNkE9/diqLUzJTpAtmzalQyF6FvI5ETA9+OpraQwTYhwRvQMYqryX6sNn8vq8AynnqoGuXuCY7N/vMR3R7N47DzePR04J+gjJt4rM7V3SzwzbC8FzYtb2Z1jQtDd3nLDOLmD1E9v90++qfT4Lfh5N+cq/508shXb5st6Ll1cWa2RYu2EUo0p6QfkF2EP7sIf3YR/hCRs3ZXFoqzYdEGR92su1D4Q486yzq1D/L0iS85W67R2l1ZKLsIfzYs4l05+bg8rpxU/lZS3UXbyvZE/wFXu+LXNTDaDQAAAABJRU5ErkJggg=="/>
          <p:cNvSpPr>
            <a:spLocks noChangeAspect="1" noChangeArrowheads="1"/>
          </p:cNvSpPr>
          <p:nvPr/>
        </p:nvSpPr>
        <p:spPr bwMode="auto">
          <a:xfrm>
            <a:off x="207436" y="-116412"/>
            <a:ext cx="406400" cy="4064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en-US" sz="1600" dirty="0"/>
          </a:p>
        </p:txBody>
      </p:sp>
      <p:sp>
        <p:nvSpPr>
          <p:cNvPr id="2" name="AutoShape 2" descr="Image result for file"/>
          <p:cNvSpPr>
            <a:spLocks noChangeAspect="1" noChangeArrowheads="1"/>
          </p:cNvSpPr>
          <p:nvPr/>
        </p:nvSpPr>
        <p:spPr bwMode="auto">
          <a:xfrm>
            <a:off x="410635" y="86789"/>
            <a:ext cx="406400" cy="4064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en-US" sz="2400" dirty="0"/>
          </a:p>
        </p:txBody>
      </p:sp>
      <p:sp>
        <p:nvSpPr>
          <p:cNvPr id="6" name="AutoShape 2" descr="Image result for activemq image"/>
          <p:cNvSpPr>
            <a:spLocks noChangeAspect="1" noChangeArrowheads="1"/>
          </p:cNvSpPr>
          <p:nvPr/>
        </p:nvSpPr>
        <p:spPr bwMode="auto">
          <a:xfrm>
            <a:off x="2214035" y="2042588"/>
            <a:ext cx="406400" cy="4064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en-US" sz="2400" dirty="0"/>
          </a:p>
        </p:txBody>
      </p:sp>
      <p:sp>
        <p:nvSpPr>
          <p:cNvPr id="8" name="Rectangle 7">
            <a:extLst>
              <a:ext uri="{FF2B5EF4-FFF2-40B4-BE49-F238E27FC236}">
                <a16:creationId xmlns:a16="http://schemas.microsoft.com/office/drawing/2014/main" id="{7146C491-DBC3-A60F-6EAA-0F9285847D45}"/>
              </a:ext>
            </a:extLst>
          </p:cNvPr>
          <p:cNvSpPr/>
          <p:nvPr/>
        </p:nvSpPr>
        <p:spPr>
          <a:xfrm>
            <a:off x="3951511" y="32683"/>
            <a:ext cx="4191000" cy="400110"/>
          </a:xfrm>
          <a:prstGeom prst="rect">
            <a:avLst/>
          </a:prstGeom>
        </p:spPr>
        <p:style>
          <a:lnRef idx="1">
            <a:schemeClr val="accent4"/>
          </a:lnRef>
          <a:fillRef idx="3">
            <a:schemeClr val="accent4"/>
          </a:fillRef>
          <a:effectRef idx="2">
            <a:schemeClr val="accent4"/>
          </a:effectRef>
          <a:fontRef idx="minor">
            <a:schemeClr val="lt1"/>
          </a:fontRef>
        </p:style>
        <p:txBody>
          <a:bodyPr wrap="square">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2000" dirty="0"/>
              <a:t>What is DevOps? An Easy Explanation</a:t>
            </a:r>
          </a:p>
        </p:txBody>
      </p:sp>
      <p:sp>
        <p:nvSpPr>
          <p:cNvPr id="5" name="Rectangle 4">
            <a:extLst>
              <a:ext uri="{FF2B5EF4-FFF2-40B4-BE49-F238E27FC236}">
                <a16:creationId xmlns:a16="http://schemas.microsoft.com/office/drawing/2014/main" id="{CA1D8170-25C1-4027-0914-6C0B5D61C4CC}"/>
              </a:ext>
            </a:extLst>
          </p:cNvPr>
          <p:cNvSpPr/>
          <p:nvPr/>
        </p:nvSpPr>
        <p:spPr>
          <a:xfrm>
            <a:off x="186817" y="2440150"/>
            <a:ext cx="11832164" cy="2208050"/>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pPr marL="342900" indent="-342900">
              <a:buFont typeface="Wingdings" panose="05000000000000000000" pitchFamily="2" charset="2"/>
              <a:buChar char="ü"/>
            </a:pPr>
            <a:r>
              <a:rPr lang="en-US" b="1" i="0" dirty="0">
                <a:solidFill>
                  <a:srgbClr val="FF0000"/>
                </a:solidFill>
                <a:effectLst/>
                <a:highlight>
                  <a:srgbClr val="FFFFFF"/>
                </a:highlight>
                <a:latin typeface="Söhne"/>
              </a:rPr>
              <a:t>DevOps</a:t>
            </a:r>
            <a:r>
              <a:rPr lang="en-US" b="0" i="0" dirty="0">
                <a:solidFill>
                  <a:srgbClr val="0D0D0D"/>
                </a:solidFill>
                <a:effectLst/>
                <a:highlight>
                  <a:srgbClr val="FFFFFF"/>
                </a:highlight>
                <a:latin typeface="Söhne"/>
              </a:rPr>
              <a:t> is a combination of the words "</a:t>
            </a:r>
            <a:r>
              <a:rPr lang="en-US" b="0" i="0" dirty="0">
                <a:solidFill>
                  <a:srgbClr val="FF0000"/>
                </a:solidFill>
                <a:effectLst/>
                <a:highlight>
                  <a:srgbClr val="FFFFFF"/>
                </a:highlight>
                <a:latin typeface="Söhne"/>
              </a:rPr>
              <a:t>Development</a:t>
            </a:r>
            <a:r>
              <a:rPr lang="en-US" b="0" i="0" dirty="0">
                <a:solidFill>
                  <a:srgbClr val="0D0D0D"/>
                </a:solidFill>
                <a:effectLst/>
                <a:highlight>
                  <a:srgbClr val="FFFFFF"/>
                </a:highlight>
                <a:latin typeface="Söhne"/>
              </a:rPr>
              <a:t>" and "</a:t>
            </a:r>
            <a:r>
              <a:rPr lang="en-US" b="0" i="0" dirty="0">
                <a:solidFill>
                  <a:srgbClr val="FF0000"/>
                </a:solidFill>
                <a:effectLst/>
                <a:highlight>
                  <a:srgbClr val="FFFFFF"/>
                </a:highlight>
                <a:latin typeface="Söhne"/>
              </a:rPr>
              <a:t>Operations</a:t>
            </a:r>
            <a:r>
              <a:rPr lang="en-US" b="0" i="0" dirty="0">
                <a:solidFill>
                  <a:srgbClr val="0D0D0D"/>
                </a:solidFill>
                <a:effectLst/>
                <a:highlight>
                  <a:srgbClr val="FFFFFF"/>
                </a:highlight>
                <a:latin typeface="Söhne"/>
              </a:rPr>
              <a:t>." </a:t>
            </a:r>
          </a:p>
          <a:p>
            <a:pPr marL="342900" indent="-342900">
              <a:buFont typeface="Wingdings" panose="05000000000000000000" pitchFamily="2" charset="2"/>
              <a:buChar char="ü"/>
            </a:pPr>
            <a:endParaRPr lang="en-US" dirty="0">
              <a:solidFill>
                <a:srgbClr val="0D0D0D"/>
              </a:solidFill>
              <a:highlight>
                <a:srgbClr val="FFFFFF"/>
              </a:highlight>
              <a:latin typeface="Söhne"/>
            </a:endParaRPr>
          </a:p>
          <a:p>
            <a:pPr marL="342900" indent="-342900">
              <a:buFont typeface="Wingdings" panose="05000000000000000000" pitchFamily="2" charset="2"/>
              <a:buChar char="ü"/>
            </a:pPr>
            <a:r>
              <a:rPr lang="en-US" b="1" i="0" dirty="0">
                <a:solidFill>
                  <a:srgbClr val="FF0000"/>
                </a:solidFill>
                <a:effectLst/>
                <a:highlight>
                  <a:srgbClr val="FFFFFF"/>
                </a:highlight>
                <a:latin typeface="Söhne"/>
              </a:rPr>
              <a:t>DevOps</a:t>
            </a:r>
            <a:r>
              <a:rPr lang="en-US" b="0" i="0" dirty="0">
                <a:solidFill>
                  <a:srgbClr val="0D0D0D"/>
                </a:solidFill>
                <a:effectLst/>
                <a:highlight>
                  <a:srgbClr val="FFFFFF"/>
                </a:highlight>
                <a:latin typeface="Söhne"/>
              </a:rPr>
              <a:t> refers to a </a:t>
            </a:r>
            <a:r>
              <a:rPr lang="en-US" b="0" i="0" dirty="0">
                <a:solidFill>
                  <a:srgbClr val="FF0000"/>
                </a:solidFill>
                <a:effectLst/>
                <a:highlight>
                  <a:srgbClr val="FFFFFF"/>
                </a:highlight>
                <a:latin typeface="Söhne"/>
              </a:rPr>
              <a:t>set of practices and tools </a:t>
            </a:r>
            <a:r>
              <a:rPr lang="en-US" b="0" i="0" dirty="0">
                <a:solidFill>
                  <a:srgbClr val="0D0D0D"/>
                </a:solidFill>
                <a:effectLst/>
                <a:highlight>
                  <a:srgbClr val="FFFFFF"/>
                </a:highlight>
                <a:latin typeface="Söhne"/>
              </a:rPr>
              <a:t>that help </a:t>
            </a:r>
            <a:r>
              <a:rPr lang="en-US" b="0" i="0" dirty="0">
                <a:solidFill>
                  <a:srgbClr val="FF0000"/>
                </a:solidFill>
                <a:effectLst/>
                <a:highlight>
                  <a:srgbClr val="FFFFFF"/>
                </a:highlight>
                <a:latin typeface="Söhne"/>
              </a:rPr>
              <a:t>software development teams </a:t>
            </a:r>
            <a:r>
              <a:rPr lang="en-US" b="0" i="0" dirty="0">
                <a:solidFill>
                  <a:srgbClr val="0D0D0D"/>
                </a:solidFill>
                <a:effectLst/>
                <a:highlight>
                  <a:srgbClr val="FFFFFF"/>
                </a:highlight>
                <a:latin typeface="Söhne"/>
              </a:rPr>
              <a:t>and </a:t>
            </a:r>
            <a:r>
              <a:rPr lang="en-US" b="0" i="0" dirty="0">
                <a:solidFill>
                  <a:srgbClr val="FF0000"/>
                </a:solidFill>
                <a:effectLst/>
                <a:highlight>
                  <a:srgbClr val="FFFFFF"/>
                </a:highlight>
                <a:latin typeface="Söhne"/>
              </a:rPr>
              <a:t>IT operations teams </a:t>
            </a:r>
            <a:r>
              <a:rPr lang="en-US" b="0" i="0" dirty="0">
                <a:solidFill>
                  <a:srgbClr val="0D0D0D"/>
                </a:solidFill>
                <a:effectLst/>
                <a:highlight>
                  <a:srgbClr val="FFFFFF"/>
                </a:highlight>
                <a:latin typeface="Söhne"/>
              </a:rPr>
              <a:t>work together more effectively. The main goal is to create and deliver software more quickly and reliably.</a:t>
            </a:r>
            <a:endParaRPr lang="en-US" dirty="0"/>
          </a:p>
        </p:txBody>
      </p:sp>
      <p:sp>
        <p:nvSpPr>
          <p:cNvPr id="9" name="TextBox 8">
            <a:extLst>
              <a:ext uri="{FF2B5EF4-FFF2-40B4-BE49-F238E27FC236}">
                <a16:creationId xmlns:a16="http://schemas.microsoft.com/office/drawing/2014/main" id="{FAA33EEA-7135-C8DD-4970-857E80493E1D}"/>
              </a:ext>
            </a:extLst>
          </p:cNvPr>
          <p:cNvSpPr txBox="1"/>
          <p:nvPr/>
        </p:nvSpPr>
        <p:spPr>
          <a:xfrm>
            <a:off x="186817" y="1879370"/>
            <a:ext cx="2353914" cy="470000"/>
          </a:xfrm>
          <a:prstGeom prst="rect">
            <a:avLst/>
          </a:prstGeom>
          <a:solidFill>
            <a:srgbClr val="C00000"/>
          </a:solidFill>
        </p:spPr>
        <p:txBody>
          <a:bodyPr wrap="none" rtlCol="0">
            <a:spAutoFit/>
          </a:bodyPr>
          <a:lstStyle/>
          <a:p>
            <a:r>
              <a:rPr lang="en-US" dirty="0">
                <a:solidFill>
                  <a:schemeClr val="bg1"/>
                </a:solidFill>
              </a:rPr>
              <a:t>What is DevOps?</a:t>
            </a:r>
          </a:p>
        </p:txBody>
      </p:sp>
    </p:spTree>
    <p:extLst>
      <p:ext uri="{BB962C8B-B14F-4D97-AF65-F5344CB8AC3E}">
        <p14:creationId xmlns:p14="http://schemas.microsoft.com/office/powerpoint/2010/main" val="4070404887"/>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2" descr="data:image/png;base64,iVBORw0KGgoAAAANSUhEUgAAANEAAADxCAMAAABiSKLrAAAAbFBMVEWIiIj////6+vr29vb19fX4+Pj5+fnu7u77+/v39/f9/f3z8/P+/v709PT8/Pyqqqrt7e3v7+/w8PDx8fHy8vK+vr7Q0NCjo6OBgYHY2Njk5OTHx8eNjY3c3NzGxsbn5+eWlpa1tbWcnJx6enob4+f+AAAIqklEQVR4nO3dCZuaOhQGYEZAh0FkX2W1//8/lkVMICeIkRmOPHz22lYg5OVEZLFzJRNrnC+xSGt3nJvQekMUYktnEiM1ouDrjCs/pukLkzoRtpjmNRcloRUFoiS8oo5UvLwsYpEgCaXoHLYiMRJqkRAJt0iEhFwkQMIqCgJRElpRLErCL3r1oxavSJSEWCRIQikyOtGQNPd8CaXICc04FiXhFomQkIsESChFbmhmwiT0opf3eBivMzSjLuORnh49oKxRKxIloayR24oESShFRScSI6EUJaGZCJNwiwhp/skFcpFAlbCLXiehF71MQisSJiEVVYkwqRP9oEpXI1HSXXRuWjo/2jz3f3v8YfjS7871lbU1EiT1IjrAKrvX/2iurzisijkk8OQC5ah7iERIyEUCJOyi10noRU9J490DUpFPRAApniJhFVnzSaOdOF6RKAmlKGhFgiTMohdIyYeIhEh30aV99E9NLo8VXLqn++Q/mIuIREid6DJsv32s91Ityi1hEtJRl5+ESX2NMKUR2ZYoCbNIjIRV5FiiJIyicx7mriVEKnCKfvxadBIloRQ1NTqJkcICpcgPr7rjOPYJZnFNbZVwikw/YHNlXmDi4xW9kU70jSnNqOu/xL4R0aWg3yNMgNHWp0I66i7Dy5PsdXFuApw1Eg8RndfuykLZa4Q/512EPrsIfzYtOmwje43wh4h+1u7KQvm5bk601wh9NlijXYQ+uwh/HqLrZkTXh+h4PDQP8lQ/PvAlSrT2xl0oRHQ5biOXXYQ+uwh/dhH+7CL82bRI3Ua2XKPvtTfuQvneReizi/BnF+HPLsKfTYu0bYQWsd5PfImIDmtv3IVy2EXos4vwZxfhzy7CH0okbyO7CH+2/D46rr1xF8pxF6HPLsKfXYQ/uwh/KJGyjWxatPZwWShEpK69cReKuovQZxfhzy7Cn12EP0SkGduItmHRzFF3P3r63ZHzTl4YdYqsHg/e/YdF2e7xcFRVrba109gMFp2evGhmjzpFVZLcvJVpl7K8hWaVB1liNVNdJh7VZ4Wd7P4aaa5I866lFEnDRHWksC5eVgtH8VWy8PHGTE5V/rr+QqSocTnm9CpTM+SMmRhVVJcPKbPYv5VFcs7x1F3P1eeikl1sXZHGB0lRLH+eSI75ICk6KZ8nctkOkaQN+cNEWjBRIimU0YpkHY4hmxOgqNIMHRaRJo6giLO+dyM/F1nsvpfqWVAv92Eihe0u3bNE+TgR/FkURfWhUHPMIBsguh6N0yKNs7o/EGkVIEpj+XA8fltJ0GzqDxMdQwBka+2gqQ/p9FYkpaNIiEXuje3OddQfg738rFCTcYmME9sdKXntbY1MBOy802JrotJ6bSUiInLia7y2+aZEbXuyxXbn5vXXGQazDs+6xUWGoql2kXU/DDrOssLWNFmZ65oQufeflwvU6PHDdO8ki/0xu/Rb7RVRvZNJgupW7y3bU+T6JLnej97MPLNUhbPIbJEV9U2y/eknHds5lfhfNMo/sb23oRX5LQXWGUmpGdtz3nxEpOiep7eP+5MFUEZJj+0SCnsCVX/CkrZUQFRvQG+8RkNOzHTi5LL0rW6x8YL0bwolGtdolqir0fQxAyQCNrdsVczFmdFS6fXp+4kSecPMEqntrAYkkklTYI288frkYKI+j+XCYtzRUdCIdMV/7mkWTDNmY6AU6bo5C9QknqwSEpFuzAdJUjZFQiJSoFMWfhIDu0ievDjD5ubquEV6AjVet3krU3B/Hvn8cYdDBJxUSlKVaJqmWvENMiXcImEQKcCYi26W1nZaN9SAXXFkcos0JZpxXLeICDpLDnVSBDkDusAtEhGN72p5J78LcMbn9+nudemgiDSlASLF66cC20NKbZ3qCnAnIfKp9gcxiIjVPj8/8mbVCBY9VsNes42C4YgBrgyUJ06NpkRdCuD8yB418pYIOkl2hyuQ2SOkKOMMO4M76vrBB4sG84Cjjrr5Cooeo4TdLwyGbLsC4IKgD93dHY66lUQye7gQxfqgfdcDhr7JeSOtLoL2dOn4KEdX2E+s0hp24j3RaUERsPnLLBmlYPceaYJVBB0Bja85p8ANn3rXgFX02kEqaSGAeywoGs7zjghYdqYoxyp68USCtMDZfX+wqHomav53fkBcWDSYx4NEBpkuAyLj3oSwSDIVsMM6ETVAp/3V/KG2tP/xRPRccI1IW7Comyr8PupE9052bbW/0yLHpX/1T1wRmQuskULa4oqcd/Z1pjLu6li0zqgDP49m5fmo+2NR3z50zFBYczLsBB6Rxx6y8Q5wRoE7LCaylhM5BnTs7cGdmZP1RZzdygeLXOjW9fg94jYXUnjjbBHRcJ5nImVKBA67fFgkL/HzIE4KRW7vM0/i/kQ0WSPHg75KldHdqc+h7pfZ0jKs/GuDM3hvNSLizSEqoroE1Yia7ELf00kIWS/o09z+EmLA6bC3hMh9TwRskDq51x47e4Zzhc73Qt64wyByPOjmUVT6cZZkcQV+0zxNflX05qgD36tSe3MilcCr1FLEe9sPRDYYjmgwD1wjMl1hm4h0ugF43PETVd6wB3RbKES2Pu+2cr9waHFBWESO+8JtyxrkckFYRDa8dxAAoRHNH3hRNTHkUIlsY9Z3TqR6LzcFokScSsKi4TzPRMYske0VT78XJJkJZ8uTzojV6FdEtmNkE9/diqLUzJTpAtmzalQyF6FvI5ETA9+OpraQwTYhwRvQMYqryX6sNn8vq8AynnqoGuXuCY7N/vMR3R7N47DzePR04J+gjJt4rM7V3SzwzbC8FzYtb2Z1jQtDd3nLDOLmD1E9v90++qfT4Lfh5N+cq/508shXb5st6Ll1cWa2RYu2EUo0p6QfkF2EP7sIf3YR/hCRs3ZXFoqzYdEGR92su1D4Q486yzq1D/L0iS85W67R2l1ZKLsIfzYs4l05+bg8rpxU/lZS3UXbyvZE/wFXu+LXNTDaDQAAAABJRU5ErkJggg=="/>
          <p:cNvSpPr>
            <a:spLocks noChangeAspect="1" noChangeArrowheads="1"/>
          </p:cNvSpPr>
          <p:nvPr/>
        </p:nvSpPr>
        <p:spPr bwMode="auto">
          <a:xfrm>
            <a:off x="207436" y="-116412"/>
            <a:ext cx="406400" cy="4064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en-US" sz="1600" dirty="0"/>
          </a:p>
        </p:txBody>
      </p:sp>
      <p:sp>
        <p:nvSpPr>
          <p:cNvPr id="2" name="AutoShape 2" descr="Image result for file"/>
          <p:cNvSpPr>
            <a:spLocks noChangeAspect="1" noChangeArrowheads="1"/>
          </p:cNvSpPr>
          <p:nvPr/>
        </p:nvSpPr>
        <p:spPr bwMode="auto">
          <a:xfrm>
            <a:off x="410635" y="86789"/>
            <a:ext cx="406400" cy="4064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en-US" sz="2400" dirty="0"/>
          </a:p>
        </p:txBody>
      </p:sp>
      <p:sp>
        <p:nvSpPr>
          <p:cNvPr id="6" name="AutoShape 2" descr="Image result for activemq image"/>
          <p:cNvSpPr>
            <a:spLocks noChangeAspect="1" noChangeArrowheads="1"/>
          </p:cNvSpPr>
          <p:nvPr/>
        </p:nvSpPr>
        <p:spPr bwMode="auto">
          <a:xfrm>
            <a:off x="2214035" y="772818"/>
            <a:ext cx="406400" cy="4064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en-US" sz="2400" dirty="0"/>
          </a:p>
        </p:txBody>
      </p:sp>
      <p:sp>
        <p:nvSpPr>
          <p:cNvPr id="8" name="Rectangle 7">
            <a:extLst>
              <a:ext uri="{FF2B5EF4-FFF2-40B4-BE49-F238E27FC236}">
                <a16:creationId xmlns:a16="http://schemas.microsoft.com/office/drawing/2014/main" id="{7146C491-DBC3-A60F-6EAA-0F9285847D45}"/>
              </a:ext>
            </a:extLst>
          </p:cNvPr>
          <p:cNvSpPr/>
          <p:nvPr/>
        </p:nvSpPr>
        <p:spPr>
          <a:xfrm>
            <a:off x="3951511" y="32683"/>
            <a:ext cx="4191000" cy="400110"/>
          </a:xfrm>
          <a:prstGeom prst="rect">
            <a:avLst/>
          </a:prstGeom>
        </p:spPr>
        <p:style>
          <a:lnRef idx="1">
            <a:schemeClr val="accent4"/>
          </a:lnRef>
          <a:fillRef idx="3">
            <a:schemeClr val="accent4"/>
          </a:fillRef>
          <a:effectRef idx="2">
            <a:schemeClr val="accent4"/>
          </a:effectRef>
          <a:fontRef idx="minor">
            <a:schemeClr val="lt1"/>
          </a:fontRef>
        </p:style>
        <p:txBody>
          <a:bodyPr wrap="square">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2000" dirty="0"/>
              <a:t>What is DevOps? An Easy Explanation</a:t>
            </a:r>
          </a:p>
        </p:txBody>
      </p:sp>
      <p:sp>
        <p:nvSpPr>
          <p:cNvPr id="5" name="Rectangle 4">
            <a:extLst>
              <a:ext uri="{FF2B5EF4-FFF2-40B4-BE49-F238E27FC236}">
                <a16:creationId xmlns:a16="http://schemas.microsoft.com/office/drawing/2014/main" id="{CA1D8170-25C1-4027-0914-6C0B5D61C4CC}"/>
              </a:ext>
            </a:extLst>
          </p:cNvPr>
          <p:cNvSpPr/>
          <p:nvPr/>
        </p:nvSpPr>
        <p:spPr>
          <a:xfrm>
            <a:off x="207436" y="976019"/>
            <a:ext cx="11832164" cy="2563421"/>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pPr marL="342900" indent="-342900">
              <a:buFont typeface="Wingdings" panose="05000000000000000000" pitchFamily="2" charset="2"/>
              <a:buChar char="ü"/>
            </a:pPr>
            <a:r>
              <a:rPr lang="en-US" sz="2000" b="0" i="0" dirty="0">
                <a:solidFill>
                  <a:srgbClr val="0D0D0D"/>
                </a:solidFill>
                <a:effectLst/>
                <a:highlight>
                  <a:srgbClr val="FFFFFF"/>
                </a:highlight>
                <a:latin typeface="Söhne"/>
              </a:rPr>
              <a:t>Imagine you have a </a:t>
            </a:r>
            <a:r>
              <a:rPr lang="en-US" sz="2000" b="0" i="0" dirty="0">
                <a:solidFill>
                  <a:srgbClr val="FF0000"/>
                </a:solidFill>
                <a:effectLst/>
                <a:highlight>
                  <a:srgbClr val="FFFFFF"/>
                </a:highlight>
                <a:latin typeface="Söhne"/>
              </a:rPr>
              <a:t>restaurant</a:t>
            </a:r>
            <a:r>
              <a:rPr lang="en-US" sz="2000" b="0" i="0" dirty="0">
                <a:solidFill>
                  <a:srgbClr val="0D0D0D"/>
                </a:solidFill>
                <a:effectLst/>
                <a:highlight>
                  <a:srgbClr val="FFFFFF"/>
                </a:highlight>
                <a:latin typeface="Söhne"/>
              </a:rPr>
              <a:t>. In a </a:t>
            </a:r>
            <a:r>
              <a:rPr lang="en-US" sz="2000" b="0" i="0" dirty="0">
                <a:solidFill>
                  <a:srgbClr val="FF0000"/>
                </a:solidFill>
                <a:effectLst/>
                <a:highlight>
                  <a:srgbClr val="FFFFFF"/>
                </a:highlight>
                <a:latin typeface="Söhne"/>
              </a:rPr>
              <a:t>restaurant</a:t>
            </a:r>
            <a:r>
              <a:rPr lang="en-US" sz="2000" b="0" i="0" dirty="0">
                <a:solidFill>
                  <a:srgbClr val="0D0D0D"/>
                </a:solidFill>
                <a:effectLst/>
                <a:highlight>
                  <a:srgbClr val="FFFFFF"/>
                </a:highlight>
                <a:latin typeface="Söhne"/>
              </a:rPr>
              <a:t>, you have two main groups of people: the </a:t>
            </a:r>
            <a:r>
              <a:rPr lang="en-US" sz="2000" b="0" i="0" dirty="0">
                <a:solidFill>
                  <a:srgbClr val="FF0000"/>
                </a:solidFill>
                <a:effectLst/>
                <a:highlight>
                  <a:srgbClr val="FFFFFF"/>
                </a:highlight>
                <a:latin typeface="Söhne"/>
              </a:rPr>
              <a:t>chefs</a:t>
            </a:r>
            <a:r>
              <a:rPr lang="en-US" sz="2000" b="0" i="0" dirty="0">
                <a:solidFill>
                  <a:srgbClr val="0D0D0D"/>
                </a:solidFill>
                <a:effectLst/>
                <a:highlight>
                  <a:srgbClr val="FFFFFF"/>
                </a:highlight>
                <a:latin typeface="Söhne"/>
              </a:rPr>
              <a:t> in the kitchen who cook the food (developers), and the </a:t>
            </a:r>
            <a:r>
              <a:rPr lang="en-US" sz="2000" b="0" i="0" dirty="0">
                <a:solidFill>
                  <a:srgbClr val="FF0000"/>
                </a:solidFill>
                <a:effectLst/>
                <a:highlight>
                  <a:srgbClr val="FFFFFF"/>
                </a:highlight>
                <a:latin typeface="Söhne"/>
              </a:rPr>
              <a:t>waitstaff</a:t>
            </a:r>
            <a:r>
              <a:rPr lang="en-US" sz="2000" b="0" i="0" dirty="0">
                <a:solidFill>
                  <a:srgbClr val="0D0D0D"/>
                </a:solidFill>
                <a:effectLst/>
                <a:highlight>
                  <a:srgbClr val="FFFFFF"/>
                </a:highlight>
                <a:latin typeface="Söhne"/>
              </a:rPr>
              <a:t> who serve the food to customers and make sure they are happy (</a:t>
            </a:r>
            <a:r>
              <a:rPr lang="en-US" sz="2000" b="0" i="0" dirty="0">
                <a:solidFill>
                  <a:srgbClr val="FF0000"/>
                </a:solidFill>
                <a:effectLst/>
                <a:highlight>
                  <a:srgbClr val="FFFFFF"/>
                </a:highlight>
                <a:latin typeface="Söhne"/>
              </a:rPr>
              <a:t>operations</a:t>
            </a:r>
            <a:r>
              <a:rPr lang="en-US" sz="2000" b="0" i="0" dirty="0">
                <a:solidFill>
                  <a:srgbClr val="0D0D0D"/>
                </a:solidFill>
                <a:effectLst/>
                <a:highlight>
                  <a:srgbClr val="FFFFFF"/>
                </a:highlight>
                <a:latin typeface="Söhne"/>
              </a:rPr>
              <a:t>).</a:t>
            </a:r>
          </a:p>
          <a:p>
            <a:pPr marL="342900" indent="-342900">
              <a:buFont typeface="Wingdings" panose="05000000000000000000" pitchFamily="2" charset="2"/>
              <a:buChar char="ü"/>
            </a:pPr>
            <a:endParaRPr lang="en-US" sz="2000" b="0" i="0" dirty="0">
              <a:solidFill>
                <a:srgbClr val="0D0D0D"/>
              </a:solidFill>
              <a:effectLst/>
              <a:highlight>
                <a:srgbClr val="FFFFFF"/>
              </a:highlight>
              <a:latin typeface="Söhne"/>
            </a:endParaRPr>
          </a:p>
          <a:p>
            <a:pPr marL="342900" indent="-342900">
              <a:buFont typeface="Wingdings" panose="05000000000000000000" pitchFamily="2" charset="2"/>
              <a:buChar char="ü"/>
            </a:pPr>
            <a:r>
              <a:rPr lang="en-US" sz="2000" b="0" i="0" dirty="0">
                <a:solidFill>
                  <a:srgbClr val="0D0D0D"/>
                </a:solidFill>
                <a:effectLst/>
                <a:highlight>
                  <a:srgbClr val="FFFFFF"/>
                </a:highlight>
                <a:latin typeface="Söhne"/>
              </a:rPr>
              <a:t>Now, think of a situation where the </a:t>
            </a:r>
            <a:r>
              <a:rPr lang="en-US" sz="2000" b="0" i="0" dirty="0">
                <a:solidFill>
                  <a:srgbClr val="FF0000"/>
                </a:solidFill>
                <a:effectLst/>
                <a:highlight>
                  <a:srgbClr val="FFFFFF"/>
                </a:highlight>
                <a:latin typeface="Söhne"/>
              </a:rPr>
              <a:t>chefs</a:t>
            </a:r>
            <a:r>
              <a:rPr lang="en-US" sz="2000" b="0" i="0" dirty="0">
                <a:solidFill>
                  <a:srgbClr val="0D0D0D"/>
                </a:solidFill>
                <a:effectLst/>
                <a:highlight>
                  <a:srgbClr val="FFFFFF"/>
                </a:highlight>
                <a:latin typeface="Söhne"/>
              </a:rPr>
              <a:t> and the </a:t>
            </a:r>
            <a:r>
              <a:rPr lang="en-US" sz="2000" b="0" i="0" dirty="0">
                <a:solidFill>
                  <a:srgbClr val="FF0000"/>
                </a:solidFill>
                <a:effectLst/>
                <a:highlight>
                  <a:srgbClr val="FFFFFF"/>
                </a:highlight>
                <a:latin typeface="Söhne"/>
              </a:rPr>
              <a:t>waitstaff</a:t>
            </a:r>
            <a:r>
              <a:rPr lang="en-US" sz="2000" b="0" i="0" dirty="0">
                <a:solidFill>
                  <a:srgbClr val="0D0D0D"/>
                </a:solidFill>
                <a:effectLst/>
                <a:highlight>
                  <a:srgbClr val="FFFFFF"/>
                </a:highlight>
                <a:latin typeface="Söhne"/>
              </a:rPr>
              <a:t> don't talk to each other much. The </a:t>
            </a:r>
            <a:r>
              <a:rPr lang="en-US" sz="2000" b="0" i="0" dirty="0">
                <a:solidFill>
                  <a:srgbClr val="FF0000"/>
                </a:solidFill>
                <a:effectLst/>
                <a:highlight>
                  <a:srgbClr val="FFFFFF"/>
                </a:highlight>
                <a:latin typeface="Söhne"/>
              </a:rPr>
              <a:t>chefs</a:t>
            </a:r>
            <a:r>
              <a:rPr lang="en-US" sz="2000" b="0" i="0" dirty="0">
                <a:solidFill>
                  <a:srgbClr val="0D0D0D"/>
                </a:solidFill>
                <a:effectLst/>
                <a:highlight>
                  <a:srgbClr val="FFFFFF"/>
                </a:highlight>
                <a:latin typeface="Söhne"/>
              </a:rPr>
              <a:t> might cook amazing food, but if the </a:t>
            </a:r>
            <a:r>
              <a:rPr lang="en-US" sz="2000" b="0" i="0" dirty="0">
                <a:solidFill>
                  <a:srgbClr val="FF0000"/>
                </a:solidFill>
                <a:effectLst/>
                <a:highlight>
                  <a:srgbClr val="FFFFFF"/>
                </a:highlight>
                <a:latin typeface="Söhne"/>
              </a:rPr>
              <a:t>waitstaff</a:t>
            </a:r>
            <a:r>
              <a:rPr lang="en-US" sz="2000" b="0" i="0" dirty="0">
                <a:solidFill>
                  <a:srgbClr val="0D0D0D"/>
                </a:solidFill>
                <a:effectLst/>
                <a:highlight>
                  <a:srgbClr val="FFFFFF"/>
                </a:highlight>
                <a:latin typeface="Söhne"/>
              </a:rPr>
              <a:t> doesn't know what dishes are ready or how to serve them, </a:t>
            </a:r>
            <a:r>
              <a:rPr lang="en-US" sz="2000" b="0" i="0" dirty="0">
                <a:solidFill>
                  <a:srgbClr val="FF0000"/>
                </a:solidFill>
                <a:effectLst/>
                <a:highlight>
                  <a:srgbClr val="FFFFFF"/>
                </a:highlight>
                <a:latin typeface="Söhne"/>
              </a:rPr>
              <a:t>customers</a:t>
            </a:r>
            <a:r>
              <a:rPr lang="en-US" sz="2000" b="0" i="0" dirty="0">
                <a:solidFill>
                  <a:srgbClr val="0D0D0D"/>
                </a:solidFill>
                <a:effectLst/>
                <a:highlight>
                  <a:srgbClr val="FFFFFF"/>
                </a:highlight>
                <a:latin typeface="Söhne"/>
              </a:rPr>
              <a:t> won't get their food on time or might get the wrong orders. This can lead to unhappy </a:t>
            </a:r>
            <a:r>
              <a:rPr lang="en-US" sz="2000" b="0" i="0" dirty="0">
                <a:solidFill>
                  <a:srgbClr val="FF0000"/>
                </a:solidFill>
                <a:effectLst/>
                <a:highlight>
                  <a:srgbClr val="FFFFFF"/>
                </a:highlight>
                <a:latin typeface="Söhne"/>
              </a:rPr>
              <a:t>customers</a:t>
            </a:r>
            <a:r>
              <a:rPr lang="en-US" sz="2000" b="0" i="0" dirty="0">
                <a:solidFill>
                  <a:srgbClr val="0D0D0D"/>
                </a:solidFill>
                <a:effectLst/>
                <a:highlight>
                  <a:srgbClr val="FFFFFF"/>
                </a:highlight>
                <a:latin typeface="Söhne"/>
              </a:rPr>
              <a:t> and a chaotic </a:t>
            </a:r>
            <a:r>
              <a:rPr lang="en-US" sz="2000" b="0" i="0" dirty="0">
                <a:solidFill>
                  <a:srgbClr val="FF0000"/>
                </a:solidFill>
                <a:effectLst/>
                <a:highlight>
                  <a:srgbClr val="FFFFFF"/>
                </a:highlight>
                <a:latin typeface="Söhne"/>
              </a:rPr>
              <a:t>restaurant</a:t>
            </a:r>
            <a:r>
              <a:rPr lang="en-US" sz="2000" b="0" i="0" dirty="0">
                <a:solidFill>
                  <a:srgbClr val="0D0D0D"/>
                </a:solidFill>
                <a:effectLst/>
                <a:highlight>
                  <a:srgbClr val="FFFFFF"/>
                </a:highlight>
                <a:latin typeface="Söhne"/>
              </a:rPr>
              <a:t>.</a:t>
            </a:r>
          </a:p>
        </p:txBody>
      </p:sp>
      <p:sp>
        <p:nvSpPr>
          <p:cNvPr id="9" name="TextBox 8">
            <a:extLst>
              <a:ext uri="{FF2B5EF4-FFF2-40B4-BE49-F238E27FC236}">
                <a16:creationId xmlns:a16="http://schemas.microsoft.com/office/drawing/2014/main" id="{FAA33EEA-7135-C8DD-4970-857E80493E1D}"/>
              </a:ext>
            </a:extLst>
          </p:cNvPr>
          <p:cNvSpPr txBox="1"/>
          <p:nvPr/>
        </p:nvSpPr>
        <p:spPr>
          <a:xfrm>
            <a:off x="186817" y="420752"/>
            <a:ext cx="3640292" cy="470000"/>
          </a:xfrm>
          <a:prstGeom prst="rect">
            <a:avLst/>
          </a:prstGeom>
          <a:solidFill>
            <a:srgbClr val="C00000"/>
          </a:solidFill>
        </p:spPr>
        <p:txBody>
          <a:bodyPr wrap="none" rtlCol="0">
            <a:spAutoFit/>
          </a:bodyPr>
          <a:lstStyle/>
          <a:p>
            <a:r>
              <a:rPr lang="en-US" dirty="0">
                <a:solidFill>
                  <a:schemeClr val="bg1"/>
                </a:solidFill>
              </a:rPr>
              <a:t>Why Does DevOps Matter?</a:t>
            </a:r>
          </a:p>
        </p:txBody>
      </p:sp>
      <p:pic>
        <p:nvPicPr>
          <p:cNvPr id="4" name="Picture 3">
            <a:extLst>
              <a:ext uri="{FF2B5EF4-FFF2-40B4-BE49-F238E27FC236}">
                <a16:creationId xmlns:a16="http://schemas.microsoft.com/office/drawing/2014/main" id="{D092091F-CEBE-ECE0-9C69-BA8F2D612825}"/>
              </a:ext>
            </a:extLst>
          </p:cNvPr>
          <p:cNvPicPr>
            <a:picLocks noChangeAspect="1"/>
          </p:cNvPicPr>
          <p:nvPr/>
        </p:nvPicPr>
        <p:blipFill>
          <a:blip r:embed="rId3"/>
          <a:stretch>
            <a:fillRect/>
          </a:stretch>
        </p:blipFill>
        <p:spPr>
          <a:xfrm>
            <a:off x="2951594" y="3656980"/>
            <a:ext cx="6288811" cy="3048210"/>
          </a:xfrm>
          <a:prstGeom prst="rect">
            <a:avLst/>
          </a:prstGeom>
        </p:spPr>
        <p:style>
          <a:lnRef idx="1">
            <a:schemeClr val="accent5"/>
          </a:lnRef>
          <a:fillRef idx="2">
            <a:schemeClr val="accent5"/>
          </a:fillRef>
          <a:effectRef idx="1">
            <a:schemeClr val="accent5"/>
          </a:effectRef>
          <a:fontRef idx="minor">
            <a:schemeClr val="dk1"/>
          </a:fontRef>
        </p:style>
      </p:pic>
    </p:spTree>
    <p:extLst>
      <p:ext uri="{BB962C8B-B14F-4D97-AF65-F5344CB8AC3E}">
        <p14:creationId xmlns:p14="http://schemas.microsoft.com/office/powerpoint/2010/main" val="221924522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2" descr="data:image/png;base64,iVBORw0KGgoAAAANSUhEUgAAANEAAADxCAMAAABiSKLrAAAAbFBMVEWIiIj////6+vr29vb19fX4+Pj5+fnu7u77+/v39/f9/f3z8/P+/v709PT8/Pyqqqrt7e3v7+/w8PDx8fHy8vK+vr7Q0NCjo6OBgYHY2Njk5OTHx8eNjY3c3NzGxsbn5+eWlpa1tbWcnJx6enob4+f+AAAIqklEQVR4nO3dCZuaOhQGYEZAh0FkX2W1//8/lkVMICeIkRmOPHz22lYg5OVEZLFzJRNrnC+xSGt3nJvQekMUYktnEiM1ouDrjCs/pukLkzoRtpjmNRcloRUFoiS8oo5UvLwsYpEgCaXoHLYiMRJqkRAJt0iEhFwkQMIqCgJRElpRLErCL3r1oxavSJSEWCRIQikyOtGQNPd8CaXICc04FiXhFomQkIsESChFbmhmwiT0opf3eBivMzSjLuORnh49oKxRKxIloayR24oESShFRScSI6EUJaGZCJNwiwhp/skFcpFAlbCLXiehF71MQisSJiEVVYkwqRP9oEpXI1HSXXRuWjo/2jz3f3v8YfjS7871lbU1EiT1IjrAKrvX/2iurzisijkk8OQC5ah7iERIyEUCJOyi10noRU9J490DUpFPRAApniJhFVnzSaOdOF6RKAmlKGhFgiTMohdIyYeIhEh30aV99E9NLo8VXLqn++Q/mIuIREid6DJsv32s91Ityi1hEtJRl5+ESX2NMKUR2ZYoCbNIjIRV5FiiJIyicx7mriVEKnCKfvxadBIloRQ1NTqJkcICpcgPr7rjOPYJZnFNbZVwikw/YHNlXmDi4xW9kU70jSnNqOu/xL4R0aWg3yNMgNHWp0I66i7Dy5PsdXFuApw1Eg8RndfuykLZa4Q/512EPrsIfzYtOmwje43wh4h+1u7KQvm5bk601wh9NlijXYQ+uwh/HqLrZkTXh+h4PDQP8lQ/PvAlSrT2xl0oRHQ5biOXXYQ+uwh/dhH+7CL82bRI3Ua2XKPvtTfuQvneReizi/BnF+HPLsKfTYu0bYQWsd5PfImIDmtv3IVy2EXos4vwZxfhzy7CH0okbyO7CH+2/D46rr1xF8pxF6HPLsKfXYQ/uwh/KJGyjWxatPZwWShEpK69cReKuovQZxfhzy7Cn12EP0SkGduItmHRzFF3P3r63ZHzTl4YdYqsHg/e/YdF2e7xcFRVrba109gMFp2evGhmjzpFVZLcvJVpl7K8hWaVB1liNVNdJh7VZ4Wd7P4aaa5I866lFEnDRHWksC5eVgtH8VWy8PHGTE5V/rr+QqSocTnm9CpTM+SMmRhVVJcPKbPYv5VFcs7x1F3P1eeikl1sXZHGB0lRLH+eSI75ICk6KZ8nctkOkaQN+cNEWjBRIimU0YpkHY4hmxOgqNIMHRaRJo6giLO+dyM/F1nsvpfqWVAv92Eihe0u3bNE+TgR/FkURfWhUHPMIBsguh6N0yKNs7o/EGkVIEpj+XA8fltJ0GzqDxMdQwBka+2gqQ/p9FYkpaNIiEXuje3OddQfg738rFCTcYmME9sdKXntbY1MBOy802JrotJ6bSUiInLia7y2+aZEbXuyxXbn5vXXGQazDs+6xUWGoql2kXU/DDrOssLWNFmZ65oQufeflwvU6PHDdO8ki/0xu/Rb7RVRvZNJgupW7y3bU+T6JLnej97MPLNUhbPIbJEV9U2y/eknHds5lfhfNMo/sb23oRX5LQXWGUmpGdtz3nxEpOiep7eP+5MFUEZJj+0SCnsCVX/CkrZUQFRvQG+8RkNOzHTi5LL0rW6x8YL0bwolGtdolqir0fQxAyQCNrdsVczFmdFS6fXp+4kSecPMEqntrAYkkklTYI288frkYKI+j+XCYtzRUdCIdMV/7mkWTDNmY6AU6bo5C9QknqwSEpFuzAdJUjZFQiJSoFMWfhIDu0ievDjD5ubquEV6AjVet3krU3B/Hvn8cYdDBJxUSlKVaJqmWvENMiXcImEQKcCYi26W1nZaN9SAXXFkcos0JZpxXLeICDpLDnVSBDkDusAtEhGN72p5J78LcMbn9+nudemgiDSlASLF66cC20NKbZ3qCnAnIfKp9gcxiIjVPj8/8mbVCBY9VsNes42C4YgBrgyUJ06NpkRdCuD8yB418pYIOkl2hyuQ2SOkKOMMO4M76vrBB4sG84Cjjrr5Cooeo4TdLwyGbLsC4IKgD93dHY66lUQye7gQxfqgfdcDhr7JeSOtLoL2dOn4KEdX2E+s0hp24j3RaUERsPnLLBmlYPceaYJVBB0Bja85p8ANn3rXgFX02kEqaSGAeywoGs7zjghYdqYoxyp68USCtMDZfX+wqHomav53fkBcWDSYx4NEBpkuAyLj3oSwSDIVsMM6ETVAp/3V/KG2tP/xRPRccI1IW7Comyr8PupE9052bbW/0yLHpX/1T1wRmQuskULa4oqcd/Z1pjLu6li0zqgDP49m5fmo+2NR3z50zFBYczLsBB6Rxx6y8Q5wRoE7LCaylhM5BnTs7cGdmZP1RZzdygeLXOjW9fg94jYXUnjjbBHRcJ5nImVKBA67fFgkL/HzIE4KRW7vM0/i/kQ0WSPHg75KldHdqc+h7pfZ0jKs/GuDM3hvNSLizSEqoroE1Yia7ELf00kIWS/o09z+EmLA6bC3hMh9TwRskDq51x47e4Zzhc73Qt64wyByPOjmUVT6cZZkcQV+0zxNflX05qgD36tSe3MilcCr1FLEe9sPRDYYjmgwD1wjMl1hm4h0ugF43PETVd6wB3RbKES2Pu+2cr9waHFBWESO+8JtyxrkckFYRDa8dxAAoRHNH3hRNTHkUIlsY9Z3TqR6LzcFokScSsKi4TzPRMYske0VT78XJJkJZ8uTzojV6FdEtmNkE9/diqLUzJTpAtmzalQyF6FvI5ETA9+OpraQwTYhwRvQMYqryX6sNn8vq8AynnqoGuXuCY7N/vMR3R7N47DzePR04J+gjJt4rM7V3SzwzbC8FzYtb2Z1jQtDd3nLDOLmD1E9v90++qfT4Lfh5N+cq/508shXb5st6Ll1cWa2RYu2EUo0p6QfkF2EP7sIf3YR/hCRs3ZXFoqzYdEGR92su1D4Q486yzq1D/L0iS85W67R2l1ZKLsIfzYs4l05+bg8rpxU/lZS3UXbyvZE/wFXu+LXNTDaDQAAAABJRU5ErkJggg=="/>
          <p:cNvSpPr>
            <a:spLocks noChangeAspect="1" noChangeArrowheads="1"/>
          </p:cNvSpPr>
          <p:nvPr/>
        </p:nvSpPr>
        <p:spPr bwMode="auto">
          <a:xfrm>
            <a:off x="207436" y="-116412"/>
            <a:ext cx="406400" cy="4064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en-US" sz="1600" dirty="0"/>
          </a:p>
        </p:txBody>
      </p:sp>
      <p:sp>
        <p:nvSpPr>
          <p:cNvPr id="2" name="AutoShape 2" descr="Image result for file"/>
          <p:cNvSpPr>
            <a:spLocks noChangeAspect="1" noChangeArrowheads="1"/>
          </p:cNvSpPr>
          <p:nvPr/>
        </p:nvSpPr>
        <p:spPr bwMode="auto">
          <a:xfrm>
            <a:off x="410635" y="86789"/>
            <a:ext cx="406400" cy="4064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en-US" sz="2400" dirty="0"/>
          </a:p>
        </p:txBody>
      </p:sp>
      <p:sp>
        <p:nvSpPr>
          <p:cNvPr id="6" name="AutoShape 2" descr="Image result for activemq image"/>
          <p:cNvSpPr>
            <a:spLocks noChangeAspect="1" noChangeArrowheads="1"/>
          </p:cNvSpPr>
          <p:nvPr/>
        </p:nvSpPr>
        <p:spPr bwMode="auto">
          <a:xfrm>
            <a:off x="2214035" y="772818"/>
            <a:ext cx="406400" cy="4064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en-US" sz="2400" dirty="0"/>
          </a:p>
        </p:txBody>
      </p:sp>
      <p:sp>
        <p:nvSpPr>
          <p:cNvPr id="8" name="Rectangle 7">
            <a:extLst>
              <a:ext uri="{FF2B5EF4-FFF2-40B4-BE49-F238E27FC236}">
                <a16:creationId xmlns:a16="http://schemas.microsoft.com/office/drawing/2014/main" id="{7146C491-DBC3-A60F-6EAA-0F9285847D45}"/>
              </a:ext>
            </a:extLst>
          </p:cNvPr>
          <p:cNvSpPr/>
          <p:nvPr/>
        </p:nvSpPr>
        <p:spPr>
          <a:xfrm>
            <a:off x="3951511" y="32683"/>
            <a:ext cx="4191000" cy="400110"/>
          </a:xfrm>
          <a:prstGeom prst="rect">
            <a:avLst/>
          </a:prstGeom>
        </p:spPr>
        <p:style>
          <a:lnRef idx="1">
            <a:schemeClr val="accent4"/>
          </a:lnRef>
          <a:fillRef idx="3">
            <a:schemeClr val="accent4"/>
          </a:fillRef>
          <a:effectRef idx="2">
            <a:schemeClr val="accent4"/>
          </a:effectRef>
          <a:fontRef idx="minor">
            <a:schemeClr val="lt1"/>
          </a:fontRef>
        </p:style>
        <p:txBody>
          <a:bodyPr wrap="square">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2000" dirty="0"/>
              <a:t>What is DevOps? An Easy Explanation</a:t>
            </a:r>
          </a:p>
        </p:txBody>
      </p:sp>
      <p:sp>
        <p:nvSpPr>
          <p:cNvPr id="5" name="Rectangle 4">
            <a:extLst>
              <a:ext uri="{FF2B5EF4-FFF2-40B4-BE49-F238E27FC236}">
                <a16:creationId xmlns:a16="http://schemas.microsoft.com/office/drawing/2014/main" id="{CA1D8170-25C1-4027-0914-6C0B5D61C4CC}"/>
              </a:ext>
            </a:extLst>
          </p:cNvPr>
          <p:cNvSpPr/>
          <p:nvPr/>
        </p:nvSpPr>
        <p:spPr>
          <a:xfrm>
            <a:off x="207436" y="976020"/>
            <a:ext cx="11832164" cy="2283400"/>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pPr marL="342900" indent="-342900">
              <a:buFont typeface="Wingdings" panose="05000000000000000000" pitchFamily="2" charset="2"/>
              <a:buChar char="ü"/>
            </a:pPr>
            <a:r>
              <a:rPr lang="en-US" sz="2000" b="0" i="0" dirty="0">
                <a:solidFill>
                  <a:srgbClr val="FF0000"/>
                </a:solidFill>
                <a:effectLst/>
                <a:highlight>
                  <a:srgbClr val="FFFFFF"/>
                </a:highlight>
                <a:latin typeface="Söhne"/>
              </a:rPr>
              <a:t>DevOps</a:t>
            </a:r>
            <a:r>
              <a:rPr lang="en-US" sz="2000" b="0" i="0" dirty="0">
                <a:solidFill>
                  <a:srgbClr val="0D0D0D"/>
                </a:solidFill>
                <a:effectLst/>
                <a:highlight>
                  <a:srgbClr val="FFFFFF"/>
                </a:highlight>
                <a:latin typeface="Söhne"/>
              </a:rPr>
              <a:t> is like </a:t>
            </a:r>
            <a:r>
              <a:rPr lang="en-US" sz="2000" b="0" i="0" dirty="0">
                <a:solidFill>
                  <a:srgbClr val="FF0000"/>
                </a:solidFill>
                <a:effectLst/>
                <a:highlight>
                  <a:srgbClr val="FFFFFF"/>
                </a:highlight>
                <a:latin typeface="Söhne"/>
              </a:rPr>
              <a:t>creating a strong teamwork system </a:t>
            </a:r>
            <a:r>
              <a:rPr lang="en-US" sz="2000" b="0" i="0" dirty="0">
                <a:solidFill>
                  <a:srgbClr val="0D0D0D"/>
                </a:solidFill>
                <a:effectLst/>
                <a:highlight>
                  <a:srgbClr val="FFFFFF"/>
                </a:highlight>
                <a:latin typeface="Söhne"/>
              </a:rPr>
              <a:t>between the </a:t>
            </a:r>
            <a:r>
              <a:rPr lang="en-US" sz="2000" b="0" i="0" dirty="0">
                <a:solidFill>
                  <a:srgbClr val="FF0000"/>
                </a:solidFill>
                <a:effectLst/>
                <a:highlight>
                  <a:srgbClr val="FFFFFF"/>
                </a:highlight>
                <a:latin typeface="Söhne"/>
              </a:rPr>
              <a:t>chefs (developers) </a:t>
            </a:r>
            <a:r>
              <a:rPr lang="en-US" sz="2000" b="0" i="0" dirty="0">
                <a:solidFill>
                  <a:srgbClr val="0D0D0D"/>
                </a:solidFill>
                <a:effectLst/>
                <a:highlight>
                  <a:srgbClr val="FFFFFF"/>
                </a:highlight>
                <a:latin typeface="Söhne"/>
              </a:rPr>
              <a:t>and the </a:t>
            </a:r>
            <a:r>
              <a:rPr lang="en-US" sz="2000" b="0" i="0" dirty="0">
                <a:solidFill>
                  <a:srgbClr val="FF0000"/>
                </a:solidFill>
                <a:effectLst/>
                <a:highlight>
                  <a:srgbClr val="FFFFFF"/>
                </a:highlight>
                <a:latin typeface="Söhne"/>
              </a:rPr>
              <a:t>waitstaff</a:t>
            </a:r>
            <a:r>
              <a:rPr lang="en-US" sz="2000" b="0" i="0" dirty="0">
                <a:solidFill>
                  <a:srgbClr val="0D0D0D"/>
                </a:solidFill>
                <a:effectLst/>
                <a:highlight>
                  <a:srgbClr val="FFFFFF"/>
                </a:highlight>
                <a:latin typeface="Söhne"/>
              </a:rPr>
              <a:t> </a:t>
            </a:r>
            <a:r>
              <a:rPr lang="en-US" sz="2000" b="0" i="0" dirty="0">
                <a:solidFill>
                  <a:srgbClr val="FF0000"/>
                </a:solidFill>
                <a:effectLst/>
                <a:highlight>
                  <a:srgbClr val="FFFFFF"/>
                </a:highlight>
                <a:latin typeface="Söhne"/>
              </a:rPr>
              <a:t>(operations). </a:t>
            </a:r>
            <a:r>
              <a:rPr lang="en-US" sz="2000" b="0" i="0" dirty="0">
                <a:solidFill>
                  <a:srgbClr val="0D0D0D"/>
                </a:solidFill>
                <a:effectLst/>
                <a:highlight>
                  <a:srgbClr val="FFFFFF"/>
                </a:highlight>
                <a:latin typeface="Söhne"/>
              </a:rPr>
              <a:t>It's a </a:t>
            </a:r>
            <a:r>
              <a:rPr lang="en-US" sz="2000" b="0" i="0" dirty="0">
                <a:solidFill>
                  <a:srgbClr val="FF0000"/>
                </a:solidFill>
                <a:effectLst/>
                <a:highlight>
                  <a:srgbClr val="FFFFFF"/>
                </a:highlight>
                <a:latin typeface="Söhne"/>
              </a:rPr>
              <a:t>set of practices </a:t>
            </a:r>
            <a:r>
              <a:rPr lang="en-US" sz="2000" b="0" i="0" dirty="0">
                <a:solidFill>
                  <a:srgbClr val="0D0D0D"/>
                </a:solidFill>
                <a:effectLst/>
                <a:highlight>
                  <a:srgbClr val="FFFFFF"/>
                </a:highlight>
                <a:latin typeface="Söhne"/>
              </a:rPr>
              <a:t>that helps them communicate better, work together more efficiently, and understand each other's needs and challenges.</a:t>
            </a:r>
          </a:p>
          <a:p>
            <a:pPr marL="342900" indent="-342900">
              <a:buFont typeface="Wingdings" panose="05000000000000000000" pitchFamily="2" charset="2"/>
              <a:buChar char="ü"/>
            </a:pPr>
            <a:endParaRPr lang="en-US" sz="2000" b="0" i="0" dirty="0">
              <a:solidFill>
                <a:srgbClr val="0D0D0D"/>
              </a:solidFill>
              <a:effectLst/>
              <a:highlight>
                <a:srgbClr val="FFFFFF"/>
              </a:highlight>
              <a:latin typeface="Söhne"/>
            </a:endParaRPr>
          </a:p>
          <a:p>
            <a:pPr marL="342900" indent="-342900">
              <a:buFont typeface="Wingdings" panose="05000000000000000000" pitchFamily="2" charset="2"/>
              <a:buChar char="ü"/>
            </a:pPr>
            <a:r>
              <a:rPr lang="en-US" sz="2000" b="0" i="0" dirty="0">
                <a:solidFill>
                  <a:srgbClr val="0D0D0D"/>
                </a:solidFill>
                <a:effectLst/>
                <a:highlight>
                  <a:srgbClr val="FFFFFF"/>
                </a:highlight>
                <a:latin typeface="Söhne"/>
              </a:rPr>
              <a:t>In more technical terms</a:t>
            </a:r>
            <a:r>
              <a:rPr lang="en-US" sz="2000" b="0" i="0" dirty="0">
                <a:solidFill>
                  <a:srgbClr val="FF0000"/>
                </a:solidFill>
                <a:effectLst/>
                <a:highlight>
                  <a:srgbClr val="FFFFFF"/>
                </a:highlight>
                <a:latin typeface="Söhne"/>
              </a:rPr>
              <a:t>, DevOps is a combination of "development" (creating software) and "operations" (deploying and managing software). </a:t>
            </a:r>
            <a:r>
              <a:rPr lang="en-US" sz="2000" b="0" i="0" dirty="0">
                <a:solidFill>
                  <a:srgbClr val="0D0D0D"/>
                </a:solidFill>
                <a:effectLst/>
                <a:highlight>
                  <a:srgbClr val="FFFFFF"/>
                </a:highlight>
                <a:latin typeface="Söhne"/>
              </a:rPr>
              <a:t>It aims to shorten the time it takes to deliver high-quality software to users by improving collaboration and automating many processes.</a:t>
            </a:r>
          </a:p>
        </p:txBody>
      </p:sp>
      <p:sp>
        <p:nvSpPr>
          <p:cNvPr id="9" name="TextBox 8">
            <a:extLst>
              <a:ext uri="{FF2B5EF4-FFF2-40B4-BE49-F238E27FC236}">
                <a16:creationId xmlns:a16="http://schemas.microsoft.com/office/drawing/2014/main" id="{FAA33EEA-7135-C8DD-4970-857E80493E1D}"/>
              </a:ext>
            </a:extLst>
          </p:cNvPr>
          <p:cNvSpPr txBox="1"/>
          <p:nvPr/>
        </p:nvSpPr>
        <p:spPr>
          <a:xfrm>
            <a:off x="186817" y="420752"/>
            <a:ext cx="3640292" cy="470000"/>
          </a:xfrm>
          <a:prstGeom prst="rect">
            <a:avLst/>
          </a:prstGeom>
          <a:solidFill>
            <a:srgbClr val="C00000"/>
          </a:solidFill>
        </p:spPr>
        <p:txBody>
          <a:bodyPr wrap="none" rtlCol="0">
            <a:spAutoFit/>
          </a:bodyPr>
          <a:lstStyle/>
          <a:p>
            <a:r>
              <a:rPr lang="en-US" dirty="0">
                <a:solidFill>
                  <a:schemeClr val="bg1"/>
                </a:solidFill>
              </a:rPr>
              <a:t>Why Does DevOps Matter?</a:t>
            </a:r>
          </a:p>
        </p:txBody>
      </p:sp>
      <p:pic>
        <p:nvPicPr>
          <p:cNvPr id="4" name="Picture 3">
            <a:extLst>
              <a:ext uri="{FF2B5EF4-FFF2-40B4-BE49-F238E27FC236}">
                <a16:creationId xmlns:a16="http://schemas.microsoft.com/office/drawing/2014/main" id="{D092091F-CEBE-ECE0-9C69-BA8F2D612825}"/>
              </a:ext>
            </a:extLst>
          </p:cNvPr>
          <p:cNvPicPr>
            <a:picLocks noChangeAspect="1"/>
          </p:cNvPicPr>
          <p:nvPr/>
        </p:nvPicPr>
        <p:blipFill>
          <a:blip r:embed="rId3"/>
          <a:stretch>
            <a:fillRect/>
          </a:stretch>
        </p:blipFill>
        <p:spPr>
          <a:xfrm>
            <a:off x="2895600" y="3429000"/>
            <a:ext cx="6878206" cy="3333892"/>
          </a:xfrm>
          <a:prstGeom prst="rect">
            <a:avLst/>
          </a:prstGeom>
        </p:spPr>
        <p:style>
          <a:lnRef idx="1">
            <a:schemeClr val="accent5"/>
          </a:lnRef>
          <a:fillRef idx="2">
            <a:schemeClr val="accent5"/>
          </a:fillRef>
          <a:effectRef idx="1">
            <a:schemeClr val="accent5"/>
          </a:effectRef>
          <a:fontRef idx="minor">
            <a:schemeClr val="dk1"/>
          </a:fontRef>
        </p:style>
      </p:pic>
    </p:spTree>
    <p:extLst>
      <p:ext uri="{BB962C8B-B14F-4D97-AF65-F5344CB8AC3E}">
        <p14:creationId xmlns:p14="http://schemas.microsoft.com/office/powerpoint/2010/main" val="3270134496"/>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2" descr="data:image/png;base64,iVBORw0KGgoAAAANSUhEUgAAANEAAADxCAMAAABiSKLrAAAAbFBMVEWIiIj////6+vr29vb19fX4+Pj5+fnu7u77+/v39/f9/f3z8/P+/v709PT8/Pyqqqrt7e3v7+/w8PDx8fHy8vK+vr7Q0NCjo6OBgYHY2Njk5OTHx8eNjY3c3NzGxsbn5+eWlpa1tbWcnJx6enob4+f+AAAIqklEQVR4nO3dCZuaOhQGYEZAh0FkX2W1//8/lkVMICeIkRmOPHz22lYg5OVEZLFzJRNrnC+xSGt3nJvQekMUYktnEiM1ouDrjCs/pukLkzoRtpjmNRcloRUFoiS8oo5UvLwsYpEgCaXoHLYiMRJqkRAJt0iEhFwkQMIqCgJRElpRLErCL3r1oxavSJSEWCRIQikyOtGQNPd8CaXICc04FiXhFomQkIsESChFbmhmwiT0opf3eBivMzSjLuORnh49oKxRKxIloayR24oESShFRScSI6EUJaGZCJNwiwhp/skFcpFAlbCLXiehF71MQisSJiEVVYkwqRP9oEpXI1HSXXRuWjo/2jz3f3v8YfjS7871lbU1EiT1IjrAKrvX/2iurzisijkk8OQC5ah7iERIyEUCJOyi10noRU9J490DUpFPRAApniJhFVnzSaOdOF6RKAmlKGhFgiTMohdIyYeIhEh30aV99E9NLo8VXLqn++Q/mIuIREid6DJsv32s91Ityi1hEtJRl5+ESX2NMKUR2ZYoCbNIjIRV5FiiJIyicx7mriVEKnCKfvxadBIloRQ1NTqJkcICpcgPr7rjOPYJZnFNbZVwikw/YHNlXmDi4xW9kU70jSnNqOu/xL4R0aWg3yNMgNHWp0I66i7Dy5PsdXFuApw1Eg8RndfuykLZa4Q/512EPrsIfzYtOmwje43wh4h+1u7KQvm5bk601wh9NlijXYQ+uwh/HqLrZkTXh+h4PDQP8lQ/PvAlSrT2xl0oRHQ5biOXXYQ+uwh/dhH+7CL82bRI3Ua2XKPvtTfuQvneReizi/BnF+HPLsKfTYu0bYQWsd5PfImIDmtv3IVy2EXos4vwZxfhzy7CH0okbyO7CH+2/D46rr1xF8pxF6HPLsKfXYQ/uwh/KJGyjWxatPZwWShEpK69cReKuovQZxfhzy7Cn12EP0SkGduItmHRzFF3P3r63ZHzTl4YdYqsHg/e/YdF2e7xcFRVrba109gMFp2evGhmjzpFVZLcvJVpl7K8hWaVB1liNVNdJh7VZ4Wd7P4aaa5I866lFEnDRHWksC5eVgtH8VWy8PHGTE5V/rr+QqSocTnm9CpTM+SMmRhVVJcPKbPYv5VFcs7x1F3P1eeikl1sXZHGB0lRLH+eSI75ICk6KZ8nctkOkaQN+cNEWjBRIimU0YpkHY4hmxOgqNIMHRaRJo6giLO+dyM/F1nsvpfqWVAv92Eihe0u3bNE+TgR/FkURfWhUHPMIBsguh6N0yKNs7o/EGkVIEpj+XA8fltJ0GzqDxMdQwBka+2gqQ/p9FYkpaNIiEXuje3OddQfg738rFCTcYmME9sdKXntbY1MBOy802JrotJ6bSUiInLia7y2+aZEbXuyxXbn5vXXGQazDs+6xUWGoql2kXU/DDrOssLWNFmZ65oQufeflwvU6PHDdO8ki/0xu/Rb7RVRvZNJgupW7y3bU+T6JLnej97MPLNUhbPIbJEV9U2y/eknHds5lfhfNMo/sb23oRX5LQXWGUmpGdtz3nxEpOiep7eP+5MFUEZJj+0SCnsCVX/CkrZUQFRvQG+8RkNOzHTi5LL0rW6x8YL0bwolGtdolqir0fQxAyQCNrdsVczFmdFS6fXp+4kSecPMEqntrAYkkklTYI288frkYKI+j+XCYtzRUdCIdMV/7mkWTDNmY6AU6bo5C9QknqwSEpFuzAdJUjZFQiJSoFMWfhIDu0ievDjD5ubquEV6AjVet3krU3B/Hvn8cYdDBJxUSlKVaJqmWvENMiXcImEQKcCYi26W1nZaN9SAXXFkcos0JZpxXLeICDpLDnVSBDkDusAtEhGN72p5J78LcMbn9+nudemgiDSlASLF66cC20NKbZ3qCnAnIfKp9gcxiIjVPj8/8mbVCBY9VsNes42C4YgBrgyUJ06NpkRdCuD8yB418pYIOkl2hyuQ2SOkKOMMO4M76vrBB4sG84Cjjrr5Cooeo4TdLwyGbLsC4IKgD93dHY66lUQye7gQxfqgfdcDhr7JeSOtLoL2dOn4KEdX2E+s0hp24j3RaUERsPnLLBmlYPceaYJVBB0Bja85p8ANn3rXgFX02kEqaSGAeywoGs7zjghYdqYoxyp68USCtMDZfX+wqHomav53fkBcWDSYx4NEBpkuAyLj3oSwSDIVsMM6ETVAp/3V/KG2tP/xRPRccI1IW7Comyr8PupE9052bbW/0yLHpX/1T1wRmQuskULa4oqcd/Z1pjLu6li0zqgDP49m5fmo+2NR3z50zFBYczLsBB6Rxx6y8Q5wRoE7LCaylhM5BnTs7cGdmZP1RZzdygeLXOjW9fg94jYXUnjjbBHRcJ5nImVKBA67fFgkL/HzIE4KRW7vM0/i/kQ0WSPHg75KldHdqc+h7pfZ0jKs/GuDM3hvNSLizSEqoroE1Yia7ELf00kIWS/o09z+EmLA6bC3hMh9TwRskDq51x47e4Zzhc73Qt64wyByPOjmUVT6cZZkcQV+0zxNflX05qgD36tSe3MilcCr1FLEe9sPRDYYjmgwD1wjMl1hm4h0ugF43PETVd6wB3RbKES2Pu+2cr9waHFBWESO+8JtyxrkckFYRDa8dxAAoRHNH3hRNTHkUIlsY9Z3TqR6LzcFokScSsKi4TzPRMYske0VT78XJJkJZ8uTzojV6FdEtmNkE9/diqLUzJTpAtmzalQyF6FvI5ETA9+OpraQwTYhwRvQMYqryX6sNn8vq8AynnqoGuXuCY7N/vMR3R7N47DzePR04J+gjJt4rM7V3SzwzbC8FzYtb2Z1jQtDd3nLDOLmD1E9v90++qfT4Lfh5N+cq/508shXb5st6Ll1cWa2RYu2EUo0p6QfkF2EP7sIf3YR/hCRs3ZXFoqzYdEGR92su1D4Q486yzq1D/L0iS85W67R2l1ZKLsIfzYs4l05+bg8rpxU/lZS3UXbyvZE/wFXu+LXNTDaDQAAAABJRU5ErkJggg=="/>
          <p:cNvSpPr>
            <a:spLocks noChangeAspect="1" noChangeArrowheads="1"/>
          </p:cNvSpPr>
          <p:nvPr/>
        </p:nvSpPr>
        <p:spPr bwMode="auto">
          <a:xfrm>
            <a:off x="207436" y="-116412"/>
            <a:ext cx="406400" cy="4064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en-US" sz="1600" dirty="0"/>
          </a:p>
        </p:txBody>
      </p:sp>
      <p:sp>
        <p:nvSpPr>
          <p:cNvPr id="2" name="AutoShape 2" descr="Image result for file"/>
          <p:cNvSpPr>
            <a:spLocks noChangeAspect="1" noChangeArrowheads="1"/>
          </p:cNvSpPr>
          <p:nvPr/>
        </p:nvSpPr>
        <p:spPr bwMode="auto">
          <a:xfrm>
            <a:off x="410635" y="86789"/>
            <a:ext cx="406400" cy="4064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en-US" sz="2400" dirty="0"/>
          </a:p>
        </p:txBody>
      </p:sp>
      <p:sp>
        <p:nvSpPr>
          <p:cNvPr id="8" name="Rectangle 7">
            <a:extLst>
              <a:ext uri="{FF2B5EF4-FFF2-40B4-BE49-F238E27FC236}">
                <a16:creationId xmlns:a16="http://schemas.microsoft.com/office/drawing/2014/main" id="{7146C491-DBC3-A60F-6EAA-0F9285847D45}"/>
              </a:ext>
            </a:extLst>
          </p:cNvPr>
          <p:cNvSpPr/>
          <p:nvPr/>
        </p:nvSpPr>
        <p:spPr>
          <a:xfrm>
            <a:off x="3951511" y="32683"/>
            <a:ext cx="4191000" cy="400110"/>
          </a:xfrm>
          <a:prstGeom prst="rect">
            <a:avLst/>
          </a:prstGeom>
        </p:spPr>
        <p:style>
          <a:lnRef idx="1">
            <a:schemeClr val="accent4"/>
          </a:lnRef>
          <a:fillRef idx="3">
            <a:schemeClr val="accent4"/>
          </a:fillRef>
          <a:effectRef idx="2">
            <a:schemeClr val="accent4"/>
          </a:effectRef>
          <a:fontRef idx="minor">
            <a:schemeClr val="lt1"/>
          </a:fontRef>
        </p:style>
        <p:txBody>
          <a:bodyPr wrap="square">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2000" dirty="0"/>
              <a:t>What is DevOps? An Easy Explanation</a:t>
            </a:r>
          </a:p>
        </p:txBody>
      </p:sp>
      <p:graphicFrame>
        <p:nvGraphicFramePr>
          <p:cNvPr id="4" name="Diagram 3">
            <a:extLst>
              <a:ext uri="{FF2B5EF4-FFF2-40B4-BE49-F238E27FC236}">
                <a16:creationId xmlns:a16="http://schemas.microsoft.com/office/drawing/2014/main" id="{7C979A5E-D1B2-9805-4C4C-07C693ED9983}"/>
              </a:ext>
            </a:extLst>
          </p:cNvPr>
          <p:cNvGraphicFramePr/>
          <p:nvPr>
            <p:extLst>
              <p:ext uri="{D42A27DB-BD31-4B8C-83A1-F6EECF244321}">
                <p14:modId xmlns:p14="http://schemas.microsoft.com/office/powerpoint/2010/main" val="303864081"/>
              </p:ext>
            </p:extLst>
          </p:nvPr>
        </p:nvGraphicFramePr>
        <p:xfrm>
          <a:off x="1752600" y="990600"/>
          <a:ext cx="9398000"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68852907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2" descr="data:image/png;base64,iVBORw0KGgoAAAANSUhEUgAAANEAAADxCAMAAABiSKLrAAAAbFBMVEWIiIj////6+vr29vb19fX4+Pj5+fnu7u77+/v39/f9/f3z8/P+/v709PT8/Pyqqqrt7e3v7+/w8PDx8fHy8vK+vr7Q0NCjo6OBgYHY2Njk5OTHx8eNjY3c3NzGxsbn5+eWlpa1tbWcnJx6enob4+f+AAAIqklEQVR4nO3dCZuaOhQGYEZAh0FkX2W1//8/lkVMICeIkRmOPHz22lYg5OVEZLFzJRNrnC+xSGt3nJvQekMUYktnEiM1ouDrjCs/pukLkzoRtpjmNRcloRUFoiS8oo5UvLwsYpEgCaXoHLYiMRJqkRAJt0iEhFwkQMIqCgJRElpRLErCL3r1oxavSJSEWCRIQikyOtGQNPd8CaXICc04FiXhFomQkIsESChFbmhmwiT0opf3eBivMzSjLuORnh49oKxRKxIloayR24oESShFRScSI6EUJaGZCJNwiwhp/skFcpFAlbCLXiehF71MQisSJiEVVYkwqRP9oEpXI1HSXXRuWjo/2jz3f3v8YfjS7871lbU1EiT1IjrAKrvX/2iurzisijkk8OQC5ah7iERIyEUCJOyi10noRU9J490DUpFPRAApniJhFVnzSaOdOF6RKAmlKGhFgiTMohdIyYeIhEh30aV99E9NLo8VXLqn++Q/mIuIREid6DJsv32s91Ityi1hEtJRl5+ESX2NMKUR2ZYoCbNIjIRV5FiiJIyicx7mriVEKnCKfvxadBIloRQ1NTqJkcICpcgPr7rjOPYJZnFNbZVwikw/YHNlXmDi4xW9kU70jSnNqOu/xL4R0aWg3yNMgNHWp0I66i7Dy5PsdXFuApw1Eg8RndfuykLZa4Q/512EPrsIfzYtOmwje43wh4h+1u7KQvm5bk601wh9NlijXYQ+uwh/HqLrZkTXh+h4PDQP8lQ/PvAlSrT2xl0oRHQ5biOXXYQ+uwh/dhH+7CL82bRI3Ua2XKPvtTfuQvneReizi/BnF+HPLsKfTYu0bYQWsd5PfImIDmtv3IVy2EXos4vwZxfhzy7CH0okbyO7CH+2/D46rr1xF8pxF6HPLsKfXYQ/uwh/KJGyjWxatPZwWShEpK69cReKuovQZxfhzy7Cn12EP0SkGduItmHRzFF3P3r63ZHzTl4YdYqsHg/e/YdF2e7xcFRVrba109gMFp2evGhmjzpFVZLcvJVpl7K8hWaVB1liNVNdJh7VZ4Wd7P4aaa5I866lFEnDRHWksC5eVgtH8VWy8PHGTE5V/rr+QqSocTnm9CpTM+SMmRhVVJcPKbPYv5VFcs7x1F3P1eeikl1sXZHGB0lRLH+eSI75ICk6KZ8nctkOkaQN+cNEWjBRIimU0YpkHY4hmxOgqNIMHRaRJo6giLO+dyM/F1nsvpfqWVAv92Eihe0u3bNE+TgR/FkURfWhUHPMIBsguh6N0yKNs7o/EGkVIEpj+XA8fltJ0GzqDxMdQwBka+2gqQ/p9FYkpaNIiEXuje3OddQfg738rFCTcYmME9sdKXntbY1MBOy802JrotJ6bSUiInLia7y2+aZEbXuyxXbn5vXXGQazDs+6xUWGoql2kXU/DDrOssLWNFmZ65oQufeflwvU6PHDdO8ki/0xu/Rb7RVRvZNJgupW7y3bU+T6JLnej97MPLNUhbPIbJEV9U2y/eknHds5lfhfNMo/sb23oRX5LQXWGUmpGdtz3nxEpOiep7eP+5MFUEZJj+0SCnsCVX/CkrZUQFRvQG+8RkNOzHTi5LL0rW6x8YL0bwolGtdolqir0fQxAyQCNrdsVczFmdFS6fXp+4kSecPMEqntrAYkkklTYI288frkYKI+j+XCYtzRUdCIdMV/7mkWTDNmY6AU6bo5C9QknqwSEpFuzAdJUjZFQiJSoFMWfhIDu0ievDjD5ubquEV6AjVet3krU3B/Hvn8cYdDBJxUSlKVaJqmWvENMiXcImEQKcCYi26W1nZaN9SAXXFkcos0JZpxXLeICDpLDnVSBDkDusAtEhGN72p5J78LcMbn9+nudemgiDSlASLF66cC20NKbZ3qCnAnIfKp9gcxiIjVPj8/8mbVCBY9VsNes42C4YgBrgyUJ06NpkRdCuD8yB418pYIOkl2hyuQ2SOkKOMMO4M76vrBB4sG84Cjjrr5Cooeo4TdLwyGbLsC4IKgD93dHY66lUQye7gQxfqgfdcDhr7JeSOtLoL2dOn4KEdX2E+s0hp24j3RaUERsPnLLBmlYPceaYJVBB0Bja85p8ANn3rXgFX02kEqaSGAeywoGs7zjghYdqYoxyp68USCtMDZfX+wqHomav53fkBcWDSYx4NEBpkuAyLj3oSwSDIVsMM6ETVAp/3V/KG2tP/xRPRccI1IW7Comyr8PupE9052bbW/0yLHpX/1T1wRmQuskULa4oqcd/Z1pjLu6li0zqgDP49m5fmo+2NR3z50zFBYczLsBB6Rxx6y8Q5wRoE7LCaylhM5BnTs7cGdmZP1RZzdygeLXOjW9fg94jYXUnjjbBHRcJ5nImVKBA67fFgkL/HzIE4KRW7vM0/i/kQ0WSPHg75KldHdqc+h7pfZ0jKs/GuDM3hvNSLizSEqoroE1Yia7ELf00kIWS/o09z+EmLA6bC3hMh9TwRskDq51x47e4Zzhc73Qt64wyByPOjmUVT6cZZkcQV+0zxNflX05qgD36tSe3MilcCr1FLEe9sPRDYYjmgwD1wjMl1hm4h0ugF43PETVd6wB3RbKES2Pu+2cr9waHFBWESO+8JtyxrkckFYRDa8dxAAoRHNH3hRNTHkUIlsY9Z3TqR6LzcFokScSsKi4TzPRMYske0VT78XJJkJZ8uTzojV6FdEtmNkE9/diqLUzJTpAtmzalQyF6FvI5ETA9+OpraQwTYhwRvQMYqryX6sNn8vq8AynnqoGuXuCY7N/vMR3R7N47DzePR04J+gjJt4rM7V3SzwzbC8FzYtb2Z1jQtDd3nLDOLmD1E9v90++qfT4Lfh5N+cq/508shXb5st6Ll1cWa2RYu2EUo0p6QfkF2EP7sIf3YR/hCRs3ZXFoqzYdEGR92su1D4Q486yzq1D/L0iS85W67R2l1ZKLsIfzYs4l05+bg8rpxU/lZS3UXbyvZE/wFXu+LXNTDaDQAAAABJRU5ErkJggg=="/>
          <p:cNvSpPr>
            <a:spLocks noChangeAspect="1" noChangeArrowheads="1"/>
          </p:cNvSpPr>
          <p:nvPr/>
        </p:nvSpPr>
        <p:spPr bwMode="auto">
          <a:xfrm>
            <a:off x="207436" y="-116412"/>
            <a:ext cx="406400" cy="4064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en-US" sz="1600" dirty="0"/>
          </a:p>
        </p:txBody>
      </p:sp>
      <p:sp>
        <p:nvSpPr>
          <p:cNvPr id="2" name="AutoShape 2" descr="Image result for file"/>
          <p:cNvSpPr>
            <a:spLocks noChangeAspect="1" noChangeArrowheads="1"/>
          </p:cNvSpPr>
          <p:nvPr/>
        </p:nvSpPr>
        <p:spPr bwMode="auto">
          <a:xfrm>
            <a:off x="410635" y="86789"/>
            <a:ext cx="406400" cy="4064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en-US" sz="2400" dirty="0"/>
          </a:p>
        </p:txBody>
      </p:sp>
      <p:sp>
        <p:nvSpPr>
          <p:cNvPr id="6" name="AutoShape 2" descr="Image result for activemq image"/>
          <p:cNvSpPr>
            <a:spLocks noChangeAspect="1" noChangeArrowheads="1"/>
          </p:cNvSpPr>
          <p:nvPr/>
        </p:nvSpPr>
        <p:spPr bwMode="auto">
          <a:xfrm>
            <a:off x="2214035" y="925218"/>
            <a:ext cx="406400" cy="4064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en-US" sz="2400" dirty="0"/>
          </a:p>
        </p:txBody>
      </p:sp>
      <p:sp>
        <p:nvSpPr>
          <p:cNvPr id="8" name="Rectangle 7">
            <a:extLst>
              <a:ext uri="{FF2B5EF4-FFF2-40B4-BE49-F238E27FC236}">
                <a16:creationId xmlns:a16="http://schemas.microsoft.com/office/drawing/2014/main" id="{7146C491-DBC3-A60F-6EAA-0F9285847D45}"/>
              </a:ext>
            </a:extLst>
          </p:cNvPr>
          <p:cNvSpPr/>
          <p:nvPr/>
        </p:nvSpPr>
        <p:spPr>
          <a:xfrm>
            <a:off x="3951511" y="32683"/>
            <a:ext cx="4191000" cy="400110"/>
          </a:xfrm>
          <a:prstGeom prst="rect">
            <a:avLst/>
          </a:prstGeom>
        </p:spPr>
        <p:style>
          <a:lnRef idx="1">
            <a:schemeClr val="accent4"/>
          </a:lnRef>
          <a:fillRef idx="3">
            <a:schemeClr val="accent4"/>
          </a:fillRef>
          <a:effectRef idx="2">
            <a:schemeClr val="accent4"/>
          </a:effectRef>
          <a:fontRef idx="minor">
            <a:schemeClr val="lt1"/>
          </a:fontRef>
        </p:style>
        <p:txBody>
          <a:bodyPr wrap="square">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2000" dirty="0"/>
              <a:t>What is DevOps? An Easy Explanation</a:t>
            </a:r>
          </a:p>
        </p:txBody>
      </p:sp>
      <p:sp>
        <p:nvSpPr>
          <p:cNvPr id="5" name="Rectangle 4">
            <a:extLst>
              <a:ext uri="{FF2B5EF4-FFF2-40B4-BE49-F238E27FC236}">
                <a16:creationId xmlns:a16="http://schemas.microsoft.com/office/drawing/2014/main" id="{CA1D8170-25C1-4027-0914-6C0B5D61C4CC}"/>
              </a:ext>
            </a:extLst>
          </p:cNvPr>
          <p:cNvSpPr/>
          <p:nvPr/>
        </p:nvSpPr>
        <p:spPr>
          <a:xfrm>
            <a:off x="186817" y="1322780"/>
            <a:ext cx="11832164" cy="5078020"/>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pPr algn="l">
              <a:buFont typeface="+mj-lt"/>
              <a:buAutoNum type="arabicPeriod"/>
            </a:pPr>
            <a:r>
              <a:rPr lang="en-US" b="1" i="0" dirty="0">
                <a:solidFill>
                  <a:srgbClr val="0D0D0D"/>
                </a:solidFill>
                <a:effectLst/>
                <a:highlight>
                  <a:srgbClr val="FFFFFF"/>
                </a:highlight>
                <a:latin typeface="Söhne"/>
              </a:rPr>
              <a:t>Collaboration:</a:t>
            </a:r>
            <a:br>
              <a:rPr lang="en-US" b="1" i="0" dirty="0">
                <a:solidFill>
                  <a:srgbClr val="0D0D0D"/>
                </a:solidFill>
                <a:effectLst/>
                <a:highlight>
                  <a:srgbClr val="FFFFFF"/>
                </a:highlight>
                <a:latin typeface="Söhne"/>
              </a:rPr>
            </a:br>
            <a:endParaRPr lang="en-US" b="0" i="0" dirty="0">
              <a:solidFill>
                <a:srgbClr val="0D0D0D"/>
              </a:solidFill>
              <a:effectLst/>
              <a:highlight>
                <a:srgbClr val="FFFFFF"/>
              </a:highlight>
              <a:latin typeface="Söhne"/>
            </a:endParaRPr>
          </a:p>
          <a:p>
            <a:pPr marL="800100" lvl="1" indent="-342900" algn="l">
              <a:buFont typeface="Wingdings" panose="05000000000000000000" pitchFamily="2" charset="2"/>
              <a:buChar char="v"/>
            </a:pPr>
            <a:r>
              <a:rPr lang="en-US" b="0" i="0" dirty="0">
                <a:solidFill>
                  <a:srgbClr val="0D0D0D"/>
                </a:solidFill>
                <a:effectLst/>
                <a:highlight>
                  <a:srgbClr val="FFFFFF"/>
                </a:highlight>
                <a:latin typeface="Söhne"/>
              </a:rPr>
              <a:t>Development and operations teams work closely together.</a:t>
            </a:r>
            <a:br>
              <a:rPr lang="en-US" b="0" i="0" dirty="0">
                <a:solidFill>
                  <a:srgbClr val="0D0D0D"/>
                </a:solidFill>
                <a:effectLst/>
                <a:highlight>
                  <a:srgbClr val="FFFFFF"/>
                </a:highlight>
                <a:latin typeface="Söhne"/>
              </a:rPr>
            </a:br>
            <a:endParaRPr lang="en-US" b="0" i="0" dirty="0">
              <a:solidFill>
                <a:srgbClr val="0D0D0D"/>
              </a:solidFill>
              <a:effectLst/>
              <a:highlight>
                <a:srgbClr val="FFFFFF"/>
              </a:highlight>
              <a:latin typeface="Söhne"/>
            </a:endParaRPr>
          </a:p>
          <a:p>
            <a:pPr marL="800100" lvl="1" indent="-342900" algn="l">
              <a:buFont typeface="Wingdings" panose="05000000000000000000" pitchFamily="2" charset="2"/>
              <a:buChar char="v"/>
            </a:pPr>
            <a:r>
              <a:rPr lang="en-US" b="0" i="0" dirty="0">
                <a:solidFill>
                  <a:srgbClr val="0D0D0D"/>
                </a:solidFill>
                <a:effectLst/>
                <a:highlight>
                  <a:srgbClr val="FFFFFF"/>
                </a:highlight>
                <a:latin typeface="Söhne"/>
              </a:rPr>
              <a:t>Breaking down silos (barriers) between teams to improve communication and collaboration.</a:t>
            </a:r>
            <a:br>
              <a:rPr lang="en-US" b="0" i="0" dirty="0">
                <a:solidFill>
                  <a:srgbClr val="0D0D0D"/>
                </a:solidFill>
                <a:effectLst/>
                <a:highlight>
                  <a:srgbClr val="FFFFFF"/>
                </a:highlight>
                <a:latin typeface="Söhne"/>
              </a:rPr>
            </a:br>
            <a:endParaRPr lang="en-US" b="0" i="0" dirty="0">
              <a:solidFill>
                <a:srgbClr val="0D0D0D"/>
              </a:solidFill>
              <a:effectLst/>
              <a:highlight>
                <a:srgbClr val="FFFFFF"/>
              </a:highlight>
              <a:latin typeface="Söhne"/>
            </a:endParaRPr>
          </a:p>
          <a:p>
            <a:pPr algn="l">
              <a:buFont typeface="+mj-lt"/>
              <a:buAutoNum type="arabicPeriod"/>
            </a:pPr>
            <a:r>
              <a:rPr lang="en-US" b="1" i="0" dirty="0">
                <a:solidFill>
                  <a:srgbClr val="0D0D0D"/>
                </a:solidFill>
                <a:effectLst/>
                <a:highlight>
                  <a:srgbClr val="FFFFFF"/>
                </a:highlight>
                <a:latin typeface="Söhne"/>
              </a:rPr>
              <a:t>Automation:</a:t>
            </a:r>
            <a:br>
              <a:rPr lang="en-US" b="1" i="0" dirty="0">
                <a:solidFill>
                  <a:srgbClr val="0D0D0D"/>
                </a:solidFill>
                <a:effectLst/>
                <a:highlight>
                  <a:srgbClr val="FFFFFF"/>
                </a:highlight>
                <a:latin typeface="Söhne"/>
              </a:rPr>
            </a:br>
            <a:endParaRPr lang="en-US" b="0" i="0" dirty="0">
              <a:solidFill>
                <a:srgbClr val="0D0D0D"/>
              </a:solidFill>
              <a:effectLst/>
              <a:highlight>
                <a:srgbClr val="FFFFFF"/>
              </a:highlight>
              <a:latin typeface="Söhne"/>
            </a:endParaRPr>
          </a:p>
          <a:p>
            <a:pPr marL="800100" lvl="1" indent="-342900" algn="l">
              <a:buFont typeface="Wingdings" panose="05000000000000000000" pitchFamily="2" charset="2"/>
              <a:buChar char="v"/>
            </a:pPr>
            <a:r>
              <a:rPr lang="en-US" b="0" i="0" dirty="0">
                <a:solidFill>
                  <a:srgbClr val="0D0D0D"/>
                </a:solidFill>
                <a:effectLst/>
                <a:highlight>
                  <a:srgbClr val="FFFFFF"/>
                </a:highlight>
                <a:latin typeface="Söhne"/>
              </a:rPr>
              <a:t>Repetitive tasks are automated to save time and reduce errors.</a:t>
            </a:r>
            <a:br>
              <a:rPr lang="en-US" b="0" i="0" dirty="0">
                <a:solidFill>
                  <a:srgbClr val="0D0D0D"/>
                </a:solidFill>
                <a:effectLst/>
                <a:highlight>
                  <a:srgbClr val="FFFFFF"/>
                </a:highlight>
                <a:latin typeface="Söhne"/>
              </a:rPr>
            </a:br>
            <a:endParaRPr lang="en-US" b="0" i="0" dirty="0">
              <a:solidFill>
                <a:srgbClr val="0D0D0D"/>
              </a:solidFill>
              <a:effectLst/>
              <a:highlight>
                <a:srgbClr val="FFFFFF"/>
              </a:highlight>
              <a:latin typeface="Söhne"/>
            </a:endParaRPr>
          </a:p>
          <a:p>
            <a:pPr marL="800100" lvl="1" indent="-342900" algn="l">
              <a:buFont typeface="Wingdings" panose="05000000000000000000" pitchFamily="2" charset="2"/>
              <a:buChar char="v"/>
            </a:pPr>
            <a:r>
              <a:rPr lang="en-US" b="0" i="0" dirty="0">
                <a:solidFill>
                  <a:srgbClr val="0D0D0D"/>
                </a:solidFill>
                <a:effectLst/>
                <a:highlight>
                  <a:srgbClr val="FFFFFF"/>
                </a:highlight>
                <a:latin typeface="Söhne"/>
              </a:rPr>
              <a:t>For example, instead of manually testing the software every time there's a change, automated tests can be run.</a:t>
            </a:r>
          </a:p>
        </p:txBody>
      </p:sp>
      <p:sp>
        <p:nvSpPr>
          <p:cNvPr id="9" name="TextBox 8">
            <a:extLst>
              <a:ext uri="{FF2B5EF4-FFF2-40B4-BE49-F238E27FC236}">
                <a16:creationId xmlns:a16="http://schemas.microsoft.com/office/drawing/2014/main" id="{FAA33EEA-7135-C8DD-4970-857E80493E1D}"/>
              </a:ext>
            </a:extLst>
          </p:cNvPr>
          <p:cNvSpPr txBox="1"/>
          <p:nvPr/>
        </p:nvSpPr>
        <p:spPr>
          <a:xfrm>
            <a:off x="186817" y="762000"/>
            <a:ext cx="3285515" cy="470000"/>
          </a:xfrm>
          <a:prstGeom prst="rect">
            <a:avLst/>
          </a:prstGeom>
          <a:solidFill>
            <a:srgbClr val="C00000"/>
          </a:solidFill>
        </p:spPr>
        <p:txBody>
          <a:bodyPr wrap="none" rtlCol="0">
            <a:spAutoFit/>
          </a:bodyPr>
          <a:lstStyle/>
          <a:p>
            <a:r>
              <a:rPr lang="en-US" dirty="0">
                <a:solidFill>
                  <a:schemeClr val="bg1"/>
                </a:solidFill>
              </a:rPr>
              <a:t>Key Concepts of DevOps</a:t>
            </a:r>
          </a:p>
        </p:txBody>
      </p:sp>
    </p:spTree>
    <p:extLst>
      <p:ext uri="{BB962C8B-B14F-4D97-AF65-F5344CB8AC3E}">
        <p14:creationId xmlns:p14="http://schemas.microsoft.com/office/powerpoint/2010/main" val="2613099639"/>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2" descr="data:image/png;base64,iVBORw0KGgoAAAANSUhEUgAAANEAAADxCAMAAABiSKLrAAAAbFBMVEWIiIj////6+vr29vb19fX4+Pj5+fnu7u77+/v39/f9/f3z8/P+/v709PT8/Pyqqqrt7e3v7+/w8PDx8fHy8vK+vr7Q0NCjo6OBgYHY2Njk5OTHx8eNjY3c3NzGxsbn5+eWlpa1tbWcnJx6enob4+f+AAAIqklEQVR4nO3dCZuaOhQGYEZAh0FkX2W1//8/lkVMICeIkRmOPHz22lYg5OVEZLFzJRNrnC+xSGt3nJvQekMUYktnEiM1ouDrjCs/pukLkzoRtpjmNRcloRUFoiS8oo5UvLwsYpEgCaXoHLYiMRJqkRAJt0iEhFwkQMIqCgJRElpRLErCL3r1oxavSJSEWCRIQikyOtGQNPd8CaXICc04FiXhFomQkIsESChFbmhmwiT0opf3eBivMzSjLuORnh49oKxRKxIloayR24oESShFRScSI6EUJaGZCJNwiwhp/skFcpFAlbCLXiehF71MQisSJiEVVYkwqRP9oEpXI1HSXXRuWjo/2jz3f3v8YfjS7871lbU1EiT1IjrAKrvX/2iurzisijkk8OQC5ah7iERIyEUCJOyi10noRU9J490DUpFPRAApniJhFVnzSaOdOF6RKAmlKGhFgiTMohdIyYeIhEh30aV99E9NLo8VXLqn++Q/mIuIREid6DJsv32s91Ityi1hEtJRl5+ESX2NMKUR2ZYoCbNIjIRV5FiiJIyicx7mriVEKnCKfvxadBIloRQ1NTqJkcICpcgPr7rjOPYJZnFNbZVwikw/YHNlXmDi4xW9kU70jSnNqOu/xL4R0aWg3yNMgNHWp0I66i7Dy5PsdXFuApw1Eg8RndfuykLZa4Q/512EPrsIfzYtOmwje43wh4h+1u7KQvm5bk601wh9NlijXYQ+uwh/HqLrZkTXh+h4PDQP8lQ/PvAlSrT2xl0oRHQ5biOXXYQ+uwh/dhH+7CL82bRI3Ua2XKPvtTfuQvneReizi/BnF+HPLsKfTYu0bYQWsd5PfImIDmtv3IVy2EXos4vwZxfhzy7CH0okbyO7CH+2/D46rr1xF8pxF6HPLsKfXYQ/uwh/KJGyjWxatPZwWShEpK69cReKuovQZxfhzy7Cn12EP0SkGduItmHRzFF3P3r63ZHzTl4YdYqsHg/e/YdF2e7xcFRVrba109gMFp2evGhmjzpFVZLcvJVpl7K8hWaVB1liNVNdJh7VZ4Wd7P4aaa5I866lFEnDRHWksC5eVgtH8VWy8PHGTE5V/rr+QqSocTnm9CpTM+SMmRhVVJcPKbPYv5VFcs7x1F3P1eeikl1sXZHGB0lRLH+eSI75ICk6KZ8nctkOkaQN+cNEWjBRIimU0YpkHY4hmxOgqNIMHRaRJo6giLO+dyM/F1nsvpfqWVAv92Eihe0u3bNE+TgR/FkURfWhUHPMIBsguh6N0yKNs7o/EGkVIEpj+XA8fltJ0GzqDxMdQwBka+2gqQ/p9FYkpaNIiEXuje3OddQfg738rFCTcYmME9sdKXntbY1MBOy802JrotJ6bSUiInLia7y2+aZEbXuyxXbn5vXXGQazDs+6xUWGoql2kXU/DDrOssLWNFmZ65oQufeflwvU6PHDdO8ki/0xu/Rb7RVRvZNJgupW7y3bU+T6JLnej97MPLNUhbPIbJEV9U2y/eknHds5lfhfNMo/sb23oRX5LQXWGUmpGdtz3nxEpOiep7eP+5MFUEZJj+0SCnsCVX/CkrZUQFRvQG+8RkNOzHTi5LL0rW6x8YL0bwolGtdolqir0fQxAyQCNrdsVczFmdFS6fXp+4kSecPMEqntrAYkkklTYI288frkYKI+j+XCYtzRUdCIdMV/7mkWTDNmY6AU6bo5C9QknqwSEpFuzAdJUjZFQiJSoFMWfhIDu0ievDjD5ubquEV6AjVet3krU3B/Hvn8cYdDBJxUSlKVaJqmWvENMiXcImEQKcCYi26W1nZaN9SAXXFkcos0JZpxXLeICDpLDnVSBDkDusAtEhGN72p5J78LcMbn9+nudemgiDSlASLF66cC20NKbZ3qCnAnIfKp9gcxiIjVPj8/8mbVCBY9VsNes42C4YgBrgyUJ06NpkRdCuD8yB418pYIOkl2hyuQ2SOkKOMMO4M76vrBB4sG84Cjjrr5Cooeo4TdLwyGbLsC4IKgD93dHY66lUQye7gQxfqgfdcDhr7JeSOtLoL2dOn4KEdX2E+s0hp24j3RaUERsPnLLBmlYPceaYJVBB0Bja85p8ANn3rXgFX02kEqaSGAeywoGs7zjghYdqYoxyp68USCtMDZfX+wqHomav53fkBcWDSYx4NEBpkuAyLj3oSwSDIVsMM6ETVAp/3V/KG2tP/xRPRccI1IW7Comyr8PupE9052bbW/0yLHpX/1T1wRmQuskULa4oqcd/Z1pjLu6li0zqgDP49m5fmo+2NR3z50zFBYczLsBB6Rxx6y8Q5wRoE7LCaylhM5BnTs7cGdmZP1RZzdygeLXOjW9fg94jYXUnjjbBHRcJ5nImVKBA67fFgkL/HzIE4KRW7vM0/i/kQ0WSPHg75KldHdqc+h7pfZ0jKs/GuDM3hvNSLizSEqoroE1Yia7ELf00kIWS/o09z+EmLA6bC3hMh9TwRskDq51x47e4Zzhc73Qt64wyByPOjmUVT6cZZkcQV+0zxNflX05qgD36tSe3MilcCr1FLEe9sPRDYYjmgwD1wjMl1hm4h0ugF43PETVd6wB3RbKES2Pu+2cr9waHFBWESO+8JtyxrkckFYRDa8dxAAoRHNH3hRNTHkUIlsY9Z3TqR6LzcFokScSsKi4TzPRMYske0VT78XJJkJZ8uTzojV6FdEtmNkE9/diqLUzJTpAtmzalQyF6FvI5ETA9+OpraQwTYhwRvQMYqryX6sNn8vq8AynnqoGuXuCY7N/vMR3R7N47DzePR04J+gjJt4rM7V3SzwzbC8FzYtb2Z1jQtDd3nLDOLmD1E9v90++qfT4Lfh5N+cq/508shXb5st6Ll1cWa2RYu2EUo0p6QfkF2EP7sIf3YR/hCRs3ZXFoqzYdEGR92su1D4Q486yzq1D/L0iS85W67R2l1ZKLsIfzYs4l05+bg8rpxU/lZS3UXbyvZE/wFXu+LXNTDaDQAAAABJRU5ErkJggg=="/>
          <p:cNvSpPr>
            <a:spLocks noChangeAspect="1" noChangeArrowheads="1"/>
          </p:cNvSpPr>
          <p:nvPr/>
        </p:nvSpPr>
        <p:spPr bwMode="auto">
          <a:xfrm>
            <a:off x="207436" y="-116412"/>
            <a:ext cx="406400" cy="4064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en-US" sz="1600" dirty="0"/>
          </a:p>
        </p:txBody>
      </p:sp>
      <p:sp>
        <p:nvSpPr>
          <p:cNvPr id="2" name="AutoShape 2" descr="Image result for file"/>
          <p:cNvSpPr>
            <a:spLocks noChangeAspect="1" noChangeArrowheads="1"/>
          </p:cNvSpPr>
          <p:nvPr/>
        </p:nvSpPr>
        <p:spPr bwMode="auto">
          <a:xfrm>
            <a:off x="410635" y="86789"/>
            <a:ext cx="406400" cy="4064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en-US" sz="2400" dirty="0"/>
          </a:p>
        </p:txBody>
      </p:sp>
      <p:sp>
        <p:nvSpPr>
          <p:cNvPr id="6" name="AutoShape 2" descr="Image result for activemq image"/>
          <p:cNvSpPr>
            <a:spLocks noChangeAspect="1" noChangeArrowheads="1"/>
          </p:cNvSpPr>
          <p:nvPr/>
        </p:nvSpPr>
        <p:spPr bwMode="auto">
          <a:xfrm>
            <a:off x="2214035" y="925218"/>
            <a:ext cx="406400" cy="4064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en-US" sz="2400" dirty="0"/>
          </a:p>
        </p:txBody>
      </p:sp>
      <p:sp>
        <p:nvSpPr>
          <p:cNvPr id="8" name="Rectangle 7">
            <a:extLst>
              <a:ext uri="{FF2B5EF4-FFF2-40B4-BE49-F238E27FC236}">
                <a16:creationId xmlns:a16="http://schemas.microsoft.com/office/drawing/2014/main" id="{7146C491-DBC3-A60F-6EAA-0F9285847D45}"/>
              </a:ext>
            </a:extLst>
          </p:cNvPr>
          <p:cNvSpPr/>
          <p:nvPr/>
        </p:nvSpPr>
        <p:spPr>
          <a:xfrm>
            <a:off x="3951511" y="32683"/>
            <a:ext cx="4191000" cy="400110"/>
          </a:xfrm>
          <a:prstGeom prst="rect">
            <a:avLst/>
          </a:prstGeom>
        </p:spPr>
        <p:style>
          <a:lnRef idx="1">
            <a:schemeClr val="accent4"/>
          </a:lnRef>
          <a:fillRef idx="3">
            <a:schemeClr val="accent4"/>
          </a:fillRef>
          <a:effectRef idx="2">
            <a:schemeClr val="accent4"/>
          </a:effectRef>
          <a:fontRef idx="minor">
            <a:schemeClr val="lt1"/>
          </a:fontRef>
        </p:style>
        <p:txBody>
          <a:bodyPr wrap="square">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2000" dirty="0"/>
              <a:t>What is DevOps? An Easy Explanation</a:t>
            </a:r>
          </a:p>
        </p:txBody>
      </p:sp>
      <p:sp>
        <p:nvSpPr>
          <p:cNvPr id="5" name="Rectangle 4">
            <a:extLst>
              <a:ext uri="{FF2B5EF4-FFF2-40B4-BE49-F238E27FC236}">
                <a16:creationId xmlns:a16="http://schemas.microsoft.com/office/drawing/2014/main" id="{CA1D8170-25C1-4027-0914-6C0B5D61C4CC}"/>
              </a:ext>
            </a:extLst>
          </p:cNvPr>
          <p:cNvSpPr/>
          <p:nvPr/>
        </p:nvSpPr>
        <p:spPr>
          <a:xfrm>
            <a:off x="186817" y="1322780"/>
            <a:ext cx="11832164" cy="5078020"/>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pPr marL="457200" indent="-457200" algn="l">
              <a:buFont typeface="+mj-lt"/>
              <a:buAutoNum type="arabicPeriod" startAt="3"/>
            </a:pPr>
            <a:r>
              <a:rPr lang="en-US" b="1" dirty="0">
                <a:solidFill>
                  <a:srgbClr val="0D0D0D"/>
                </a:solidFill>
                <a:highlight>
                  <a:srgbClr val="FFFFFF"/>
                </a:highlight>
                <a:latin typeface="Söhne"/>
              </a:rPr>
              <a:t>Continuous Integration and Continuous Delivery (CI/CD):</a:t>
            </a:r>
            <a:br>
              <a:rPr lang="en-US" b="1" i="0" dirty="0">
                <a:solidFill>
                  <a:srgbClr val="0D0D0D"/>
                </a:solidFill>
                <a:effectLst/>
                <a:highlight>
                  <a:srgbClr val="FFFFFF"/>
                </a:highlight>
                <a:latin typeface="Söhne"/>
              </a:rPr>
            </a:br>
            <a:endParaRPr lang="en-US" b="0" i="0" dirty="0">
              <a:solidFill>
                <a:srgbClr val="0D0D0D"/>
              </a:solidFill>
              <a:effectLst/>
              <a:highlight>
                <a:srgbClr val="FFFFFF"/>
              </a:highlight>
              <a:latin typeface="Söhne"/>
            </a:endParaRPr>
          </a:p>
          <a:p>
            <a:pPr marL="800100" lvl="1" indent="-342900" algn="l">
              <a:buFont typeface="Wingdings" panose="05000000000000000000" pitchFamily="2" charset="2"/>
              <a:buChar char="v"/>
            </a:pPr>
            <a:r>
              <a:rPr lang="en-US" b="1" i="0" dirty="0">
                <a:solidFill>
                  <a:srgbClr val="0D0D0D"/>
                </a:solidFill>
                <a:effectLst/>
                <a:highlight>
                  <a:srgbClr val="FFFFFF"/>
                </a:highlight>
                <a:latin typeface="Söhne"/>
              </a:rPr>
              <a:t>Continuous Integration:</a:t>
            </a:r>
            <a:r>
              <a:rPr lang="en-US" b="0" i="0" dirty="0">
                <a:solidFill>
                  <a:srgbClr val="0D0D0D"/>
                </a:solidFill>
                <a:effectLst/>
                <a:highlight>
                  <a:srgbClr val="FFFFFF"/>
                </a:highlight>
                <a:latin typeface="Söhne"/>
              </a:rPr>
              <a:t> Developers frequently merge their code changes into a shared repository where automated tests are run.</a:t>
            </a:r>
            <a:br>
              <a:rPr lang="en-US" b="0" i="0" dirty="0">
                <a:solidFill>
                  <a:srgbClr val="0D0D0D"/>
                </a:solidFill>
                <a:effectLst/>
                <a:highlight>
                  <a:srgbClr val="FFFFFF"/>
                </a:highlight>
                <a:latin typeface="Söhne"/>
              </a:rPr>
            </a:br>
            <a:endParaRPr lang="en-US" b="0" i="0" dirty="0">
              <a:solidFill>
                <a:srgbClr val="0D0D0D"/>
              </a:solidFill>
              <a:effectLst/>
              <a:highlight>
                <a:srgbClr val="FFFFFF"/>
              </a:highlight>
              <a:latin typeface="Söhne"/>
            </a:endParaRPr>
          </a:p>
          <a:p>
            <a:pPr marL="800100" lvl="1" indent="-342900" algn="l">
              <a:buFont typeface="Wingdings" panose="05000000000000000000" pitchFamily="2" charset="2"/>
              <a:buChar char="v"/>
            </a:pPr>
            <a:r>
              <a:rPr lang="en-US" b="1" i="0" dirty="0">
                <a:solidFill>
                  <a:srgbClr val="0D0D0D"/>
                </a:solidFill>
                <a:effectLst/>
                <a:highlight>
                  <a:srgbClr val="FFFFFF"/>
                </a:highlight>
                <a:latin typeface="Söhne"/>
              </a:rPr>
              <a:t>Continuous Delivery:</a:t>
            </a:r>
            <a:r>
              <a:rPr lang="en-US" b="0" i="0" dirty="0">
                <a:solidFill>
                  <a:srgbClr val="0D0D0D"/>
                </a:solidFill>
                <a:effectLst/>
                <a:highlight>
                  <a:srgbClr val="FFFFFF"/>
                </a:highlight>
                <a:latin typeface="Söhne"/>
              </a:rPr>
              <a:t> Code changes are automatically prepared for a release to production, making it easier to deploy updates quickly and safely.</a:t>
            </a:r>
            <a:br>
              <a:rPr lang="en-US" b="0" i="0" dirty="0">
                <a:solidFill>
                  <a:srgbClr val="0D0D0D"/>
                </a:solidFill>
                <a:effectLst/>
                <a:highlight>
                  <a:srgbClr val="FFFFFF"/>
                </a:highlight>
                <a:latin typeface="Söhne"/>
              </a:rPr>
            </a:br>
            <a:endParaRPr lang="en-US" b="0" i="0" dirty="0">
              <a:solidFill>
                <a:srgbClr val="0D0D0D"/>
              </a:solidFill>
              <a:effectLst/>
              <a:highlight>
                <a:srgbClr val="FFFFFF"/>
              </a:highlight>
              <a:latin typeface="Söhne"/>
            </a:endParaRPr>
          </a:p>
          <a:p>
            <a:pPr algn="l">
              <a:buFont typeface="+mj-lt"/>
              <a:buAutoNum type="arabicPeriod" startAt="3"/>
            </a:pPr>
            <a:r>
              <a:rPr lang="en-US" b="1" i="0" dirty="0">
                <a:solidFill>
                  <a:srgbClr val="0D0D0D"/>
                </a:solidFill>
                <a:effectLst/>
                <a:highlight>
                  <a:srgbClr val="FFFFFF"/>
                </a:highlight>
                <a:latin typeface="Söhne"/>
              </a:rPr>
              <a:t>Monitoring and Feedback:</a:t>
            </a:r>
            <a:br>
              <a:rPr lang="en-US" b="1" i="0" dirty="0">
                <a:solidFill>
                  <a:srgbClr val="0D0D0D"/>
                </a:solidFill>
                <a:effectLst/>
                <a:highlight>
                  <a:srgbClr val="FFFFFF"/>
                </a:highlight>
                <a:latin typeface="Söhne"/>
              </a:rPr>
            </a:br>
            <a:endParaRPr lang="en-US" b="0" i="0" dirty="0">
              <a:solidFill>
                <a:srgbClr val="0D0D0D"/>
              </a:solidFill>
              <a:effectLst/>
              <a:highlight>
                <a:srgbClr val="FFFFFF"/>
              </a:highlight>
              <a:latin typeface="Söhne"/>
            </a:endParaRPr>
          </a:p>
          <a:p>
            <a:pPr marL="800100" lvl="1" indent="-342900" algn="l">
              <a:buFont typeface="Wingdings" panose="05000000000000000000" pitchFamily="2" charset="2"/>
              <a:buChar char="v"/>
            </a:pPr>
            <a:r>
              <a:rPr lang="en-US" b="0" i="0" dirty="0">
                <a:solidFill>
                  <a:srgbClr val="0D0D0D"/>
                </a:solidFill>
                <a:effectLst/>
                <a:highlight>
                  <a:srgbClr val="FFFFFF"/>
                </a:highlight>
                <a:latin typeface="Söhne"/>
              </a:rPr>
              <a:t>Constantly monitoring the software and systems to catch issues early.</a:t>
            </a:r>
            <a:br>
              <a:rPr lang="en-US" b="0" i="0" dirty="0">
                <a:solidFill>
                  <a:srgbClr val="0D0D0D"/>
                </a:solidFill>
                <a:effectLst/>
                <a:highlight>
                  <a:srgbClr val="FFFFFF"/>
                </a:highlight>
                <a:latin typeface="Söhne"/>
              </a:rPr>
            </a:br>
            <a:endParaRPr lang="en-US" b="0" i="0" dirty="0">
              <a:solidFill>
                <a:srgbClr val="0D0D0D"/>
              </a:solidFill>
              <a:effectLst/>
              <a:highlight>
                <a:srgbClr val="FFFFFF"/>
              </a:highlight>
              <a:latin typeface="Söhne"/>
            </a:endParaRPr>
          </a:p>
          <a:p>
            <a:pPr marL="800100" lvl="1" indent="-342900" algn="l">
              <a:buFont typeface="Wingdings" panose="05000000000000000000" pitchFamily="2" charset="2"/>
              <a:buChar char="v"/>
            </a:pPr>
            <a:r>
              <a:rPr lang="en-US" b="0" i="0" dirty="0">
                <a:solidFill>
                  <a:srgbClr val="0D0D0D"/>
                </a:solidFill>
                <a:effectLst/>
                <a:highlight>
                  <a:srgbClr val="FFFFFF"/>
                </a:highlight>
                <a:latin typeface="Söhne"/>
              </a:rPr>
              <a:t>Gathering feedback from users to make continuous improvements.</a:t>
            </a:r>
          </a:p>
        </p:txBody>
      </p:sp>
      <p:sp>
        <p:nvSpPr>
          <p:cNvPr id="9" name="TextBox 8">
            <a:extLst>
              <a:ext uri="{FF2B5EF4-FFF2-40B4-BE49-F238E27FC236}">
                <a16:creationId xmlns:a16="http://schemas.microsoft.com/office/drawing/2014/main" id="{FAA33EEA-7135-C8DD-4970-857E80493E1D}"/>
              </a:ext>
            </a:extLst>
          </p:cNvPr>
          <p:cNvSpPr txBox="1"/>
          <p:nvPr/>
        </p:nvSpPr>
        <p:spPr>
          <a:xfrm>
            <a:off x="186817" y="762000"/>
            <a:ext cx="3285515" cy="470000"/>
          </a:xfrm>
          <a:prstGeom prst="rect">
            <a:avLst/>
          </a:prstGeom>
          <a:solidFill>
            <a:srgbClr val="C00000"/>
          </a:solidFill>
        </p:spPr>
        <p:txBody>
          <a:bodyPr wrap="none" rtlCol="0">
            <a:spAutoFit/>
          </a:bodyPr>
          <a:lstStyle/>
          <a:p>
            <a:r>
              <a:rPr lang="en-US" dirty="0">
                <a:solidFill>
                  <a:schemeClr val="bg1"/>
                </a:solidFill>
              </a:rPr>
              <a:t>Key Concepts of DevOps</a:t>
            </a:r>
          </a:p>
        </p:txBody>
      </p:sp>
    </p:spTree>
    <p:extLst>
      <p:ext uri="{BB962C8B-B14F-4D97-AF65-F5344CB8AC3E}">
        <p14:creationId xmlns:p14="http://schemas.microsoft.com/office/powerpoint/2010/main" val="258000430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2" descr="data:image/png;base64,iVBORw0KGgoAAAANSUhEUgAAANEAAADxCAMAAABiSKLrAAAAbFBMVEWIiIj////6+vr29vb19fX4+Pj5+fnu7u77+/v39/f9/f3z8/P+/v709PT8/Pyqqqrt7e3v7+/w8PDx8fHy8vK+vr7Q0NCjo6OBgYHY2Njk5OTHx8eNjY3c3NzGxsbn5+eWlpa1tbWcnJx6enob4+f+AAAIqklEQVR4nO3dCZuaOhQGYEZAh0FkX2W1//8/lkVMICeIkRmOPHz22lYg5OVEZLFzJRNrnC+xSGt3nJvQekMUYktnEiM1ouDrjCs/pukLkzoRtpjmNRcloRUFoiS8oo5UvLwsYpEgCaXoHLYiMRJqkRAJt0iEhFwkQMIqCgJRElpRLErCL3r1oxavSJSEWCRIQikyOtGQNPd8CaXICc04FiXhFomQkIsESChFbmhmwiT0opf3eBivMzSjLuORnh49oKxRKxIloayR24oESShFRScSI6EUJaGZCJNwiwhp/skFcpFAlbCLXiehF71MQisSJiEVVYkwqRP9oEpXI1HSXXRuWjo/2jz3f3v8YfjS7871lbU1EiT1IjrAKrvX/2iurzisijkk8OQC5ah7iERIyEUCJOyi10noRU9J490DUpFPRAApniJhFVnzSaOdOF6RKAmlKGhFgiTMohdIyYeIhEh30aV99E9NLo8VXLqn++Q/mIuIREid6DJsv32s91Ityi1hEtJRl5+ESX2NMKUR2ZYoCbNIjIRV5FiiJIyicx7mriVEKnCKfvxadBIloRQ1NTqJkcICpcgPr7rjOPYJZnFNbZVwikw/YHNlXmDi4xW9kU70jSnNqOu/xL4R0aWg3yNMgNHWp0I66i7Dy5PsdXFuApw1Eg8RndfuykLZa4Q/512EPrsIfzYtOmwje43wh4h+1u7KQvm5bk601wh9NlijXYQ+uwh/HqLrZkTXh+h4PDQP8lQ/PvAlSrT2xl0oRHQ5biOXXYQ+uwh/dhH+7CL82bRI3Ua2XKPvtTfuQvneReizi/BnF+HPLsKfTYu0bYQWsd5PfImIDmtv3IVy2EXos4vwZxfhzy7CH0okbyO7CH+2/D46rr1xF8pxF6HPLsKfXYQ/uwh/KJGyjWxatPZwWShEpK69cReKuovQZxfhzy7Cn12EP0SkGduItmHRzFF3P3r63ZHzTl4YdYqsHg/e/YdF2e7xcFRVrba109gMFp2evGhmjzpFVZLcvJVpl7K8hWaVB1liNVNdJh7VZ4Wd7P4aaa5I866lFEnDRHWksC5eVgtH8VWy8PHGTE5V/rr+QqSocTnm9CpTM+SMmRhVVJcPKbPYv5VFcs7x1F3P1eeikl1sXZHGB0lRLH+eSI75ICk6KZ8nctkOkaQN+cNEWjBRIimU0YpkHY4hmxOgqNIMHRaRJo6giLO+dyM/F1nsvpfqWVAv92Eihe0u3bNE+TgR/FkURfWhUHPMIBsguh6N0yKNs7o/EGkVIEpj+XA8fltJ0GzqDxMdQwBka+2gqQ/p9FYkpaNIiEXuje3OddQfg738rFCTcYmME9sdKXntbY1MBOy802JrotJ6bSUiInLia7y2+aZEbXuyxXbn5vXXGQazDs+6xUWGoql2kXU/DDrOssLWNFmZ65oQufeflwvU6PHDdO8ki/0xu/Rb7RVRvZNJgupW7y3bU+T6JLnej97MPLNUhbPIbJEV9U2y/eknHds5lfhfNMo/sb23oRX5LQXWGUmpGdtz3nxEpOiep7eP+5MFUEZJj+0SCnsCVX/CkrZUQFRvQG+8RkNOzHTi5LL0rW6x8YL0bwolGtdolqir0fQxAyQCNrdsVczFmdFS6fXp+4kSecPMEqntrAYkkklTYI288frkYKI+j+XCYtzRUdCIdMV/7mkWTDNmY6AU6bo5C9QknqwSEpFuzAdJUjZFQiJSoFMWfhIDu0ievDjD5ubquEV6AjVet3krU3B/Hvn8cYdDBJxUSlKVaJqmWvENMiXcImEQKcCYi26W1nZaN9SAXXFkcos0JZpxXLeICDpLDnVSBDkDusAtEhGN72p5J78LcMbn9+nudemgiDSlASLF66cC20NKbZ3qCnAnIfKp9gcxiIjVPj8/8mbVCBY9VsNes42C4YgBrgyUJ06NpkRdCuD8yB418pYIOkl2hyuQ2SOkKOMMO4M76vrBB4sG84Cjjrr5Cooeo4TdLwyGbLsC4IKgD93dHY66lUQye7gQxfqgfdcDhr7JeSOtLoL2dOn4KEdX2E+s0hp24j3RaUERsPnLLBmlYPceaYJVBB0Bja85p8ANn3rXgFX02kEqaSGAeywoGs7zjghYdqYoxyp68USCtMDZfX+wqHomav53fkBcWDSYx4NEBpkuAyLj3oSwSDIVsMM6ETVAp/3V/KG2tP/xRPRccI1IW7Comyr8PupE9052bbW/0yLHpX/1T1wRmQuskULa4oqcd/Z1pjLu6li0zqgDP49m5fmo+2NR3z50zFBYczLsBB6Rxx6y8Q5wRoE7LCaylhM5BnTs7cGdmZP1RZzdygeLXOjW9fg94jYXUnjjbBHRcJ5nImVKBA67fFgkL/HzIE4KRW7vM0/i/kQ0WSPHg75KldHdqc+h7pfZ0jKs/GuDM3hvNSLizSEqoroE1Yia7ELf00kIWS/o09z+EmLA6bC3hMh9TwRskDq51x47e4Zzhc73Qt64wyByPOjmUVT6cZZkcQV+0zxNflX05qgD36tSe3MilcCr1FLEe9sPRDYYjmgwD1wjMl1hm4h0ugF43PETVd6wB3RbKES2Pu+2cr9waHFBWESO+8JtyxrkckFYRDa8dxAAoRHNH3hRNTHkUIlsY9Z3TqR6LzcFokScSsKi4TzPRMYske0VT78XJJkJZ8uTzojV6FdEtmNkE9/diqLUzJTpAtmzalQyF6FvI5ETA9+OpraQwTYhwRvQMYqryX6sNn8vq8AynnqoGuXuCY7N/vMR3R7N47DzePR04J+gjJt4rM7V3SzwzbC8FzYtb2Z1jQtDd3nLDOLmD1E9v90++qfT4Lfh5N+cq/508shXb5st6Ll1cWa2RYu2EUo0p6QfkF2EP7sIf3YR/hCRs3ZXFoqzYdEGR92su1D4Q486yzq1D/L0iS85W67R2l1ZKLsIfzYs4l05+bg8rpxU/lZS3UXbyvZE/wFXu+LXNTDaDQAAAABJRU5ErkJggg=="/>
          <p:cNvSpPr>
            <a:spLocks noChangeAspect="1" noChangeArrowheads="1"/>
          </p:cNvSpPr>
          <p:nvPr/>
        </p:nvSpPr>
        <p:spPr bwMode="auto">
          <a:xfrm>
            <a:off x="207436" y="-116412"/>
            <a:ext cx="406400" cy="4064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en-US" sz="1600" dirty="0"/>
          </a:p>
        </p:txBody>
      </p:sp>
      <p:sp>
        <p:nvSpPr>
          <p:cNvPr id="2" name="AutoShape 2" descr="Image result for file"/>
          <p:cNvSpPr>
            <a:spLocks noChangeAspect="1" noChangeArrowheads="1"/>
          </p:cNvSpPr>
          <p:nvPr/>
        </p:nvSpPr>
        <p:spPr bwMode="auto">
          <a:xfrm>
            <a:off x="410635" y="86789"/>
            <a:ext cx="406400" cy="4064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en-US" sz="2400" dirty="0"/>
          </a:p>
        </p:txBody>
      </p:sp>
      <p:sp>
        <p:nvSpPr>
          <p:cNvPr id="6" name="AutoShape 2" descr="Image result for activemq image"/>
          <p:cNvSpPr>
            <a:spLocks noChangeAspect="1" noChangeArrowheads="1"/>
          </p:cNvSpPr>
          <p:nvPr/>
        </p:nvSpPr>
        <p:spPr bwMode="auto">
          <a:xfrm>
            <a:off x="2241826" y="2574238"/>
            <a:ext cx="406400" cy="4064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en-US" sz="2400" dirty="0"/>
          </a:p>
        </p:txBody>
      </p:sp>
      <p:sp>
        <p:nvSpPr>
          <p:cNvPr id="8" name="Rectangle 7">
            <a:extLst>
              <a:ext uri="{FF2B5EF4-FFF2-40B4-BE49-F238E27FC236}">
                <a16:creationId xmlns:a16="http://schemas.microsoft.com/office/drawing/2014/main" id="{7146C491-DBC3-A60F-6EAA-0F9285847D45}"/>
              </a:ext>
            </a:extLst>
          </p:cNvPr>
          <p:cNvSpPr/>
          <p:nvPr/>
        </p:nvSpPr>
        <p:spPr>
          <a:xfrm>
            <a:off x="3951511" y="32683"/>
            <a:ext cx="4191000" cy="400110"/>
          </a:xfrm>
          <a:prstGeom prst="rect">
            <a:avLst/>
          </a:prstGeom>
        </p:spPr>
        <p:style>
          <a:lnRef idx="1">
            <a:schemeClr val="accent4"/>
          </a:lnRef>
          <a:fillRef idx="3">
            <a:schemeClr val="accent4"/>
          </a:fillRef>
          <a:effectRef idx="2">
            <a:schemeClr val="accent4"/>
          </a:effectRef>
          <a:fontRef idx="minor">
            <a:schemeClr val="lt1"/>
          </a:fontRef>
        </p:style>
        <p:txBody>
          <a:bodyPr wrap="square">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2000" dirty="0"/>
              <a:t>What is DevOps? An Easy Explanation</a:t>
            </a:r>
          </a:p>
        </p:txBody>
      </p:sp>
      <p:sp>
        <p:nvSpPr>
          <p:cNvPr id="5" name="Rectangle 4">
            <a:extLst>
              <a:ext uri="{FF2B5EF4-FFF2-40B4-BE49-F238E27FC236}">
                <a16:creationId xmlns:a16="http://schemas.microsoft.com/office/drawing/2014/main" id="{CA1D8170-25C1-4027-0914-6C0B5D61C4CC}"/>
              </a:ext>
            </a:extLst>
          </p:cNvPr>
          <p:cNvSpPr/>
          <p:nvPr/>
        </p:nvSpPr>
        <p:spPr>
          <a:xfrm>
            <a:off x="214608" y="2971800"/>
            <a:ext cx="11832164" cy="1572820"/>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pPr algn="l"/>
            <a:r>
              <a:rPr lang="en-US" b="0" i="0" dirty="0">
                <a:solidFill>
                  <a:srgbClr val="0D0D0D"/>
                </a:solidFill>
                <a:effectLst/>
                <a:highlight>
                  <a:srgbClr val="FFFFFF"/>
                </a:highlight>
                <a:latin typeface="Söhne"/>
              </a:rPr>
              <a:t>Imagine you use a </a:t>
            </a:r>
            <a:r>
              <a:rPr lang="en-US" b="0" i="0" dirty="0">
                <a:solidFill>
                  <a:srgbClr val="FF0000"/>
                </a:solidFill>
                <a:effectLst/>
                <a:highlight>
                  <a:srgbClr val="FFFFFF"/>
                </a:highlight>
                <a:latin typeface="Söhne"/>
              </a:rPr>
              <a:t>popular app </a:t>
            </a:r>
            <a:r>
              <a:rPr lang="en-US" b="0" i="0" dirty="0">
                <a:solidFill>
                  <a:srgbClr val="0D0D0D"/>
                </a:solidFill>
                <a:effectLst/>
                <a:highlight>
                  <a:srgbClr val="FFFFFF"/>
                </a:highlight>
                <a:latin typeface="Söhne"/>
              </a:rPr>
              <a:t>on your phone. The </a:t>
            </a:r>
            <a:r>
              <a:rPr lang="en-US" b="0" i="0" dirty="0">
                <a:solidFill>
                  <a:srgbClr val="FF0000"/>
                </a:solidFill>
                <a:effectLst/>
                <a:highlight>
                  <a:srgbClr val="FFFFFF"/>
                </a:highlight>
                <a:latin typeface="Söhne"/>
              </a:rPr>
              <a:t>app</a:t>
            </a:r>
            <a:r>
              <a:rPr lang="en-US" b="0" i="0" dirty="0">
                <a:solidFill>
                  <a:srgbClr val="0D0D0D"/>
                </a:solidFill>
                <a:effectLst/>
                <a:highlight>
                  <a:srgbClr val="FFFFFF"/>
                </a:highlight>
                <a:latin typeface="Söhne"/>
              </a:rPr>
              <a:t> is regularly updated with new features and bug fixes. Behind the scenes, there's a </a:t>
            </a:r>
            <a:r>
              <a:rPr lang="en-US" b="0" i="0" dirty="0">
                <a:solidFill>
                  <a:srgbClr val="FF0000"/>
                </a:solidFill>
                <a:effectLst/>
                <a:highlight>
                  <a:srgbClr val="FFFFFF"/>
                </a:highlight>
                <a:latin typeface="Söhne"/>
              </a:rPr>
              <a:t>DevOps</a:t>
            </a:r>
            <a:r>
              <a:rPr lang="en-US" b="0" i="0" dirty="0">
                <a:solidFill>
                  <a:srgbClr val="0D0D0D"/>
                </a:solidFill>
                <a:effectLst/>
                <a:highlight>
                  <a:srgbClr val="FFFFFF"/>
                </a:highlight>
                <a:latin typeface="Söhne"/>
              </a:rPr>
              <a:t> team ensuring that these updates are developed, tested, and released quickly and smoothly without causing the </a:t>
            </a:r>
            <a:r>
              <a:rPr lang="en-US" b="0" i="0" dirty="0">
                <a:solidFill>
                  <a:srgbClr val="FF0000"/>
                </a:solidFill>
                <a:effectLst/>
                <a:highlight>
                  <a:srgbClr val="FFFFFF"/>
                </a:highlight>
                <a:latin typeface="Söhne"/>
              </a:rPr>
              <a:t>app</a:t>
            </a:r>
            <a:r>
              <a:rPr lang="en-US" b="0" i="0" dirty="0">
                <a:solidFill>
                  <a:srgbClr val="0D0D0D"/>
                </a:solidFill>
                <a:effectLst/>
                <a:highlight>
                  <a:srgbClr val="FFFFFF"/>
                </a:highlight>
                <a:latin typeface="Söhne"/>
              </a:rPr>
              <a:t> to crash or behave unpredictably.</a:t>
            </a:r>
          </a:p>
        </p:txBody>
      </p:sp>
      <p:sp>
        <p:nvSpPr>
          <p:cNvPr id="9" name="TextBox 8">
            <a:extLst>
              <a:ext uri="{FF2B5EF4-FFF2-40B4-BE49-F238E27FC236}">
                <a16:creationId xmlns:a16="http://schemas.microsoft.com/office/drawing/2014/main" id="{FAA33EEA-7135-C8DD-4970-857E80493E1D}"/>
              </a:ext>
            </a:extLst>
          </p:cNvPr>
          <p:cNvSpPr txBox="1"/>
          <p:nvPr/>
        </p:nvSpPr>
        <p:spPr>
          <a:xfrm>
            <a:off x="214608" y="2411020"/>
            <a:ext cx="2758704" cy="470000"/>
          </a:xfrm>
          <a:prstGeom prst="rect">
            <a:avLst/>
          </a:prstGeom>
          <a:solidFill>
            <a:srgbClr val="C00000"/>
          </a:solidFill>
        </p:spPr>
        <p:txBody>
          <a:bodyPr wrap="none" rtlCol="0">
            <a:spAutoFit/>
          </a:bodyPr>
          <a:lstStyle/>
          <a:p>
            <a:r>
              <a:rPr lang="en-US" dirty="0">
                <a:solidFill>
                  <a:schemeClr val="bg1"/>
                </a:solidFill>
              </a:rPr>
              <a:t>Real-World Example</a:t>
            </a:r>
          </a:p>
        </p:txBody>
      </p:sp>
    </p:spTree>
    <p:extLst>
      <p:ext uri="{BB962C8B-B14F-4D97-AF65-F5344CB8AC3E}">
        <p14:creationId xmlns:p14="http://schemas.microsoft.com/office/powerpoint/2010/main" val="384099348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2" descr="data:image/png;base64,iVBORw0KGgoAAAANSUhEUgAAANEAAADxCAMAAABiSKLrAAAAbFBMVEWIiIj////6+vr29vb19fX4+Pj5+fnu7u77+/v39/f9/f3z8/P+/v709PT8/Pyqqqrt7e3v7+/w8PDx8fHy8vK+vr7Q0NCjo6OBgYHY2Njk5OTHx8eNjY3c3NzGxsbn5+eWlpa1tbWcnJx6enob4+f+AAAIqklEQVR4nO3dCZuaOhQGYEZAh0FkX2W1//8/lkVMICeIkRmOPHz22lYg5OVEZLFzJRNrnC+xSGt3nJvQekMUYktnEiM1ouDrjCs/pukLkzoRtpjmNRcloRUFoiS8oo5UvLwsYpEgCaXoHLYiMRJqkRAJt0iEhFwkQMIqCgJRElpRLErCL3r1oxavSJSEWCRIQikyOtGQNPd8CaXICc04FiXhFomQkIsESChFbmhmwiT0opf3eBivMzSjLuORnh49oKxRKxIloayR24oESShFRScSI6EUJaGZCJNwiwhp/skFcpFAlbCLXiehF71MQisSJiEVVYkwqRP9oEpXI1HSXXRuWjo/2jz3f3v8YfjS7871lbU1EiT1IjrAKrvX/2iurzisijkk8OQC5ah7iERIyEUCJOyi10noRU9J490DUpFPRAApniJhFVnzSaOdOF6RKAmlKGhFgiTMohdIyYeIhEh30aV99E9NLo8VXLqn++Q/mIuIREid6DJsv32s91Ityi1hEtJRl5+ESX2NMKUR2ZYoCbNIjIRV5FiiJIyicx7mriVEKnCKfvxadBIloRQ1NTqJkcICpcgPr7rjOPYJZnFNbZVwikw/YHNlXmDi4xW9kU70jSnNqOu/xL4R0aWg3yNMgNHWp0I66i7Dy5PsdXFuApw1Eg8RndfuykLZa4Q/512EPrsIfzYtOmwje43wh4h+1u7KQvm5bk601wh9NlijXYQ+uwh/HqLrZkTXh+h4PDQP8lQ/PvAlSrT2xl0oRHQ5biOXXYQ+uwh/dhH+7CL82bRI3Ua2XKPvtTfuQvneReizi/BnF+HPLsKfTYu0bYQWsd5PfImIDmtv3IVy2EXos4vwZxfhzy7CH0okbyO7CH+2/D46rr1xF8pxF6HPLsKfXYQ/uwh/KJGyjWxatPZwWShEpK69cReKuovQZxfhzy7Cn12EP0SkGduItmHRzFF3P3r63ZHzTl4YdYqsHg/e/YdF2e7xcFRVrba109gMFp2evGhmjzpFVZLcvJVpl7K8hWaVB1liNVNdJh7VZ4Wd7P4aaa5I866lFEnDRHWksC5eVgtH8VWy8PHGTE5V/rr+QqSocTnm9CpTM+SMmRhVVJcPKbPYv5VFcs7x1F3P1eeikl1sXZHGB0lRLH+eSI75ICk6KZ8nctkOkaQN+cNEWjBRIimU0YpkHY4hmxOgqNIMHRaRJo6giLO+dyM/F1nsvpfqWVAv92Eihe0u3bNE+TgR/FkURfWhUHPMIBsguh6N0yKNs7o/EGkVIEpj+XA8fltJ0GzqDxMdQwBka+2gqQ/p9FYkpaNIiEXuje3OddQfg738rFCTcYmME9sdKXntbY1MBOy802JrotJ6bSUiInLia7y2+aZEbXuyxXbn5vXXGQazDs+6xUWGoql2kXU/DDrOssLWNFmZ65oQufeflwvU6PHDdO8ki/0xu/Rb7RVRvZNJgupW7y3bU+T6JLnej97MPLNUhbPIbJEV9U2y/eknHds5lfhfNMo/sb23oRX5LQXWGUmpGdtz3nxEpOiep7eP+5MFUEZJj+0SCnsCVX/CkrZUQFRvQG+8RkNOzHTi5LL0rW6x8YL0bwolGtdolqir0fQxAyQCNrdsVczFmdFS6fXp+4kSecPMEqntrAYkkklTYI288frkYKI+j+XCYtzRUdCIdMV/7mkWTDNmY6AU6bo5C9QknqwSEpFuzAdJUjZFQiJSoFMWfhIDu0ievDjD5ubquEV6AjVet3krU3B/Hvn8cYdDBJxUSlKVaJqmWvENMiXcImEQKcCYi26W1nZaN9SAXXFkcos0JZpxXLeICDpLDnVSBDkDusAtEhGN72p5J78LcMbn9+nudemgiDSlASLF66cC20NKbZ3qCnAnIfKp9gcxiIjVPj8/8mbVCBY9VsNes42C4YgBrgyUJ06NpkRdCuD8yB418pYIOkl2hyuQ2SOkKOMMO4M76vrBB4sG84Cjjrr5Cooeo4TdLwyGbLsC4IKgD93dHY66lUQye7gQxfqgfdcDhr7JeSOtLoL2dOn4KEdX2E+s0hp24j3RaUERsPnLLBmlYPceaYJVBB0Bja85p8ANn3rXgFX02kEqaSGAeywoGs7zjghYdqYoxyp68USCtMDZfX+wqHomav53fkBcWDSYx4NEBpkuAyLj3oSwSDIVsMM6ETVAp/3V/KG2tP/xRPRccI1IW7Comyr8PupE9052bbW/0yLHpX/1T1wRmQuskULa4oqcd/Z1pjLu6li0zqgDP49m5fmo+2NR3z50zFBYczLsBB6Rxx6y8Q5wRoE7LCaylhM5BnTs7cGdmZP1RZzdygeLXOjW9fg94jYXUnjjbBHRcJ5nImVKBA67fFgkL/HzIE4KRW7vM0/i/kQ0WSPHg75KldHdqc+h7pfZ0jKs/GuDM3hvNSLizSEqoroE1Yia7ELf00kIWS/o09z+EmLA6bC3hMh9TwRskDq51x47e4Zzhc73Qt64wyByPOjmUVT6cZZkcQV+0zxNflX05qgD36tSe3MilcCr1FLEe9sPRDYYjmgwD1wjMl1hm4h0ugF43PETVd6wB3RbKES2Pu+2cr9waHFBWESO+8JtyxrkckFYRDa8dxAAoRHNH3hRNTHkUIlsY9Z3TqR6LzcFokScSsKi4TzPRMYske0VT78XJJkJZ8uTzojV6FdEtmNkE9/diqLUzJTpAtmzalQyF6FvI5ETA9+OpraQwTYhwRvQMYqryX6sNn8vq8AynnqoGuXuCY7N/vMR3R7N47DzePR04J+gjJt4rM7V3SzwzbC8FzYtb2Z1jQtDd3nLDOLmD1E9v90++qfT4Lfh5N+cq/508shXb5st6Ll1cWa2RYu2EUo0p6QfkF2EP7sIf3YR/hCRs3ZXFoqzYdEGR92su1D4Q486yzq1D/L0iS85W67R2l1ZKLsIfzYs4l05+bg8rpxU/lZS3UXbyvZE/wFXu+LXNTDaDQAAAABJRU5ErkJggg=="/>
          <p:cNvSpPr>
            <a:spLocks noChangeAspect="1" noChangeArrowheads="1"/>
          </p:cNvSpPr>
          <p:nvPr/>
        </p:nvSpPr>
        <p:spPr bwMode="auto">
          <a:xfrm>
            <a:off x="207436" y="-116412"/>
            <a:ext cx="406400" cy="4064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en-US" sz="1600" dirty="0"/>
          </a:p>
        </p:txBody>
      </p:sp>
      <p:sp>
        <p:nvSpPr>
          <p:cNvPr id="2" name="AutoShape 2" descr="Image result for file"/>
          <p:cNvSpPr>
            <a:spLocks noChangeAspect="1" noChangeArrowheads="1"/>
          </p:cNvSpPr>
          <p:nvPr/>
        </p:nvSpPr>
        <p:spPr bwMode="auto">
          <a:xfrm>
            <a:off x="410635" y="86789"/>
            <a:ext cx="406400" cy="4064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en-US" sz="2400" dirty="0"/>
          </a:p>
        </p:txBody>
      </p:sp>
      <p:sp>
        <p:nvSpPr>
          <p:cNvPr id="6" name="AutoShape 2" descr="Image result for activemq image"/>
          <p:cNvSpPr>
            <a:spLocks noChangeAspect="1" noChangeArrowheads="1"/>
          </p:cNvSpPr>
          <p:nvPr/>
        </p:nvSpPr>
        <p:spPr bwMode="auto">
          <a:xfrm>
            <a:off x="2241826" y="1611018"/>
            <a:ext cx="406400" cy="4064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en-US" sz="2400" dirty="0"/>
          </a:p>
        </p:txBody>
      </p:sp>
      <p:sp>
        <p:nvSpPr>
          <p:cNvPr id="8" name="Rectangle 7">
            <a:extLst>
              <a:ext uri="{FF2B5EF4-FFF2-40B4-BE49-F238E27FC236}">
                <a16:creationId xmlns:a16="http://schemas.microsoft.com/office/drawing/2014/main" id="{7146C491-DBC3-A60F-6EAA-0F9285847D45}"/>
              </a:ext>
            </a:extLst>
          </p:cNvPr>
          <p:cNvSpPr/>
          <p:nvPr/>
        </p:nvSpPr>
        <p:spPr>
          <a:xfrm>
            <a:off x="3951511" y="32683"/>
            <a:ext cx="4191000" cy="400110"/>
          </a:xfrm>
          <a:prstGeom prst="rect">
            <a:avLst/>
          </a:prstGeom>
        </p:spPr>
        <p:style>
          <a:lnRef idx="1">
            <a:schemeClr val="accent4"/>
          </a:lnRef>
          <a:fillRef idx="3">
            <a:schemeClr val="accent4"/>
          </a:fillRef>
          <a:effectRef idx="2">
            <a:schemeClr val="accent4"/>
          </a:effectRef>
          <a:fontRef idx="minor">
            <a:schemeClr val="lt1"/>
          </a:fontRef>
        </p:style>
        <p:txBody>
          <a:bodyPr wrap="square">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2000" dirty="0"/>
              <a:t>What is DevOps? An Easy Explanation</a:t>
            </a:r>
          </a:p>
        </p:txBody>
      </p:sp>
      <p:sp>
        <p:nvSpPr>
          <p:cNvPr id="5" name="Rectangle 4">
            <a:extLst>
              <a:ext uri="{FF2B5EF4-FFF2-40B4-BE49-F238E27FC236}">
                <a16:creationId xmlns:a16="http://schemas.microsoft.com/office/drawing/2014/main" id="{CA1D8170-25C1-4027-0914-6C0B5D61C4CC}"/>
              </a:ext>
            </a:extLst>
          </p:cNvPr>
          <p:cNvSpPr/>
          <p:nvPr/>
        </p:nvSpPr>
        <p:spPr>
          <a:xfrm>
            <a:off x="214608" y="2008580"/>
            <a:ext cx="11832164" cy="3276600"/>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pPr marL="342900" indent="-342900" algn="l">
              <a:buFont typeface="Wingdings" panose="05000000000000000000" pitchFamily="2" charset="2"/>
              <a:buChar char="v"/>
            </a:pPr>
            <a:r>
              <a:rPr lang="en-US" sz="2400" b="1" i="0" dirty="0">
                <a:solidFill>
                  <a:srgbClr val="0D0D0D"/>
                </a:solidFill>
                <a:effectLst/>
                <a:highlight>
                  <a:srgbClr val="FFFFFF"/>
                </a:highlight>
                <a:latin typeface="Söhne"/>
              </a:rPr>
              <a:t>Faster Delivery:</a:t>
            </a:r>
            <a:r>
              <a:rPr lang="en-US" sz="2400" b="0" i="0" dirty="0">
                <a:solidFill>
                  <a:srgbClr val="0D0D0D"/>
                </a:solidFill>
                <a:effectLst/>
                <a:highlight>
                  <a:srgbClr val="FFFFFF"/>
                </a:highlight>
                <a:latin typeface="Söhne"/>
              </a:rPr>
              <a:t> Software is developed and released more quickly.</a:t>
            </a:r>
            <a:br>
              <a:rPr lang="en-US" sz="2400" b="0" i="0" dirty="0">
                <a:solidFill>
                  <a:srgbClr val="0D0D0D"/>
                </a:solidFill>
                <a:effectLst/>
                <a:highlight>
                  <a:srgbClr val="FFFFFF"/>
                </a:highlight>
                <a:latin typeface="Söhne"/>
              </a:rPr>
            </a:br>
            <a:endParaRPr lang="en-US" sz="2400" b="0" i="0" dirty="0">
              <a:solidFill>
                <a:srgbClr val="0D0D0D"/>
              </a:solidFill>
              <a:effectLst/>
              <a:highlight>
                <a:srgbClr val="FFFFFF"/>
              </a:highlight>
              <a:latin typeface="Söhne"/>
            </a:endParaRPr>
          </a:p>
          <a:p>
            <a:pPr marL="342900" indent="-342900" algn="l">
              <a:buFont typeface="Wingdings" panose="05000000000000000000" pitchFamily="2" charset="2"/>
              <a:buChar char="v"/>
            </a:pPr>
            <a:r>
              <a:rPr lang="en-US" sz="2400" b="1" i="0" dirty="0">
                <a:solidFill>
                  <a:srgbClr val="0D0D0D"/>
                </a:solidFill>
                <a:effectLst/>
                <a:highlight>
                  <a:srgbClr val="FFFFFF"/>
                </a:highlight>
                <a:latin typeface="Söhne"/>
              </a:rPr>
              <a:t>Higher Quality:</a:t>
            </a:r>
            <a:r>
              <a:rPr lang="en-US" sz="2400" b="0" i="0" dirty="0">
                <a:solidFill>
                  <a:srgbClr val="0D0D0D"/>
                </a:solidFill>
                <a:effectLst/>
                <a:highlight>
                  <a:srgbClr val="FFFFFF"/>
                </a:highlight>
                <a:latin typeface="Söhne"/>
              </a:rPr>
              <a:t> Automated testing and continuous monitoring catch problems early.</a:t>
            </a:r>
            <a:br>
              <a:rPr lang="en-US" sz="2400" b="0" i="0" dirty="0">
                <a:solidFill>
                  <a:srgbClr val="0D0D0D"/>
                </a:solidFill>
                <a:effectLst/>
                <a:highlight>
                  <a:srgbClr val="FFFFFF"/>
                </a:highlight>
                <a:latin typeface="Söhne"/>
              </a:rPr>
            </a:br>
            <a:endParaRPr lang="en-US" sz="2400" b="0" i="0" dirty="0">
              <a:solidFill>
                <a:srgbClr val="0D0D0D"/>
              </a:solidFill>
              <a:effectLst/>
              <a:highlight>
                <a:srgbClr val="FFFFFF"/>
              </a:highlight>
              <a:latin typeface="Söhne"/>
            </a:endParaRPr>
          </a:p>
          <a:p>
            <a:pPr marL="342900" indent="-342900" algn="l">
              <a:buFont typeface="Wingdings" panose="05000000000000000000" pitchFamily="2" charset="2"/>
              <a:buChar char="v"/>
            </a:pPr>
            <a:r>
              <a:rPr lang="en-US" sz="2400" b="1" i="0" dirty="0">
                <a:solidFill>
                  <a:srgbClr val="0D0D0D"/>
                </a:solidFill>
                <a:effectLst/>
                <a:highlight>
                  <a:srgbClr val="FFFFFF"/>
                </a:highlight>
                <a:latin typeface="Söhne"/>
              </a:rPr>
              <a:t>Better Reliability:</a:t>
            </a:r>
            <a:r>
              <a:rPr lang="en-US" sz="2400" b="0" i="0" dirty="0">
                <a:solidFill>
                  <a:srgbClr val="0D0D0D"/>
                </a:solidFill>
                <a:effectLst/>
                <a:highlight>
                  <a:srgbClr val="FFFFFF"/>
                </a:highlight>
                <a:latin typeface="Söhne"/>
              </a:rPr>
              <a:t> Continuous delivery ensures updates are less likely to cause issues.</a:t>
            </a:r>
            <a:br>
              <a:rPr lang="en-US" sz="2400" b="0" i="0" dirty="0">
                <a:solidFill>
                  <a:srgbClr val="0D0D0D"/>
                </a:solidFill>
                <a:effectLst/>
                <a:highlight>
                  <a:srgbClr val="FFFFFF"/>
                </a:highlight>
                <a:latin typeface="Söhne"/>
              </a:rPr>
            </a:br>
            <a:endParaRPr lang="en-US" sz="2400" b="0" i="0" dirty="0">
              <a:solidFill>
                <a:srgbClr val="0D0D0D"/>
              </a:solidFill>
              <a:effectLst/>
              <a:highlight>
                <a:srgbClr val="FFFFFF"/>
              </a:highlight>
              <a:latin typeface="Söhne"/>
            </a:endParaRPr>
          </a:p>
          <a:p>
            <a:pPr marL="342900" indent="-342900" algn="l">
              <a:buFont typeface="Wingdings" panose="05000000000000000000" pitchFamily="2" charset="2"/>
              <a:buChar char="v"/>
            </a:pPr>
            <a:r>
              <a:rPr lang="en-US" sz="2400" b="1" i="0" dirty="0">
                <a:solidFill>
                  <a:srgbClr val="0D0D0D"/>
                </a:solidFill>
                <a:effectLst/>
                <a:highlight>
                  <a:srgbClr val="FFFFFF"/>
                </a:highlight>
                <a:latin typeface="Söhne"/>
              </a:rPr>
              <a:t>Happier Teams:</a:t>
            </a:r>
            <a:r>
              <a:rPr lang="en-US" sz="2400" b="0" i="0" dirty="0">
                <a:solidFill>
                  <a:srgbClr val="0D0D0D"/>
                </a:solidFill>
                <a:effectLst/>
                <a:highlight>
                  <a:srgbClr val="FFFFFF"/>
                </a:highlight>
                <a:latin typeface="Söhne"/>
              </a:rPr>
              <a:t> Developers and operations teams work together, reducing friction and improving job satisfaction.</a:t>
            </a:r>
          </a:p>
        </p:txBody>
      </p:sp>
      <p:sp>
        <p:nvSpPr>
          <p:cNvPr id="9" name="TextBox 8">
            <a:extLst>
              <a:ext uri="{FF2B5EF4-FFF2-40B4-BE49-F238E27FC236}">
                <a16:creationId xmlns:a16="http://schemas.microsoft.com/office/drawing/2014/main" id="{FAA33EEA-7135-C8DD-4970-857E80493E1D}"/>
              </a:ext>
            </a:extLst>
          </p:cNvPr>
          <p:cNvSpPr txBox="1"/>
          <p:nvPr/>
        </p:nvSpPr>
        <p:spPr>
          <a:xfrm>
            <a:off x="214608" y="1447800"/>
            <a:ext cx="2621808" cy="470000"/>
          </a:xfrm>
          <a:prstGeom prst="rect">
            <a:avLst/>
          </a:prstGeom>
          <a:solidFill>
            <a:srgbClr val="C00000"/>
          </a:solidFill>
        </p:spPr>
        <p:txBody>
          <a:bodyPr wrap="none" rtlCol="0">
            <a:spAutoFit/>
          </a:bodyPr>
          <a:lstStyle/>
          <a:p>
            <a:r>
              <a:rPr lang="en-US" dirty="0">
                <a:solidFill>
                  <a:schemeClr val="bg1"/>
                </a:solidFill>
              </a:rPr>
              <a:t>Benefits of DevOps</a:t>
            </a:r>
          </a:p>
        </p:txBody>
      </p:sp>
    </p:spTree>
    <p:extLst>
      <p:ext uri="{BB962C8B-B14F-4D97-AF65-F5344CB8AC3E}">
        <p14:creationId xmlns:p14="http://schemas.microsoft.com/office/powerpoint/2010/main" val="329821770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2" descr="data:image/png;base64,iVBORw0KGgoAAAANSUhEUgAAANEAAADxCAMAAABiSKLrAAAAbFBMVEWIiIj////6+vr29vb19fX4+Pj5+fnu7u77+/v39/f9/f3z8/P+/v709PT8/Pyqqqrt7e3v7+/w8PDx8fHy8vK+vr7Q0NCjo6OBgYHY2Njk5OTHx8eNjY3c3NzGxsbn5+eWlpa1tbWcnJx6enob4+f+AAAIqklEQVR4nO3dCZuaOhQGYEZAh0FkX2W1//8/lkVMICeIkRmOPHz22lYg5OVEZLFzJRNrnC+xSGt3nJvQekMUYktnEiM1ouDrjCs/pukLkzoRtpjmNRcloRUFoiS8oo5UvLwsYpEgCaXoHLYiMRJqkRAJt0iEhFwkQMIqCgJRElpRLErCL3r1oxavSJSEWCRIQikyOtGQNPd8CaXICc04FiXhFomQkIsESChFbmhmwiT0opf3eBivMzSjLuORnh49oKxRKxIloayR24oESShFRScSI6EUJaGZCJNwiwhp/skFcpFAlbCLXiehF71MQisSJiEVVYkwqRP9oEpXI1HSXXRuWjo/2jz3f3v8YfjS7871lbU1EiT1IjrAKrvX/2iurzisijkk8OQC5ah7iERIyEUCJOyi10noRU9J490DUpFPRAApniJhFVnzSaOdOF6RKAmlKGhFgiTMohdIyYeIhEh30aV99E9NLo8VXLqn++Q/mIuIREid6DJsv32s91Ityi1hEtJRl5+ESX2NMKUR2ZYoCbNIjIRV5FiiJIyicx7mriVEKnCKfvxadBIloRQ1NTqJkcICpcgPr7rjOPYJZnFNbZVwikw/YHNlXmDi4xW9kU70jSnNqOu/xL4R0aWg3yNMgNHWp0I66i7Dy5PsdXFuApw1Eg8RndfuykLZa4Q/512EPrsIfzYtOmwje43wh4h+1u7KQvm5bk601wh9NlijXYQ+uwh/HqLrZkTXh+h4PDQP8lQ/PvAlSrT2xl0oRHQ5biOXXYQ+uwh/dhH+7CL82bRI3Ua2XKPvtTfuQvneReizi/BnF+HPLsKfTYu0bYQWsd5PfImIDmtv3IVy2EXos4vwZxfhzy7CH0okbyO7CH+2/D46rr1xF8pxF6HPLsKfXYQ/uwh/KJGyjWxatPZwWShEpK69cReKuovQZxfhzy7Cn12EP0SkGduItmHRzFF3P3r63ZHzTl4YdYqsHg/e/YdF2e7xcFRVrba109gMFp2evGhmjzpFVZLcvJVpl7K8hWaVB1liNVNdJh7VZ4Wd7P4aaa5I866lFEnDRHWksC5eVgtH8VWy8PHGTE5V/rr+QqSocTnm9CpTM+SMmRhVVJcPKbPYv5VFcs7x1F3P1eeikl1sXZHGB0lRLH+eSI75ICk6KZ8nctkOkaQN+cNEWjBRIimU0YpkHY4hmxOgqNIMHRaRJo6giLO+dyM/F1nsvpfqWVAv92Eihe0u3bNE+TgR/FkURfWhUHPMIBsguh6N0yKNs7o/EGkVIEpj+XA8fltJ0GzqDxMdQwBka+2gqQ/p9FYkpaNIiEXuje3OddQfg738rFCTcYmME9sdKXntbY1MBOy802JrotJ6bSUiInLia7y2+aZEbXuyxXbn5vXXGQazDs+6xUWGoql2kXU/DDrOssLWNFmZ65oQufeflwvU6PHDdO8ki/0xu/Rb7RVRvZNJgupW7y3bU+T6JLnej97MPLNUhbPIbJEV9U2y/eknHds5lfhfNMo/sb23oRX5LQXWGUmpGdtz3nxEpOiep7eP+5MFUEZJj+0SCnsCVX/CkrZUQFRvQG+8RkNOzHTi5LL0rW6x8YL0bwolGtdolqir0fQxAyQCNrdsVczFmdFS6fXp+4kSecPMEqntrAYkkklTYI288frkYKI+j+XCYtzRUdCIdMV/7mkWTDNmY6AU6bo5C9QknqwSEpFuzAdJUjZFQiJSoFMWfhIDu0ievDjD5ubquEV6AjVet3krU3B/Hvn8cYdDBJxUSlKVaJqmWvENMiXcImEQKcCYi26W1nZaN9SAXXFkcos0JZpxXLeICDpLDnVSBDkDusAtEhGN72p5J78LcMbn9+nudemgiDSlASLF66cC20NKbZ3qCnAnIfKp9gcxiIjVPj8/8mbVCBY9VsNes42C4YgBrgyUJ06NpkRdCuD8yB418pYIOkl2hyuQ2SOkKOMMO4M76vrBB4sG84Cjjrr5Cooeo4TdLwyGbLsC4IKgD93dHY66lUQye7gQxfqgfdcDhr7JeSOtLoL2dOn4KEdX2E+s0hp24j3RaUERsPnLLBmlYPceaYJVBB0Bja85p8ANn3rXgFX02kEqaSGAeywoGs7zjghYdqYoxyp68USCtMDZfX+wqHomav53fkBcWDSYx4NEBpkuAyLj3oSwSDIVsMM6ETVAp/3V/KG2tP/xRPRccI1IW7Comyr8PupE9052bbW/0yLHpX/1T1wRmQuskULa4oqcd/Z1pjLu6li0zqgDP49m5fmo+2NR3z50zFBYczLsBB6Rxx6y8Q5wRoE7LCaylhM5BnTs7cGdmZP1RZzdygeLXOjW9fg94jYXUnjjbBHRcJ5nImVKBA67fFgkL/HzIE4KRW7vM0/i/kQ0WSPHg75KldHdqc+h7pfZ0jKs/GuDM3hvNSLizSEqoroE1Yia7ELf00kIWS/o09z+EmLA6bC3hMh9TwRskDq51x47e4Zzhc73Qt64wyByPOjmUVT6cZZkcQV+0zxNflX05qgD36tSe3MilcCr1FLEe9sPRDYYjmgwD1wjMl1hm4h0ugF43PETVd6wB3RbKES2Pu+2cr9waHFBWESO+8JtyxrkckFYRDa8dxAAoRHNH3hRNTHkUIlsY9Z3TqR6LzcFokScSsKi4TzPRMYske0VT78XJJkJZ8uTzojV6FdEtmNkE9/diqLUzJTpAtmzalQyF6FvI5ETA9+OpraQwTYhwRvQMYqryX6sNn8vq8AynnqoGuXuCY7N/vMR3R7N47DzePR04J+gjJt4rM7V3SzwzbC8FzYtb2Z1jQtDd3nLDOLmD1E9v90++qfT4Lfh5N+cq/508shXb5st6Ll1cWa2RYu2EUo0p6QfkF2EP7sIf3YR/hCRs3ZXFoqzYdEGR92su1D4Q486yzq1D/L0iS85W67R2l1ZKLsIfzYs4l05+bg8rpxU/lZS3UXbyvZE/wFXu+LXNTDaDQAAAABJRU5ErkJggg=="/>
          <p:cNvSpPr>
            <a:spLocks noChangeAspect="1" noChangeArrowheads="1"/>
          </p:cNvSpPr>
          <p:nvPr/>
        </p:nvSpPr>
        <p:spPr bwMode="auto">
          <a:xfrm>
            <a:off x="207436" y="-116412"/>
            <a:ext cx="406400" cy="4064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en-US" sz="1600" dirty="0"/>
          </a:p>
        </p:txBody>
      </p:sp>
      <p:sp>
        <p:nvSpPr>
          <p:cNvPr id="2" name="AutoShape 2" descr="Image result for file"/>
          <p:cNvSpPr>
            <a:spLocks noChangeAspect="1" noChangeArrowheads="1"/>
          </p:cNvSpPr>
          <p:nvPr/>
        </p:nvSpPr>
        <p:spPr bwMode="auto">
          <a:xfrm>
            <a:off x="410635" y="86789"/>
            <a:ext cx="406400" cy="4064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en-US" sz="2400" dirty="0"/>
          </a:p>
        </p:txBody>
      </p:sp>
      <p:sp>
        <p:nvSpPr>
          <p:cNvPr id="6" name="AutoShape 2" descr="Image result for activemq image"/>
          <p:cNvSpPr>
            <a:spLocks noChangeAspect="1" noChangeArrowheads="1"/>
          </p:cNvSpPr>
          <p:nvPr/>
        </p:nvSpPr>
        <p:spPr bwMode="auto">
          <a:xfrm>
            <a:off x="2241826" y="1611018"/>
            <a:ext cx="406400" cy="4064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en-US" sz="2400" dirty="0"/>
          </a:p>
        </p:txBody>
      </p:sp>
      <p:sp>
        <p:nvSpPr>
          <p:cNvPr id="8" name="Rectangle 7">
            <a:extLst>
              <a:ext uri="{FF2B5EF4-FFF2-40B4-BE49-F238E27FC236}">
                <a16:creationId xmlns:a16="http://schemas.microsoft.com/office/drawing/2014/main" id="{7146C491-DBC3-A60F-6EAA-0F9285847D45}"/>
              </a:ext>
            </a:extLst>
          </p:cNvPr>
          <p:cNvSpPr/>
          <p:nvPr/>
        </p:nvSpPr>
        <p:spPr>
          <a:xfrm>
            <a:off x="3951511" y="32683"/>
            <a:ext cx="4191000" cy="400110"/>
          </a:xfrm>
          <a:prstGeom prst="rect">
            <a:avLst/>
          </a:prstGeom>
        </p:spPr>
        <p:style>
          <a:lnRef idx="1">
            <a:schemeClr val="accent4"/>
          </a:lnRef>
          <a:fillRef idx="3">
            <a:schemeClr val="accent4"/>
          </a:fillRef>
          <a:effectRef idx="2">
            <a:schemeClr val="accent4"/>
          </a:effectRef>
          <a:fontRef idx="minor">
            <a:schemeClr val="lt1"/>
          </a:fontRef>
        </p:style>
        <p:txBody>
          <a:bodyPr wrap="square">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2000" dirty="0"/>
              <a:t>What is DevOps? An Easy Explanation</a:t>
            </a:r>
          </a:p>
        </p:txBody>
      </p:sp>
      <p:sp>
        <p:nvSpPr>
          <p:cNvPr id="5" name="Rectangle 4">
            <a:extLst>
              <a:ext uri="{FF2B5EF4-FFF2-40B4-BE49-F238E27FC236}">
                <a16:creationId xmlns:a16="http://schemas.microsoft.com/office/drawing/2014/main" id="{CA1D8170-25C1-4027-0914-6C0B5D61C4CC}"/>
              </a:ext>
            </a:extLst>
          </p:cNvPr>
          <p:cNvSpPr/>
          <p:nvPr/>
        </p:nvSpPr>
        <p:spPr>
          <a:xfrm>
            <a:off x="214608" y="2008580"/>
            <a:ext cx="11832164" cy="3630220"/>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pPr marL="342900" indent="-342900" algn="l">
              <a:buFont typeface="Wingdings" panose="05000000000000000000" pitchFamily="2" charset="2"/>
              <a:buChar char="v"/>
            </a:pPr>
            <a:r>
              <a:rPr lang="en-US" sz="2000" b="1" i="0" dirty="0">
                <a:solidFill>
                  <a:srgbClr val="0D0D0D"/>
                </a:solidFill>
                <a:effectLst/>
                <a:highlight>
                  <a:srgbClr val="FFFFFF"/>
                </a:highlight>
                <a:latin typeface="Söhne"/>
              </a:rPr>
              <a:t>Continuous Integration (CI): </a:t>
            </a:r>
            <a:r>
              <a:rPr lang="en-US" sz="2000" i="0" dirty="0">
                <a:solidFill>
                  <a:srgbClr val="0D0D0D"/>
                </a:solidFill>
                <a:effectLst/>
                <a:highlight>
                  <a:srgbClr val="FFFFFF"/>
                </a:highlight>
                <a:latin typeface="Söhne"/>
              </a:rPr>
              <a:t>Developers frequently merge their code changes into a shared repository, where automated tests ensure everything works correctly.</a:t>
            </a:r>
          </a:p>
          <a:p>
            <a:pPr marL="342900" indent="-342900" algn="l">
              <a:buFont typeface="Wingdings" panose="05000000000000000000" pitchFamily="2" charset="2"/>
              <a:buChar char="v"/>
            </a:pPr>
            <a:endParaRPr lang="en-US" sz="2000" i="0" dirty="0">
              <a:solidFill>
                <a:srgbClr val="0D0D0D"/>
              </a:solidFill>
              <a:effectLst/>
              <a:highlight>
                <a:srgbClr val="FFFFFF"/>
              </a:highlight>
              <a:latin typeface="Söhne"/>
            </a:endParaRPr>
          </a:p>
          <a:p>
            <a:pPr marL="342900" indent="-342900" algn="l">
              <a:buFont typeface="Wingdings" panose="05000000000000000000" pitchFamily="2" charset="2"/>
              <a:buChar char="v"/>
            </a:pPr>
            <a:r>
              <a:rPr lang="en-US" sz="2000" b="1" i="0" dirty="0">
                <a:solidFill>
                  <a:srgbClr val="0D0D0D"/>
                </a:solidFill>
                <a:effectLst/>
                <a:highlight>
                  <a:srgbClr val="FFFFFF"/>
                </a:highlight>
                <a:latin typeface="Söhne"/>
              </a:rPr>
              <a:t>Continuous Delivery (CD): </a:t>
            </a:r>
            <a:r>
              <a:rPr lang="en-US" sz="2000" i="0" dirty="0">
                <a:solidFill>
                  <a:srgbClr val="0D0D0D"/>
                </a:solidFill>
                <a:effectLst/>
                <a:highlight>
                  <a:srgbClr val="FFFFFF"/>
                </a:highlight>
                <a:latin typeface="Söhne"/>
              </a:rPr>
              <a:t>Once the code is tested, it's automatically prepared for release, making it easy to deploy new features quickly.</a:t>
            </a:r>
          </a:p>
          <a:p>
            <a:pPr marL="342900" indent="-342900" algn="l">
              <a:buFont typeface="Wingdings" panose="05000000000000000000" pitchFamily="2" charset="2"/>
              <a:buChar char="v"/>
            </a:pPr>
            <a:endParaRPr lang="en-US" sz="2000" i="0" dirty="0">
              <a:solidFill>
                <a:srgbClr val="0D0D0D"/>
              </a:solidFill>
              <a:effectLst/>
              <a:highlight>
                <a:srgbClr val="FFFFFF"/>
              </a:highlight>
              <a:latin typeface="Söhne"/>
            </a:endParaRPr>
          </a:p>
          <a:p>
            <a:pPr marL="342900" indent="-342900" algn="l">
              <a:buFont typeface="Wingdings" panose="05000000000000000000" pitchFamily="2" charset="2"/>
              <a:buChar char="v"/>
            </a:pPr>
            <a:r>
              <a:rPr lang="en-US" sz="2000" b="1" i="0" dirty="0">
                <a:solidFill>
                  <a:srgbClr val="0D0D0D"/>
                </a:solidFill>
                <a:effectLst/>
                <a:highlight>
                  <a:srgbClr val="FFFFFF"/>
                </a:highlight>
                <a:latin typeface="Söhne"/>
              </a:rPr>
              <a:t>Monitoring and Logging: </a:t>
            </a:r>
            <a:r>
              <a:rPr lang="en-US" sz="2000" i="0" dirty="0">
                <a:solidFill>
                  <a:srgbClr val="0D0D0D"/>
                </a:solidFill>
                <a:effectLst/>
                <a:highlight>
                  <a:srgbClr val="FFFFFF"/>
                </a:highlight>
                <a:latin typeface="Söhne"/>
              </a:rPr>
              <a:t>Keeping an eye on the software in real-time helps teams spot and fix issues before they affect users.</a:t>
            </a:r>
          </a:p>
          <a:p>
            <a:pPr marL="342900" indent="-342900" algn="l">
              <a:buFont typeface="Wingdings" panose="05000000000000000000" pitchFamily="2" charset="2"/>
              <a:buChar char="v"/>
            </a:pPr>
            <a:endParaRPr lang="en-US" sz="2000" i="0" dirty="0">
              <a:solidFill>
                <a:srgbClr val="0D0D0D"/>
              </a:solidFill>
              <a:effectLst/>
              <a:highlight>
                <a:srgbClr val="FFFFFF"/>
              </a:highlight>
              <a:latin typeface="Söhne"/>
            </a:endParaRPr>
          </a:p>
          <a:p>
            <a:pPr marL="342900" indent="-342900" algn="l">
              <a:buFont typeface="Wingdings" panose="05000000000000000000" pitchFamily="2" charset="2"/>
              <a:buChar char="v"/>
            </a:pPr>
            <a:r>
              <a:rPr lang="en-US" sz="2000" b="1" i="0" dirty="0">
                <a:solidFill>
                  <a:srgbClr val="0D0D0D"/>
                </a:solidFill>
                <a:effectLst/>
                <a:highlight>
                  <a:srgbClr val="FFFFFF"/>
                </a:highlight>
                <a:latin typeface="Söhne"/>
              </a:rPr>
              <a:t>Collaboration Tools: </a:t>
            </a:r>
            <a:r>
              <a:rPr lang="en-US" sz="2000" i="0" dirty="0">
                <a:solidFill>
                  <a:srgbClr val="0D0D0D"/>
                </a:solidFill>
                <a:effectLst/>
                <a:highlight>
                  <a:srgbClr val="FFFFFF"/>
                </a:highlight>
                <a:latin typeface="Söhne"/>
              </a:rPr>
              <a:t>Just like a kitchen might use a shared whiteboard to track orders, DevOps uses tools like Slack or Jira to help teams communicate and manage their work.</a:t>
            </a:r>
          </a:p>
        </p:txBody>
      </p:sp>
      <p:sp>
        <p:nvSpPr>
          <p:cNvPr id="9" name="TextBox 8">
            <a:extLst>
              <a:ext uri="{FF2B5EF4-FFF2-40B4-BE49-F238E27FC236}">
                <a16:creationId xmlns:a16="http://schemas.microsoft.com/office/drawing/2014/main" id="{FAA33EEA-7135-C8DD-4970-857E80493E1D}"/>
              </a:ext>
            </a:extLst>
          </p:cNvPr>
          <p:cNvSpPr txBox="1"/>
          <p:nvPr/>
        </p:nvSpPr>
        <p:spPr>
          <a:xfrm>
            <a:off x="214608" y="1447800"/>
            <a:ext cx="3819379" cy="470000"/>
          </a:xfrm>
          <a:prstGeom prst="rect">
            <a:avLst/>
          </a:prstGeom>
          <a:solidFill>
            <a:srgbClr val="C00000"/>
          </a:solidFill>
        </p:spPr>
        <p:txBody>
          <a:bodyPr wrap="none" rtlCol="0">
            <a:spAutoFit/>
          </a:bodyPr>
          <a:lstStyle/>
          <a:p>
            <a:r>
              <a:rPr lang="en-US" dirty="0">
                <a:solidFill>
                  <a:schemeClr val="bg1"/>
                </a:solidFill>
              </a:rPr>
              <a:t>Key Components of DevOps:</a:t>
            </a:r>
          </a:p>
        </p:txBody>
      </p:sp>
    </p:spTree>
    <p:extLst>
      <p:ext uri="{BB962C8B-B14F-4D97-AF65-F5344CB8AC3E}">
        <p14:creationId xmlns:p14="http://schemas.microsoft.com/office/powerpoint/2010/main" val="4075258961"/>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2" descr="data:image/png;base64,iVBORw0KGgoAAAANSUhEUgAAANEAAADxCAMAAABiSKLrAAAAbFBMVEWIiIj////6+vr29vb19fX4+Pj5+fnu7u77+/v39/f9/f3z8/P+/v709PT8/Pyqqqrt7e3v7+/w8PDx8fHy8vK+vr7Q0NCjo6OBgYHY2Njk5OTHx8eNjY3c3NzGxsbn5+eWlpa1tbWcnJx6enob4+f+AAAIqklEQVR4nO3dCZuaOhQGYEZAh0FkX2W1//8/lkVMICeIkRmOPHz22lYg5OVEZLFzJRNrnC+xSGt3nJvQekMUYktnEiM1ouDrjCs/pukLkzoRtpjmNRcloRUFoiS8oo5UvLwsYpEgCaXoHLYiMRJqkRAJt0iEhFwkQMIqCgJRElpRLErCL3r1oxavSJSEWCRIQikyOtGQNPd8CaXICc04FiXhFomQkIsESChFbmhmwiT0opf3eBivMzSjLuORnh49oKxRKxIloayR24oESShFRScSI6EUJaGZCJNwiwhp/skFcpFAlbCLXiehF71MQisSJiEVVYkwqRP9oEpXI1HSXXRuWjo/2jz3f3v8YfjS7871lbU1EiT1IjrAKrvX/2iurzisijkk8OQC5ah7iERIyEUCJOyi10noRU9J490DUpFPRAApniJhFVnzSaOdOF6RKAmlKGhFgiTMohdIyYeIhEh30aV99E9NLo8VXLqn++Q/mIuIREid6DJsv32s91Ityi1hEtJRl5+ESX2NMKUR2ZYoCbNIjIRV5FiiJIyicx7mriVEKnCKfvxadBIloRQ1NTqJkcICpcgPr7rjOPYJZnFNbZVwikw/YHNlXmDi4xW9kU70jSnNqOu/xL4R0aWg3yNMgNHWp0I66i7Dy5PsdXFuApw1Eg8RndfuykLZa4Q/512EPrsIfzYtOmwje43wh4h+1u7KQvm5bk601wh9NlijXYQ+uwh/HqLrZkTXh+h4PDQP8lQ/PvAlSrT2xl0oRHQ5biOXXYQ+uwh/dhH+7CL82bRI3Ua2XKPvtTfuQvneReizi/BnF+HPLsKfTYu0bYQWsd5PfImIDmtv3IVy2EXos4vwZxfhzy7CH0okbyO7CH+2/D46rr1xF8pxF6HPLsKfXYQ/uwh/KJGyjWxatPZwWShEpK69cReKuovQZxfhzy7Cn12EP0SkGduItmHRzFF3P3r63ZHzTl4YdYqsHg/e/YdF2e7xcFRVrba109gMFp2evGhmjzpFVZLcvJVpl7K8hWaVB1liNVNdJh7VZ4Wd7P4aaa5I866lFEnDRHWksC5eVgtH8VWy8PHGTE5V/rr+QqSocTnm9CpTM+SMmRhVVJcPKbPYv5VFcs7x1F3P1eeikl1sXZHGB0lRLH+eSI75ICk6KZ8nctkOkaQN+cNEWjBRIimU0YpkHY4hmxOgqNIMHRaRJo6giLO+dyM/F1nsvpfqWVAv92Eihe0u3bNE+TgR/FkURfWhUHPMIBsguh6N0yKNs7o/EGkVIEpj+XA8fltJ0GzqDxMdQwBka+2gqQ/p9FYkpaNIiEXuje3OddQfg738rFCTcYmME9sdKXntbY1MBOy802JrotJ6bSUiInLia7y2+aZEbXuyxXbn5vXXGQazDs+6xUWGoql2kXU/DDrOssLWNFmZ65oQufeflwvU6PHDdO8ki/0xu/Rb7RVRvZNJgupW7y3bU+T6JLnej97MPLNUhbPIbJEV9U2y/eknHds5lfhfNMo/sb23oRX5LQXWGUmpGdtz3nxEpOiep7eP+5MFUEZJj+0SCnsCVX/CkrZUQFRvQG+8RkNOzHTi5LL0rW6x8YL0bwolGtdolqir0fQxAyQCNrdsVczFmdFS6fXp+4kSecPMEqntrAYkkklTYI288frkYKI+j+XCYtzRUdCIdMV/7mkWTDNmY6AU6bo5C9QknqwSEpFuzAdJUjZFQiJSoFMWfhIDu0ievDjD5ubquEV6AjVet3krU3B/Hvn8cYdDBJxUSlKVaJqmWvENMiXcImEQKcCYi26W1nZaN9SAXXFkcos0JZpxXLeICDpLDnVSBDkDusAtEhGN72p5J78LcMbn9+nudemgiDSlASLF66cC20NKbZ3qCnAnIfKp9gcxiIjVPj8/8mbVCBY9VsNes42C4YgBrgyUJ06NpkRdCuD8yB418pYIOkl2hyuQ2SOkKOMMO4M76vrBB4sG84Cjjrr5Cooeo4TdLwyGbLsC4IKgD93dHY66lUQye7gQxfqgfdcDhr7JeSOtLoL2dOn4KEdX2E+s0hp24j3RaUERsPnLLBmlYPceaYJVBB0Bja85p8ANn3rXgFX02kEqaSGAeywoGs7zjghYdqYoxyp68USCtMDZfX+wqHomav53fkBcWDSYx4NEBpkuAyLj3oSwSDIVsMM6ETVAp/3V/KG2tP/xRPRccI1IW7Comyr8PupE9052bbW/0yLHpX/1T1wRmQuskULa4oqcd/Z1pjLu6li0zqgDP49m5fmo+2NR3z50zFBYczLsBB6Rxx6y8Q5wRoE7LCaylhM5BnTs7cGdmZP1RZzdygeLXOjW9fg94jYXUnjjbBHRcJ5nImVKBA67fFgkL/HzIE4KRW7vM0/i/kQ0WSPHg75KldHdqc+h7pfZ0jKs/GuDM3hvNSLizSEqoroE1Yia7ELf00kIWS/o09z+EmLA6bC3hMh9TwRskDq51x47e4Zzhc73Qt64wyByPOjmUVT6cZZkcQV+0zxNflX05qgD36tSe3MilcCr1FLEe9sPRDYYjmgwD1wjMl1hm4h0ugF43PETVd6wB3RbKES2Pu+2cr9waHFBWESO+8JtyxrkckFYRDa8dxAAoRHNH3hRNTHkUIlsY9Z3TqR6LzcFokScSsKi4TzPRMYske0VT78XJJkJZ8uTzojV6FdEtmNkE9/diqLUzJTpAtmzalQyF6FvI5ETA9+OpraQwTYhwRvQMYqryX6sNn8vq8AynnqoGuXuCY7N/vMR3R7N47DzePR04J+gjJt4rM7V3SzwzbC8FzYtb2Z1jQtDd3nLDOLmD1E9v90++qfT4Lfh5N+cq/508shXb5st6Ll1cWa2RYu2EUo0p6QfkF2EP7sIf3YR/hCRs3ZXFoqzYdEGR92su1D4Q486yzq1D/L0iS85W67R2l1ZKLsIfzYs4l05+bg8rpxU/lZS3UXbyvZE/wFXu+LXNTDaDQAAAABJRU5ErkJggg=="/>
          <p:cNvSpPr>
            <a:spLocks noChangeAspect="1" noChangeArrowheads="1"/>
          </p:cNvSpPr>
          <p:nvPr/>
        </p:nvSpPr>
        <p:spPr bwMode="auto">
          <a:xfrm>
            <a:off x="207436" y="-116412"/>
            <a:ext cx="406400" cy="4064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en-US" sz="1600" dirty="0"/>
          </a:p>
        </p:txBody>
      </p:sp>
      <p:sp>
        <p:nvSpPr>
          <p:cNvPr id="2" name="AutoShape 2" descr="Image result for file"/>
          <p:cNvSpPr>
            <a:spLocks noChangeAspect="1" noChangeArrowheads="1"/>
          </p:cNvSpPr>
          <p:nvPr/>
        </p:nvSpPr>
        <p:spPr bwMode="auto">
          <a:xfrm>
            <a:off x="410635" y="86789"/>
            <a:ext cx="406400" cy="4064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en-US" sz="2400" dirty="0"/>
          </a:p>
        </p:txBody>
      </p:sp>
      <p:sp>
        <p:nvSpPr>
          <p:cNvPr id="6" name="AutoShape 2" descr="Image result for activemq image"/>
          <p:cNvSpPr>
            <a:spLocks noChangeAspect="1" noChangeArrowheads="1"/>
          </p:cNvSpPr>
          <p:nvPr/>
        </p:nvSpPr>
        <p:spPr bwMode="auto">
          <a:xfrm>
            <a:off x="2204174" y="2574238"/>
            <a:ext cx="406400" cy="4064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en-US" sz="2400" dirty="0"/>
          </a:p>
        </p:txBody>
      </p:sp>
      <p:sp>
        <p:nvSpPr>
          <p:cNvPr id="8" name="Rectangle 7">
            <a:extLst>
              <a:ext uri="{FF2B5EF4-FFF2-40B4-BE49-F238E27FC236}">
                <a16:creationId xmlns:a16="http://schemas.microsoft.com/office/drawing/2014/main" id="{7146C491-DBC3-A60F-6EAA-0F9285847D45}"/>
              </a:ext>
            </a:extLst>
          </p:cNvPr>
          <p:cNvSpPr/>
          <p:nvPr/>
        </p:nvSpPr>
        <p:spPr>
          <a:xfrm>
            <a:off x="3951511" y="32683"/>
            <a:ext cx="4191000" cy="400110"/>
          </a:xfrm>
          <a:prstGeom prst="rect">
            <a:avLst/>
          </a:prstGeom>
        </p:spPr>
        <p:style>
          <a:lnRef idx="1">
            <a:schemeClr val="accent4"/>
          </a:lnRef>
          <a:fillRef idx="3">
            <a:schemeClr val="accent4"/>
          </a:fillRef>
          <a:effectRef idx="2">
            <a:schemeClr val="accent4"/>
          </a:effectRef>
          <a:fontRef idx="minor">
            <a:schemeClr val="lt1"/>
          </a:fontRef>
        </p:style>
        <p:txBody>
          <a:bodyPr wrap="square">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2000" dirty="0"/>
              <a:t>What is DevOps? An Easy Explanation</a:t>
            </a:r>
          </a:p>
        </p:txBody>
      </p:sp>
      <p:sp>
        <p:nvSpPr>
          <p:cNvPr id="5" name="Rectangle 4">
            <a:extLst>
              <a:ext uri="{FF2B5EF4-FFF2-40B4-BE49-F238E27FC236}">
                <a16:creationId xmlns:a16="http://schemas.microsoft.com/office/drawing/2014/main" id="{CA1D8170-25C1-4027-0914-6C0B5D61C4CC}"/>
              </a:ext>
            </a:extLst>
          </p:cNvPr>
          <p:cNvSpPr/>
          <p:nvPr/>
        </p:nvSpPr>
        <p:spPr>
          <a:xfrm>
            <a:off x="176956" y="2971800"/>
            <a:ext cx="11832164" cy="1649020"/>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pPr algn="l"/>
            <a:r>
              <a:rPr lang="en-US" sz="2400" b="0" i="0" dirty="0">
                <a:solidFill>
                  <a:srgbClr val="FF0000"/>
                </a:solidFill>
                <a:effectLst/>
                <a:highlight>
                  <a:srgbClr val="FFFFFF"/>
                </a:highlight>
                <a:latin typeface="Söhne"/>
              </a:rPr>
              <a:t>DevOps</a:t>
            </a:r>
            <a:r>
              <a:rPr lang="en-US" sz="2400" b="0" i="0" dirty="0">
                <a:solidFill>
                  <a:srgbClr val="0D0D0D"/>
                </a:solidFill>
                <a:effectLst/>
                <a:highlight>
                  <a:srgbClr val="FFFFFF"/>
                </a:highlight>
                <a:latin typeface="Söhne"/>
              </a:rPr>
              <a:t> is all about making the process of developing and delivering software more efficient and reliable. By fostering better collaboration between development and operations teams, automating repetitive tasks, and continuously monitoring and improving the process, </a:t>
            </a:r>
            <a:r>
              <a:rPr lang="en-US" sz="2400" b="0" i="0" dirty="0">
                <a:solidFill>
                  <a:srgbClr val="FF0000"/>
                </a:solidFill>
                <a:effectLst/>
                <a:highlight>
                  <a:srgbClr val="FFFFFF"/>
                </a:highlight>
                <a:latin typeface="Söhne"/>
              </a:rPr>
              <a:t>DevOps</a:t>
            </a:r>
            <a:r>
              <a:rPr lang="en-US" sz="2400" b="0" i="0" dirty="0">
                <a:solidFill>
                  <a:srgbClr val="0D0D0D"/>
                </a:solidFill>
                <a:effectLst/>
                <a:highlight>
                  <a:srgbClr val="FFFFFF"/>
                </a:highlight>
                <a:latin typeface="Söhne"/>
              </a:rPr>
              <a:t> ensures that users get better software faster and more reliably.</a:t>
            </a:r>
            <a:endParaRPr lang="en-US" sz="3600" b="0" i="0" dirty="0">
              <a:solidFill>
                <a:srgbClr val="0D0D0D"/>
              </a:solidFill>
              <a:effectLst/>
              <a:highlight>
                <a:srgbClr val="FFFFFF"/>
              </a:highlight>
              <a:latin typeface="Söhne"/>
            </a:endParaRPr>
          </a:p>
        </p:txBody>
      </p:sp>
      <p:sp>
        <p:nvSpPr>
          <p:cNvPr id="9" name="TextBox 8">
            <a:extLst>
              <a:ext uri="{FF2B5EF4-FFF2-40B4-BE49-F238E27FC236}">
                <a16:creationId xmlns:a16="http://schemas.microsoft.com/office/drawing/2014/main" id="{FAA33EEA-7135-C8DD-4970-857E80493E1D}"/>
              </a:ext>
            </a:extLst>
          </p:cNvPr>
          <p:cNvSpPr txBox="1"/>
          <p:nvPr/>
        </p:nvSpPr>
        <p:spPr>
          <a:xfrm>
            <a:off x="176956" y="2411020"/>
            <a:ext cx="1606530" cy="470000"/>
          </a:xfrm>
          <a:prstGeom prst="rect">
            <a:avLst/>
          </a:prstGeom>
          <a:solidFill>
            <a:srgbClr val="C00000"/>
          </a:solidFill>
        </p:spPr>
        <p:txBody>
          <a:bodyPr wrap="none" rtlCol="0">
            <a:spAutoFit/>
          </a:bodyPr>
          <a:lstStyle/>
          <a:p>
            <a:r>
              <a:rPr lang="en-US" b="1" dirty="0">
                <a:solidFill>
                  <a:schemeClr val="bg1"/>
                </a:solidFill>
              </a:rPr>
              <a:t>Conclusion</a:t>
            </a:r>
          </a:p>
        </p:txBody>
      </p:sp>
    </p:spTree>
    <p:extLst>
      <p:ext uri="{BB962C8B-B14F-4D97-AF65-F5344CB8AC3E}">
        <p14:creationId xmlns:p14="http://schemas.microsoft.com/office/powerpoint/2010/main" val="235842582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93344</TotalTime>
  <Words>803</Words>
  <Application>Microsoft Office PowerPoint</Application>
  <PresentationFormat>Widescreen</PresentationFormat>
  <Paragraphs>68</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Söhne</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Ramesh</dc:creator>
  <cp:lastModifiedBy>Ramesh N</cp:lastModifiedBy>
  <cp:revision>10038</cp:revision>
  <dcterms:created xsi:type="dcterms:W3CDTF">2006-08-16T00:00:00Z</dcterms:created>
  <dcterms:modified xsi:type="dcterms:W3CDTF">2024-06-07T09:00:06Z</dcterms:modified>
</cp:coreProperties>
</file>