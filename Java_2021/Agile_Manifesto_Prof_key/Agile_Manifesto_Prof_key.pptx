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1"/>
  </p:notesMasterIdLst>
  <p:sldIdLst>
    <p:sldId id="472" r:id="rId2"/>
    <p:sldId id="473" r:id="rId3"/>
    <p:sldId id="474" r:id="rId4"/>
    <p:sldId id="475" r:id="rId5"/>
    <p:sldId id="476" r:id="rId6"/>
    <p:sldId id="477" r:id="rId7"/>
    <p:sldId id="478" r:id="rId8"/>
    <p:sldId id="479" r:id="rId9"/>
    <p:sldId id="480" r:id="rId10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23D05-642A-47CF-AE4E-151AE71E05DF}" type="doc">
      <dgm:prSet loTypeId="urn:microsoft.com/office/officeart/2005/8/layout/default" loCatId="list" qsTypeId="urn:microsoft.com/office/officeart/2005/8/quickstyle/3d5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D6DBA6-953B-4D7C-B07C-370918FB10A5}">
      <dgm:prSet phldrT="[Text]"/>
      <dgm:spPr/>
      <dgm:t>
        <a:bodyPr/>
        <a:lstStyle/>
        <a:p>
          <a:r>
            <a:rPr lang="en-US" b="1" i="0" dirty="0"/>
            <a:t>Iterative Development</a:t>
          </a:r>
          <a:endParaRPr lang="en-US" dirty="0"/>
        </a:p>
      </dgm:t>
    </dgm:pt>
    <dgm:pt modelId="{D03ED686-BFC7-4B81-9FB3-5B5678975F34}" type="parTrans" cxnId="{AF49A6EA-861E-4260-901A-4C70B6E567D1}">
      <dgm:prSet/>
      <dgm:spPr/>
      <dgm:t>
        <a:bodyPr/>
        <a:lstStyle/>
        <a:p>
          <a:endParaRPr lang="en-US"/>
        </a:p>
      </dgm:t>
    </dgm:pt>
    <dgm:pt modelId="{A3BB729E-0280-4900-B403-C24AC6431D5A}" type="sibTrans" cxnId="{AF49A6EA-861E-4260-901A-4C70B6E567D1}">
      <dgm:prSet/>
      <dgm:spPr/>
      <dgm:t>
        <a:bodyPr/>
        <a:lstStyle/>
        <a:p>
          <a:endParaRPr lang="en-US"/>
        </a:p>
      </dgm:t>
    </dgm:pt>
    <dgm:pt modelId="{F4EF2BEE-53B2-4F79-A508-E323CD524D3B}">
      <dgm:prSet phldrT="[Text]"/>
      <dgm:spPr/>
      <dgm:t>
        <a:bodyPr/>
        <a:lstStyle/>
        <a:p>
          <a:r>
            <a:rPr lang="en-US" b="1" i="0" dirty="0"/>
            <a:t>Focus on Value</a:t>
          </a:r>
          <a:endParaRPr lang="en-US" dirty="0"/>
        </a:p>
      </dgm:t>
    </dgm:pt>
    <dgm:pt modelId="{3BD34E9F-C437-4638-BEFA-4C2513F4EA02}" type="parTrans" cxnId="{6FF2175C-2E43-4BEF-B1A5-129A7CBD4069}">
      <dgm:prSet/>
      <dgm:spPr/>
      <dgm:t>
        <a:bodyPr/>
        <a:lstStyle/>
        <a:p>
          <a:endParaRPr lang="en-US"/>
        </a:p>
      </dgm:t>
    </dgm:pt>
    <dgm:pt modelId="{71130F41-D542-4E45-AD28-A8182B9DA070}" type="sibTrans" cxnId="{6FF2175C-2E43-4BEF-B1A5-129A7CBD4069}">
      <dgm:prSet/>
      <dgm:spPr/>
      <dgm:t>
        <a:bodyPr/>
        <a:lstStyle/>
        <a:p>
          <a:endParaRPr lang="en-US"/>
        </a:p>
      </dgm:t>
    </dgm:pt>
    <dgm:pt modelId="{BD548E96-FED3-41C5-9D7B-E7B04E2AA6BA}">
      <dgm:prSet phldrT="[Text]"/>
      <dgm:spPr/>
      <dgm:t>
        <a:bodyPr/>
        <a:lstStyle/>
        <a:p>
          <a:r>
            <a:rPr lang="en-US" b="1" i="0" dirty="0"/>
            <a:t>Customer Collaboration</a:t>
          </a:r>
          <a:endParaRPr lang="en-US" dirty="0"/>
        </a:p>
      </dgm:t>
    </dgm:pt>
    <dgm:pt modelId="{43FA74DA-0A0D-4918-9329-6E46397C257F}" type="parTrans" cxnId="{9E150E01-0DE9-42E9-AF8C-11D7A5803F2C}">
      <dgm:prSet/>
      <dgm:spPr/>
      <dgm:t>
        <a:bodyPr/>
        <a:lstStyle/>
        <a:p>
          <a:endParaRPr lang="en-US"/>
        </a:p>
      </dgm:t>
    </dgm:pt>
    <dgm:pt modelId="{6902861A-C607-47D4-BDEC-1584471145BA}" type="sibTrans" cxnId="{9E150E01-0DE9-42E9-AF8C-11D7A5803F2C}">
      <dgm:prSet/>
      <dgm:spPr/>
      <dgm:t>
        <a:bodyPr/>
        <a:lstStyle/>
        <a:p>
          <a:endParaRPr lang="en-US"/>
        </a:p>
      </dgm:t>
    </dgm:pt>
    <dgm:pt modelId="{61E730B5-2749-4BE5-842C-EB757FB22B74}">
      <dgm:prSet phldrT="[Text]"/>
      <dgm:spPr/>
      <dgm:t>
        <a:bodyPr/>
        <a:lstStyle/>
        <a:p>
          <a:r>
            <a:rPr lang="en-US" b="1" i="0" dirty="0"/>
            <a:t>Embrace Change</a:t>
          </a:r>
          <a:endParaRPr lang="en-US" dirty="0"/>
        </a:p>
      </dgm:t>
    </dgm:pt>
    <dgm:pt modelId="{C5C383A6-CCC2-45F3-A58D-563B3B2CFDF5}" type="parTrans" cxnId="{F82C3EB3-7188-4A3D-AA93-933A485ACC91}">
      <dgm:prSet/>
      <dgm:spPr/>
      <dgm:t>
        <a:bodyPr/>
        <a:lstStyle/>
        <a:p>
          <a:endParaRPr lang="en-US"/>
        </a:p>
      </dgm:t>
    </dgm:pt>
    <dgm:pt modelId="{5856CA1F-CF8D-4331-963F-9B5A0C95DEF7}" type="sibTrans" cxnId="{F82C3EB3-7188-4A3D-AA93-933A485ACC91}">
      <dgm:prSet/>
      <dgm:spPr/>
      <dgm:t>
        <a:bodyPr/>
        <a:lstStyle/>
        <a:p>
          <a:endParaRPr lang="en-US"/>
        </a:p>
      </dgm:t>
    </dgm:pt>
    <dgm:pt modelId="{1F5FDEAC-7CE7-4A3D-98BD-67E746A90F9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E7463143-0462-4E0E-ABAB-972B986EC206}" type="parTrans" cxnId="{67D813DF-55E8-4263-B19B-7D20DC81B403}">
      <dgm:prSet/>
      <dgm:spPr/>
      <dgm:t>
        <a:bodyPr/>
        <a:lstStyle/>
        <a:p>
          <a:endParaRPr lang="en-US"/>
        </a:p>
      </dgm:t>
    </dgm:pt>
    <dgm:pt modelId="{F04297D3-92AE-4A45-9809-2CD38B49566A}" type="sibTrans" cxnId="{67D813DF-55E8-4263-B19B-7D20DC81B403}">
      <dgm:prSet/>
      <dgm:spPr/>
      <dgm:t>
        <a:bodyPr/>
        <a:lstStyle/>
        <a:p>
          <a:endParaRPr lang="en-US"/>
        </a:p>
      </dgm:t>
    </dgm:pt>
    <dgm:pt modelId="{D146FD4F-CC3E-4D5C-B86F-381CBDD2119E}" type="pres">
      <dgm:prSet presAssocID="{EE223D05-642A-47CF-AE4E-151AE71E05DF}" presName="diagram" presStyleCnt="0">
        <dgm:presLayoutVars>
          <dgm:dir/>
          <dgm:resizeHandles val="exact"/>
        </dgm:presLayoutVars>
      </dgm:prSet>
      <dgm:spPr/>
    </dgm:pt>
    <dgm:pt modelId="{3111F6F7-0116-4BD4-93B1-C613F9AA38AB}" type="pres">
      <dgm:prSet presAssocID="{B3D6DBA6-953B-4D7C-B07C-370918FB10A5}" presName="node" presStyleLbl="node1" presStyleIdx="0" presStyleCnt="5">
        <dgm:presLayoutVars>
          <dgm:bulletEnabled val="1"/>
        </dgm:presLayoutVars>
      </dgm:prSet>
      <dgm:spPr/>
    </dgm:pt>
    <dgm:pt modelId="{24D679C7-06A1-4226-86B1-B0CCB4806775}" type="pres">
      <dgm:prSet presAssocID="{A3BB729E-0280-4900-B403-C24AC6431D5A}" presName="sibTrans" presStyleCnt="0"/>
      <dgm:spPr/>
    </dgm:pt>
    <dgm:pt modelId="{CC7752AC-75F6-4A5F-8362-CEABA82B79B4}" type="pres">
      <dgm:prSet presAssocID="{F4EF2BEE-53B2-4F79-A508-E323CD524D3B}" presName="node" presStyleLbl="node1" presStyleIdx="1" presStyleCnt="5">
        <dgm:presLayoutVars>
          <dgm:bulletEnabled val="1"/>
        </dgm:presLayoutVars>
      </dgm:prSet>
      <dgm:spPr/>
    </dgm:pt>
    <dgm:pt modelId="{3395E602-89EA-4666-A541-4C6C77397624}" type="pres">
      <dgm:prSet presAssocID="{71130F41-D542-4E45-AD28-A8182B9DA070}" presName="sibTrans" presStyleCnt="0"/>
      <dgm:spPr/>
    </dgm:pt>
    <dgm:pt modelId="{68C998FC-25F3-4C0E-8C4B-4CFC7A22766B}" type="pres">
      <dgm:prSet presAssocID="{BD548E96-FED3-41C5-9D7B-E7B04E2AA6BA}" presName="node" presStyleLbl="node1" presStyleIdx="2" presStyleCnt="5">
        <dgm:presLayoutVars>
          <dgm:bulletEnabled val="1"/>
        </dgm:presLayoutVars>
      </dgm:prSet>
      <dgm:spPr/>
    </dgm:pt>
    <dgm:pt modelId="{3D06945C-B026-4B7C-8502-1D72CB53AE4F}" type="pres">
      <dgm:prSet presAssocID="{6902861A-C607-47D4-BDEC-1584471145BA}" presName="sibTrans" presStyleCnt="0"/>
      <dgm:spPr/>
    </dgm:pt>
    <dgm:pt modelId="{5113B5D1-4FC0-4A68-BFE6-76E4B34C99B6}" type="pres">
      <dgm:prSet presAssocID="{61E730B5-2749-4BE5-842C-EB757FB22B74}" presName="node" presStyleLbl="node1" presStyleIdx="3" presStyleCnt="5">
        <dgm:presLayoutVars>
          <dgm:bulletEnabled val="1"/>
        </dgm:presLayoutVars>
      </dgm:prSet>
      <dgm:spPr/>
    </dgm:pt>
    <dgm:pt modelId="{D4207C7F-DFBA-4CF5-A7CE-C291E1ECAE82}" type="pres">
      <dgm:prSet presAssocID="{5856CA1F-CF8D-4331-963F-9B5A0C95DEF7}" presName="sibTrans" presStyleCnt="0"/>
      <dgm:spPr/>
    </dgm:pt>
    <dgm:pt modelId="{EC35A8B1-0F1B-4DB6-B5BC-C3D0EE2E4FEA}" type="pres">
      <dgm:prSet presAssocID="{1F5FDEAC-7CE7-4A3D-98BD-67E746A90F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E150E01-0DE9-42E9-AF8C-11D7A5803F2C}" srcId="{EE223D05-642A-47CF-AE4E-151AE71E05DF}" destId="{BD548E96-FED3-41C5-9D7B-E7B04E2AA6BA}" srcOrd="2" destOrd="0" parTransId="{43FA74DA-0A0D-4918-9329-6E46397C257F}" sibTransId="{6902861A-C607-47D4-BDEC-1584471145BA}"/>
    <dgm:cxn modelId="{37D91510-6F49-498F-AF1C-5271A248E237}" type="presOf" srcId="{F4EF2BEE-53B2-4F79-A508-E323CD524D3B}" destId="{CC7752AC-75F6-4A5F-8362-CEABA82B79B4}" srcOrd="0" destOrd="0" presId="urn:microsoft.com/office/officeart/2005/8/layout/default"/>
    <dgm:cxn modelId="{27C3292F-B712-4AF9-94FD-17BF5346AF73}" type="presOf" srcId="{61E730B5-2749-4BE5-842C-EB757FB22B74}" destId="{5113B5D1-4FC0-4A68-BFE6-76E4B34C99B6}" srcOrd="0" destOrd="0" presId="urn:microsoft.com/office/officeart/2005/8/layout/default"/>
    <dgm:cxn modelId="{6FF2175C-2E43-4BEF-B1A5-129A7CBD4069}" srcId="{EE223D05-642A-47CF-AE4E-151AE71E05DF}" destId="{F4EF2BEE-53B2-4F79-A508-E323CD524D3B}" srcOrd="1" destOrd="0" parTransId="{3BD34E9F-C437-4638-BEFA-4C2513F4EA02}" sibTransId="{71130F41-D542-4E45-AD28-A8182B9DA070}"/>
    <dgm:cxn modelId="{381AB142-4C50-4409-9668-F898E84CC1A0}" type="presOf" srcId="{1F5FDEAC-7CE7-4A3D-98BD-67E746A90F9D}" destId="{EC35A8B1-0F1B-4DB6-B5BC-C3D0EE2E4FEA}" srcOrd="0" destOrd="0" presId="urn:microsoft.com/office/officeart/2005/8/layout/default"/>
    <dgm:cxn modelId="{AFA2D752-956C-4C5F-ABAC-98F42DFD4B0A}" type="presOf" srcId="{EE223D05-642A-47CF-AE4E-151AE71E05DF}" destId="{D146FD4F-CC3E-4D5C-B86F-381CBDD2119E}" srcOrd="0" destOrd="0" presId="urn:microsoft.com/office/officeart/2005/8/layout/default"/>
    <dgm:cxn modelId="{F82C3EB3-7188-4A3D-AA93-933A485ACC91}" srcId="{EE223D05-642A-47CF-AE4E-151AE71E05DF}" destId="{61E730B5-2749-4BE5-842C-EB757FB22B74}" srcOrd="3" destOrd="0" parTransId="{C5C383A6-CCC2-45F3-A58D-563B3B2CFDF5}" sibTransId="{5856CA1F-CF8D-4331-963F-9B5A0C95DEF7}"/>
    <dgm:cxn modelId="{E20B89CB-5C94-42CB-8478-11F97EC1EBAC}" type="presOf" srcId="{BD548E96-FED3-41C5-9D7B-E7B04E2AA6BA}" destId="{68C998FC-25F3-4C0E-8C4B-4CFC7A22766B}" srcOrd="0" destOrd="0" presId="urn:microsoft.com/office/officeart/2005/8/layout/default"/>
    <dgm:cxn modelId="{67D813DF-55E8-4263-B19B-7D20DC81B403}" srcId="{EE223D05-642A-47CF-AE4E-151AE71E05DF}" destId="{1F5FDEAC-7CE7-4A3D-98BD-67E746A90F9D}" srcOrd="4" destOrd="0" parTransId="{E7463143-0462-4E0E-ABAB-972B986EC206}" sibTransId="{F04297D3-92AE-4A45-9809-2CD38B49566A}"/>
    <dgm:cxn modelId="{AF49A6EA-861E-4260-901A-4C70B6E567D1}" srcId="{EE223D05-642A-47CF-AE4E-151AE71E05DF}" destId="{B3D6DBA6-953B-4D7C-B07C-370918FB10A5}" srcOrd="0" destOrd="0" parTransId="{D03ED686-BFC7-4B81-9FB3-5B5678975F34}" sibTransId="{A3BB729E-0280-4900-B403-C24AC6431D5A}"/>
    <dgm:cxn modelId="{560FD4F8-66ED-4352-ADF3-2CFBFC1C0622}" type="presOf" srcId="{B3D6DBA6-953B-4D7C-B07C-370918FB10A5}" destId="{3111F6F7-0116-4BD4-93B1-C613F9AA38AB}" srcOrd="0" destOrd="0" presId="urn:microsoft.com/office/officeart/2005/8/layout/default"/>
    <dgm:cxn modelId="{38B3F811-ACE0-41A8-B65F-61041A169FC7}" type="presParOf" srcId="{D146FD4F-CC3E-4D5C-B86F-381CBDD2119E}" destId="{3111F6F7-0116-4BD4-93B1-C613F9AA38AB}" srcOrd="0" destOrd="0" presId="urn:microsoft.com/office/officeart/2005/8/layout/default"/>
    <dgm:cxn modelId="{18683748-99D7-4158-8D77-86B34950EBDE}" type="presParOf" srcId="{D146FD4F-CC3E-4D5C-B86F-381CBDD2119E}" destId="{24D679C7-06A1-4226-86B1-B0CCB4806775}" srcOrd="1" destOrd="0" presId="urn:microsoft.com/office/officeart/2005/8/layout/default"/>
    <dgm:cxn modelId="{9C86D0AF-E34A-498A-A1CC-6CFF5C95E366}" type="presParOf" srcId="{D146FD4F-CC3E-4D5C-B86F-381CBDD2119E}" destId="{CC7752AC-75F6-4A5F-8362-CEABA82B79B4}" srcOrd="2" destOrd="0" presId="urn:microsoft.com/office/officeart/2005/8/layout/default"/>
    <dgm:cxn modelId="{073C9681-A603-4DC9-A905-93B24877FD25}" type="presParOf" srcId="{D146FD4F-CC3E-4D5C-B86F-381CBDD2119E}" destId="{3395E602-89EA-4666-A541-4C6C77397624}" srcOrd="3" destOrd="0" presId="urn:microsoft.com/office/officeart/2005/8/layout/default"/>
    <dgm:cxn modelId="{B5E5EDCD-6166-4C6D-A657-6A9AD39A4202}" type="presParOf" srcId="{D146FD4F-CC3E-4D5C-B86F-381CBDD2119E}" destId="{68C998FC-25F3-4C0E-8C4B-4CFC7A22766B}" srcOrd="4" destOrd="0" presId="urn:microsoft.com/office/officeart/2005/8/layout/default"/>
    <dgm:cxn modelId="{89783DBC-CBC1-46B2-A53D-8071B56283A5}" type="presParOf" srcId="{D146FD4F-CC3E-4D5C-B86F-381CBDD2119E}" destId="{3D06945C-B026-4B7C-8502-1D72CB53AE4F}" srcOrd="5" destOrd="0" presId="urn:microsoft.com/office/officeart/2005/8/layout/default"/>
    <dgm:cxn modelId="{BF0ADD10-D8D0-4C88-858D-1EB8973338F1}" type="presParOf" srcId="{D146FD4F-CC3E-4D5C-B86F-381CBDD2119E}" destId="{5113B5D1-4FC0-4A68-BFE6-76E4B34C99B6}" srcOrd="6" destOrd="0" presId="urn:microsoft.com/office/officeart/2005/8/layout/default"/>
    <dgm:cxn modelId="{029089CE-8415-4AB9-927D-A8EC8C5DAE20}" type="presParOf" srcId="{D146FD4F-CC3E-4D5C-B86F-381CBDD2119E}" destId="{D4207C7F-DFBA-4CF5-A7CE-C291E1ECAE82}" srcOrd="7" destOrd="0" presId="urn:microsoft.com/office/officeart/2005/8/layout/default"/>
    <dgm:cxn modelId="{84725714-E1A3-4508-82DB-34F360AEC1D3}" type="presParOf" srcId="{D146FD4F-CC3E-4D5C-B86F-381CBDD2119E}" destId="{EC35A8B1-0F1B-4DB6-B5BC-C3D0EE2E4F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223D05-642A-47CF-AE4E-151AE71E05DF}" type="doc">
      <dgm:prSet loTypeId="urn:microsoft.com/office/officeart/2005/8/layout/default" loCatId="list" qsTypeId="urn:microsoft.com/office/officeart/2005/8/quickstyle/3d5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D6DBA6-953B-4D7C-B07C-370918FB10A5}">
      <dgm:prSet phldrT="[Text]"/>
      <dgm:spPr/>
      <dgm:t>
        <a:bodyPr/>
        <a:lstStyle/>
        <a:p>
          <a:r>
            <a:rPr lang="en-US" b="1" i="0" dirty="0"/>
            <a:t>Iterative Development</a:t>
          </a:r>
          <a:endParaRPr lang="en-US" dirty="0"/>
        </a:p>
      </dgm:t>
    </dgm:pt>
    <dgm:pt modelId="{D03ED686-BFC7-4B81-9FB3-5B5678975F34}" type="parTrans" cxnId="{AF49A6EA-861E-4260-901A-4C70B6E567D1}">
      <dgm:prSet/>
      <dgm:spPr/>
      <dgm:t>
        <a:bodyPr/>
        <a:lstStyle/>
        <a:p>
          <a:endParaRPr lang="en-US"/>
        </a:p>
      </dgm:t>
    </dgm:pt>
    <dgm:pt modelId="{A3BB729E-0280-4900-B403-C24AC6431D5A}" type="sibTrans" cxnId="{AF49A6EA-861E-4260-901A-4C70B6E567D1}">
      <dgm:prSet/>
      <dgm:spPr/>
      <dgm:t>
        <a:bodyPr/>
        <a:lstStyle/>
        <a:p>
          <a:endParaRPr lang="en-US"/>
        </a:p>
      </dgm:t>
    </dgm:pt>
    <dgm:pt modelId="{F4EF2BEE-53B2-4F79-A508-E323CD524D3B}">
      <dgm:prSet phldrT="[Text]"/>
      <dgm:spPr/>
      <dgm:t>
        <a:bodyPr/>
        <a:lstStyle/>
        <a:p>
          <a:r>
            <a:rPr lang="en-US" b="1" i="0" dirty="0"/>
            <a:t>Focus on Value</a:t>
          </a:r>
          <a:endParaRPr lang="en-US" dirty="0"/>
        </a:p>
      </dgm:t>
    </dgm:pt>
    <dgm:pt modelId="{3BD34E9F-C437-4638-BEFA-4C2513F4EA02}" type="parTrans" cxnId="{6FF2175C-2E43-4BEF-B1A5-129A7CBD4069}">
      <dgm:prSet/>
      <dgm:spPr/>
      <dgm:t>
        <a:bodyPr/>
        <a:lstStyle/>
        <a:p>
          <a:endParaRPr lang="en-US"/>
        </a:p>
      </dgm:t>
    </dgm:pt>
    <dgm:pt modelId="{71130F41-D542-4E45-AD28-A8182B9DA070}" type="sibTrans" cxnId="{6FF2175C-2E43-4BEF-B1A5-129A7CBD4069}">
      <dgm:prSet/>
      <dgm:spPr/>
      <dgm:t>
        <a:bodyPr/>
        <a:lstStyle/>
        <a:p>
          <a:endParaRPr lang="en-US"/>
        </a:p>
      </dgm:t>
    </dgm:pt>
    <dgm:pt modelId="{BD548E96-FED3-41C5-9D7B-E7B04E2AA6BA}">
      <dgm:prSet phldrT="[Text]"/>
      <dgm:spPr/>
      <dgm:t>
        <a:bodyPr/>
        <a:lstStyle/>
        <a:p>
          <a:r>
            <a:rPr lang="en-US" b="1" i="0" dirty="0"/>
            <a:t>Customer Collaboration</a:t>
          </a:r>
          <a:endParaRPr lang="en-US" dirty="0"/>
        </a:p>
      </dgm:t>
    </dgm:pt>
    <dgm:pt modelId="{43FA74DA-0A0D-4918-9329-6E46397C257F}" type="parTrans" cxnId="{9E150E01-0DE9-42E9-AF8C-11D7A5803F2C}">
      <dgm:prSet/>
      <dgm:spPr/>
      <dgm:t>
        <a:bodyPr/>
        <a:lstStyle/>
        <a:p>
          <a:endParaRPr lang="en-US"/>
        </a:p>
      </dgm:t>
    </dgm:pt>
    <dgm:pt modelId="{6902861A-C607-47D4-BDEC-1584471145BA}" type="sibTrans" cxnId="{9E150E01-0DE9-42E9-AF8C-11D7A5803F2C}">
      <dgm:prSet/>
      <dgm:spPr/>
      <dgm:t>
        <a:bodyPr/>
        <a:lstStyle/>
        <a:p>
          <a:endParaRPr lang="en-US"/>
        </a:p>
      </dgm:t>
    </dgm:pt>
    <dgm:pt modelId="{61E730B5-2749-4BE5-842C-EB757FB22B74}">
      <dgm:prSet phldrT="[Text]"/>
      <dgm:spPr/>
      <dgm:t>
        <a:bodyPr/>
        <a:lstStyle/>
        <a:p>
          <a:r>
            <a:rPr lang="en-US" b="1" i="0" dirty="0"/>
            <a:t>Embrace Change</a:t>
          </a:r>
          <a:endParaRPr lang="en-US" dirty="0"/>
        </a:p>
      </dgm:t>
    </dgm:pt>
    <dgm:pt modelId="{C5C383A6-CCC2-45F3-A58D-563B3B2CFDF5}" type="parTrans" cxnId="{F82C3EB3-7188-4A3D-AA93-933A485ACC91}">
      <dgm:prSet/>
      <dgm:spPr/>
      <dgm:t>
        <a:bodyPr/>
        <a:lstStyle/>
        <a:p>
          <a:endParaRPr lang="en-US"/>
        </a:p>
      </dgm:t>
    </dgm:pt>
    <dgm:pt modelId="{5856CA1F-CF8D-4331-963F-9B5A0C95DEF7}" type="sibTrans" cxnId="{F82C3EB3-7188-4A3D-AA93-933A485ACC91}">
      <dgm:prSet/>
      <dgm:spPr/>
      <dgm:t>
        <a:bodyPr/>
        <a:lstStyle/>
        <a:p>
          <a:endParaRPr lang="en-US"/>
        </a:p>
      </dgm:t>
    </dgm:pt>
    <dgm:pt modelId="{1F5FDEAC-7CE7-4A3D-98BD-67E746A90F9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E7463143-0462-4E0E-ABAB-972B986EC206}" type="parTrans" cxnId="{67D813DF-55E8-4263-B19B-7D20DC81B403}">
      <dgm:prSet/>
      <dgm:spPr/>
      <dgm:t>
        <a:bodyPr/>
        <a:lstStyle/>
        <a:p>
          <a:endParaRPr lang="en-US"/>
        </a:p>
      </dgm:t>
    </dgm:pt>
    <dgm:pt modelId="{F04297D3-92AE-4A45-9809-2CD38B49566A}" type="sibTrans" cxnId="{67D813DF-55E8-4263-B19B-7D20DC81B403}">
      <dgm:prSet/>
      <dgm:spPr/>
      <dgm:t>
        <a:bodyPr/>
        <a:lstStyle/>
        <a:p>
          <a:endParaRPr lang="en-US"/>
        </a:p>
      </dgm:t>
    </dgm:pt>
    <dgm:pt modelId="{D146FD4F-CC3E-4D5C-B86F-381CBDD2119E}" type="pres">
      <dgm:prSet presAssocID="{EE223D05-642A-47CF-AE4E-151AE71E05DF}" presName="diagram" presStyleCnt="0">
        <dgm:presLayoutVars>
          <dgm:dir/>
          <dgm:resizeHandles val="exact"/>
        </dgm:presLayoutVars>
      </dgm:prSet>
      <dgm:spPr/>
    </dgm:pt>
    <dgm:pt modelId="{3111F6F7-0116-4BD4-93B1-C613F9AA38AB}" type="pres">
      <dgm:prSet presAssocID="{B3D6DBA6-953B-4D7C-B07C-370918FB10A5}" presName="node" presStyleLbl="node1" presStyleIdx="0" presStyleCnt="5">
        <dgm:presLayoutVars>
          <dgm:bulletEnabled val="1"/>
        </dgm:presLayoutVars>
      </dgm:prSet>
      <dgm:spPr/>
    </dgm:pt>
    <dgm:pt modelId="{24D679C7-06A1-4226-86B1-B0CCB4806775}" type="pres">
      <dgm:prSet presAssocID="{A3BB729E-0280-4900-B403-C24AC6431D5A}" presName="sibTrans" presStyleCnt="0"/>
      <dgm:spPr/>
    </dgm:pt>
    <dgm:pt modelId="{CC7752AC-75F6-4A5F-8362-CEABA82B79B4}" type="pres">
      <dgm:prSet presAssocID="{F4EF2BEE-53B2-4F79-A508-E323CD524D3B}" presName="node" presStyleLbl="node1" presStyleIdx="1" presStyleCnt="5">
        <dgm:presLayoutVars>
          <dgm:bulletEnabled val="1"/>
        </dgm:presLayoutVars>
      </dgm:prSet>
      <dgm:spPr/>
    </dgm:pt>
    <dgm:pt modelId="{3395E602-89EA-4666-A541-4C6C77397624}" type="pres">
      <dgm:prSet presAssocID="{71130F41-D542-4E45-AD28-A8182B9DA070}" presName="sibTrans" presStyleCnt="0"/>
      <dgm:spPr/>
    </dgm:pt>
    <dgm:pt modelId="{68C998FC-25F3-4C0E-8C4B-4CFC7A22766B}" type="pres">
      <dgm:prSet presAssocID="{BD548E96-FED3-41C5-9D7B-E7B04E2AA6BA}" presName="node" presStyleLbl="node1" presStyleIdx="2" presStyleCnt="5">
        <dgm:presLayoutVars>
          <dgm:bulletEnabled val="1"/>
        </dgm:presLayoutVars>
      </dgm:prSet>
      <dgm:spPr/>
    </dgm:pt>
    <dgm:pt modelId="{3D06945C-B026-4B7C-8502-1D72CB53AE4F}" type="pres">
      <dgm:prSet presAssocID="{6902861A-C607-47D4-BDEC-1584471145BA}" presName="sibTrans" presStyleCnt="0"/>
      <dgm:spPr/>
    </dgm:pt>
    <dgm:pt modelId="{5113B5D1-4FC0-4A68-BFE6-76E4B34C99B6}" type="pres">
      <dgm:prSet presAssocID="{61E730B5-2749-4BE5-842C-EB757FB22B74}" presName="node" presStyleLbl="node1" presStyleIdx="3" presStyleCnt="5">
        <dgm:presLayoutVars>
          <dgm:bulletEnabled val="1"/>
        </dgm:presLayoutVars>
      </dgm:prSet>
      <dgm:spPr/>
    </dgm:pt>
    <dgm:pt modelId="{D4207C7F-DFBA-4CF5-A7CE-C291E1ECAE82}" type="pres">
      <dgm:prSet presAssocID="{5856CA1F-CF8D-4331-963F-9B5A0C95DEF7}" presName="sibTrans" presStyleCnt="0"/>
      <dgm:spPr/>
    </dgm:pt>
    <dgm:pt modelId="{EC35A8B1-0F1B-4DB6-B5BC-C3D0EE2E4FEA}" type="pres">
      <dgm:prSet presAssocID="{1F5FDEAC-7CE7-4A3D-98BD-67E746A90F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E150E01-0DE9-42E9-AF8C-11D7A5803F2C}" srcId="{EE223D05-642A-47CF-AE4E-151AE71E05DF}" destId="{BD548E96-FED3-41C5-9D7B-E7B04E2AA6BA}" srcOrd="2" destOrd="0" parTransId="{43FA74DA-0A0D-4918-9329-6E46397C257F}" sibTransId="{6902861A-C607-47D4-BDEC-1584471145BA}"/>
    <dgm:cxn modelId="{37D91510-6F49-498F-AF1C-5271A248E237}" type="presOf" srcId="{F4EF2BEE-53B2-4F79-A508-E323CD524D3B}" destId="{CC7752AC-75F6-4A5F-8362-CEABA82B79B4}" srcOrd="0" destOrd="0" presId="urn:microsoft.com/office/officeart/2005/8/layout/default"/>
    <dgm:cxn modelId="{27C3292F-B712-4AF9-94FD-17BF5346AF73}" type="presOf" srcId="{61E730B5-2749-4BE5-842C-EB757FB22B74}" destId="{5113B5D1-4FC0-4A68-BFE6-76E4B34C99B6}" srcOrd="0" destOrd="0" presId="urn:microsoft.com/office/officeart/2005/8/layout/default"/>
    <dgm:cxn modelId="{6FF2175C-2E43-4BEF-B1A5-129A7CBD4069}" srcId="{EE223D05-642A-47CF-AE4E-151AE71E05DF}" destId="{F4EF2BEE-53B2-4F79-A508-E323CD524D3B}" srcOrd="1" destOrd="0" parTransId="{3BD34E9F-C437-4638-BEFA-4C2513F4EA02}" sibTransId="{71130F41-D542-4E45-AD28-A8182B9DA070}"/>
    <dgm:cxn modelId="{381AB142-4C50-4409-9668-F898E84CC1A0}" type="presOf" srcId="{1F5FDEAC-7CE7-4A3D-98BD-67E746A90F9D}" destId="{EC35A8B1-0F1B-4DB6-B5BC-C3D0EE2E4FEA}" srcOrd="0" destOrd="0" presId="urn:microsoft.com/office/officeart/2005/8/layout/default"/>
    <dgm:cxn modelId="{AFA2D752-956C-4C5F-ABAC-98F42DFD4B0A}" type="presOf" srcId="{EE223D05-642A-47CF-AE4E-151AE71E05DF}" destId="{D146FD4F-CC3E-4D5C-B86F-381CBDD2119E}" srcOrd="0" destOrd="0" presId="urn:microsoft.com/office/officeart/2005/8/layout/default"/>
    <dgm:cxn modelId="{F82C3EB3-7188-4A3D-AA93-933A485ACC91}" srcId="{EE223D05-642A-47CF-AE4E-151AE71E05DF}" destId="{61E730B5-2749-4BE5-842C-EB757FB22B74}" srcOrd="3" destOrd="0" parTransId="{C5C383A6-CCC2-45F3-A58D-563B3B2CFDF5}" sibTransId="{5856CA1F-CF8D-4331-963F-9B5A0C95DEF7}"/>
    <dgm:cxn modelId="{E20B89CB-5C94-42CB-8478-11F97EC1EBAC}" type="presOf" srcId="{BD548E96-FED3-41C5-9D7B-E7B04E2AA6BA}" destId="{68C998FC-25F3-4C0E-8C4B-4CFC7A22766B}" srcOrd="0" destOrd="0" presId="urn:microsoft.com/office/officeart/2005/8/layout/default"/>
    <dgm:cxn modelId="{67D813DF-55E8-4263-B19B-7D20DC81B403}" srcId="{EE223D05-642A-47CF-AE4E-151AE71E05DF}" destId="{1F5FDEAC-7CE7-4A3D-98BD-67E746A90F9D}" srcOrd="4" destOrd="0" parTransId="{E7463143-0462-4E0E-ABAB-972B986EC206}" sibTransId="{F04297D3-92AE-4A45-9809-2CD38B49566A}"/>
    <dgm:cxn modelId="{AF49A6EA-861E-4260-901A-4C70B6E567D1}" srcId="{EE223D05-642A-47CF-AE4E-151AE71E05DF}" destId="{B3D6DBA6-953B-4D7C-B07C-370918FB10A5}" srcOrd="0" destOrd="0" parTransId="{D03ED686-BFC7-4B81-9FB3-5B5678975F34}" sibTransId="{A3BB729E-0280-4900-B403-C24AC6431D5A}"/>
    <dgm:cxn modelId="{560FD4F8-66ED-4352-ADF3-2CFBFC1C0622}" type="presOf" srcId="{B3D6DBA6-953B-4D7C-B07C-370918FB10A5}" destId="{3111F6F7-0116-4BD4-93B1-C613F9AA38AB}" srcOrd="0" destOrd="0" presId="urn:microsoft.com/office/officeart/2005/8/layout/default"/>
    <dgm:cxn modelId="{38B3F811-ACE0-41A8-B65F-61041A169FC7}" type="presParOf" srcId="{D146FD4F-CC3E-4D5C-B86F-381CBDD2119E}" destId="{3111F6F7-0116-4BD4-93B1-C613F9AA38AB}" srcOrd="0" destOrd="0" presId="urn:microsoft.com/office/officeart/2005/8/layout/default"/>
    <dgm:cxn modelId="{18683748-99D7-4158-8D77-86B34950EBDE}" type="presParOf" srcId="{D146FD4F-CC3E-4D5C-B86F-381CBDD2119E}" destId="{24D679C7-06A1-4226-86B1-B0CCB4806775}" srcOrd="1" destOrd="0" presId="urn:microsoft.com/office/officeart/2005/8/layout/default"/>
    <dgm:cxn modelId="{9C86D0AF-E34A-498A-A1CC-6CFF5C95E366}" type="presParOf" srcId="{D146FD4F-CC3E-4D5C-B86F-381CBDD2119E}" destId="{CC7752AC-75F6-4A5F-8362-CEABA82B79B4}" srcOrd="2" destOrd="0" presId="urn:microsoft.com/office/officeart/2005/8/layout/default"/>
    <dgm:cxn modelId="{073C9681-A603-4DC9-A905-93B24877FD25}" type="presParOf" srcId="{D146FD4F-CC3E-4D5C-B86F-381CBDD2119E}" destId="{3395E602-89EA-4666-A541-4C6C77397624}" srcOrd="3" destOrd="0" presId="urn:microsoft.com/office/officeart/2005/8/layout/default"/>
    <dgm:cxn modelId="{B5E5EDCD-6166-4C6D-A657-6A9AD39A4202}" type="presParOf" srcId="{D146FD4F-CC3E-4D5C-B86F-381CBDD2119E}" destId="{68C998FC-25F3-4C0E-8C4B-4CFC7A22766B}" srcOrd="4" destOrd="0" presId="urn:microsoft.com/office/officeart/2005/8/layout/default"/>
    <dgm:cxn modelId="{89783DBC-CBC1-46B2-A53D-8071B56283A5}" type="presParOf" srcId="{D146FD4F-CC3E-4D5C-B86F-381CBDD2119E}" destId="{3D06945C-B026-4B7C-8502-1D72CB53AE4F}" srcOrd="5" destOrd="0" presId="urn:microsoft.com/office/officeart/2005/8/layout/default"/>
    <dgm:cxn modelId="{BF0ADD10-D8D0-4C88-858D-1EB8973338F1}" type="presParOf" srcId="{D146FD4F-CC3E-4D5C-B86F-381CBDD2119E}" destId="{5113B5D1-4FC0-4A68-BFE6-76E4B34C99B6}" srcOrd="6" destOrd="0" presId="urn:microsoft.com/office/officeart/2005/8/layout/default"/>
    <dgm:cxn modelId="{029089CE-8415-4AB9-927D-A8EC8C5DAE20}" type="presParOf" srcId="{D146FD4F-CC3E-4D5C-B86F-381CBDD2119E}" destId="{D4207C7F-DFBA-4CF5-A7CE-C291E1ECAE82}" srcOrd="7" destOrd="0" presId="urn:microsoft.com/office/officeart/2005/8/layout/default"/>
    <dgm:cxn modelId="{84725714-E1A3-4508-82DB-34F360AEC1D3}" type="presParOf" srcId="{D146FD4F-CC3E-4D5C-B86F-381CBDD2119E}" destId="{EC35A8B1-0F1B-4DB6-B5BC-C3D0EE2E4F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223D05-642A-47CF-AE4E-151AE71E05DF}" type="doc">
      <dgm:prSet loTypeId="urn:microsoft.com/office/officeart/2005/8/layout/default" loCatId="list" qsTypeId="urn:microsoft.com/office/officeart/2005/8/quickstyle/3d5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D6DBA6-953B-4D7C-B07C-370918FB10A5}">
      <dgm:prSet phldrT="[Text]"/>
      <dgm:spPr/>
      <dgm:t>
        <a:bodyPr/>
        <a:lstStyle/>
        <a:p>
          <a:r>
            <a:rPr lang="en-US" b="1" i="0" dirty="0"/>
            <a:t>Iterative Development</a:t>
          </a:r>
          <a:endParaRPr lang="en-US" dirty="0"/>
        </a:p>
      </dgm:t>
    </dgm:pt>
    <dgm:pt modelId="{D03ED686-BFC7-4B81-9FB3-5B5678975F34}" type="parTrans" cxnId="{AF49A6EA-861E-4260-901A-4C70B6E567D1}">
      <dgm:prSet/>
      <dgm:spPr/>
      <dgm:t>
        <a:bodyPr/>
        <a:lstStyle/>
        <a:p>
          <a:endParaRPr lang="en-US"/>
        </a:p>
      </dgm:t>
    </dgm:pt>
    <dgm:pt modelId="{A3BB729E-0280-4900-B403-C24AC6431D5A}" type="sibTrans" cxnId="{AF49A6EA-861E-4260-901A-4C70B6E567D1}">
      <dgm:prSet/>
      <dgm:spPr/>
      <dgm:t>
        <a:bodyPr/>
        <a:lstStyle/>
        <a:p>
          <a:endParaRPr lang="en-US"/>
        </a:p>
      </dgm:t>
    </dgm:pt>
    <dgm:pt modelId="{F4EF2BEE-53B2-4F79-A508-E323CD524D3B}">
      <dgm:prSet phldrT="[Text]"/>
      <dgm:spPr/>
      <dgm:t>
        <a:bodyPr/>
        <a:lstStyle/>
        <a:p>
          <a:r>
            <a:rPr lang="en-US" b="1" i="0" dirty="0"/>
            <a:t>Focus on Value</a:t>
          </a:r>
          <a:endParaRPr lang="en-US" dirty="0"/>
        </a:p>
      </dgm:t>
    </dgm:pt>
    <dgm:pt modelId="{3BD34E9F-C437-4638-BEFA-4C2513F4EA02}" type="parTrans" cxnId="{6FF2175C-2E43-4BEF-B1A5-129A7CBD4069}">
      <dgm:prSet/>
      <dgm:spPr/>
      <dgm:t>
        <a:bodyPr/>
        <a:lstStyle/>
        <a:p>
          <a:endParaRPr lang="en-US"/>
        </a:p>
      </dgm:t>
    </dgm:pt>
    <dgm:pt modelId="{71130F41-D542-4E45-AD28-A8182B9DA070}" type="sibTrans" cxnId="{6FF2175C-2E43-4BEF-B1A5-129A7CBD4069}">
      <dgm:prSet/>
      <dgm:spPr/>
      <dgm:t>
        <a:bodyPr/>
        <a:lstStyle/>
        <a:p>
          <a:endParaRPr lang="en-US"/>
        </a:p>
      </dgm:t>
    </dgm:pt>
    <dgm:pt modelId="{BD548E96-FED3-41C5-9D7B-E7B04E2AA6BA}">
      <dgm:prSet phldrT="[Text]"/>
      <dgm:spPr/>
      <dgm:t>
        <a:bodyPr/>
        <a:lstStyle/>
        <a:p>
          <a:r>
            <a:rPr lang="en-US" b="1" i="0" dirty="0"/>
            <a:t>Customer Collaboration</a:t>
          </a:r>
          <a:endParaRPr lang="en-US" dirty="0"/>
        </a:p>
      </dgm:t>
    </dgm:pt>
    <dgm:pt modelId="{43FA74DA-0A0D-4918-9329-6E46397C257F}" type="parTrans" cxnId="{9E150E01-0DE9-42E9-AF8C-11D7A5803F2C}">
      <dgm:prSet/>
      <dgm:spPr/>
      <dgm:t>
        <a:bodyPr/>
        <a:lstStyle/>
        <a:p>
          <a:endParaRPr lang="en-US"/>
        </a:p>
      </dgm:t>
    </dgm:pt>
    <dgm:pt modelId="{6902861A-C607-47D4-BDEC-1584471145BA}" type="sibTrans" cxnId="{9E150E01-0DE9-42E9-AF8C-11D7A5803F2C}">
      <dgm:prSet/>
      <dgm:spPr/>
      <dgm:t>
        <a:bodyPr/>
        <a:lstStyle/>
        <a:p>
          <a:endParaRPr lang="en-US"/>
        </a:p>
      </dgm:t>
    </dgm:pt>
    <dgm:pt modelId="{61E730B5-2749-4BE5-842C-EB757FB22B74}">
      <dgm:prSet phldrT="[Text]"/>
      <dgm:spPr/>
      <dgm:t>
        <a:bodyPr/>
        <a:lstStyle/>
        <a:p>
          <a:r>
            <a:rPr lang="en-US" b="1" i="0" dirty="0"/>
            <a:t>Embrace Change</a:t>
          </a:r>
          <a:endParaRPr lang="en-US" dirty="0"/>
        </a:p>
      </dgm:t>
    </dgm:pt>
    <dgm:pt modelId="{C5C383A6-CCC2-45F3-A58D-563B3B2CFDF5}" type="parTrans" cxnId="{F82C3EB3-7188-4A3D-AA93-933A485ACC91}">
      <dgm:prSet/>
      <dgm:spPr/>
      <dgm:t>
        <a:bodyPr/>
        <a:lstStyle/>
        <a:p>
          <a:endParaRPr lang="en-US"/>
        </a:p>
      </dgm:t>
    </dgm:pt>
    <dgm:pt modelId="{5856CA1F-CF8D-4331-963F-9B5A0C95DEF7}" type="sibTrans" cxnId="{F82C3EB3-7188-4A3D-AA93-933A485ACC91}">
      <dgm:prSet/>
      <dgm:spPr/>
      <dgm:t>
        <a:bodyPr/>
        <a:lstStyle/>
        <a:p>
          <a:endParaRPr lang="en-US"/>
        </a:p>
      </dgm:t>
    </dgm:pt>
    <dgm:pt modelId="{1F5FDEAC-7CE7-4A3D-98BD-67E746A90F9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E7463143-0462-4E0E-ABAB-972B986EC206}" type="parTrans" cxnId="{67D813DF-55E8-4263-B19B-7D20DC81B403}">
      <dgm:prSet/>
      <dgm:spPr/>
      <dgm:t>
        <a:bodyPr/>
        <a:lstStyle/>
        <a:p>
          <a:endParaRPr lang="en-US"/>
        </a:p>
      </dgm:t>
    </dgm:pt>
    <dgm:pt modelId="{F04297D3-92AE-4A45-9809-2CD38B49566A}" type="sibTrans" cxnId="{67D813DF-55E8-4263-B19B-7D20DC81B403}">
      <dgm:prSet/>
      <dgm:spPr/>
      <dgm:t>
        <a:bodyPr/>
        <a:lstStyle/>
        <a:p>
          <a:endParaRPr lang="en-US"/>
        </a:p>
      </dgm:t>
    </dgm:pt>
    <dgm:pt modelId="{D146FD4F-CC3E-4D5C-B86F-381CBDD2119E}" type="pres">
      <dgm:prSet presAssocID="{EE223D05-642A-47CF-AE4E-151AE71E05DF}" presName="diagram" presStyleCnt="0">
        <dgm:presLayoutVars>
          <dgm:dir/>
          <dgm:resizeHandles val="exact"/>
        </dgm:presLayoutVars>
      </dgm:prSet>
      <dgm:spPr/>
    </dgm:pt>
    <dgm:pt modelId="{3111F6F7-0116-4BD4-93B1-C613F9AA38AB}" type="pres">
      <dgm:prSet presAssocID="{B3D6DBA6-953B-4D7C-B07C-370918FB10A5}" presName="node" presStyleLbl="node1" presStyleIdx="0" presStyleCnt="5">
        <dgm:presLayoutVars>
          <dgm:bulletEnabled val="1"/>
        </dgm:presLayoutVars>
      </dgm:prSet>
      <dgm:spPr/>
    </dgm:pt>
    <dgm:pt modelId="{24D679C7-06A1-4226-86B1-B0CCB4806775}" type="pres">
      <dgm:prSet presAssocID="{A3BB729E-0280-4900-B403-C24AC6431D5A}" presName="sibTrans" presStyleCnt="0"/>
      <dgm:spPr/>
    </dgm:pt>
    <dgm:pt modelId="{CC7752AC-75F6-4A5F-8362-CEABA82B79B4}" type="pres">
      <dgm:prSet presAssocID="{F4EF2BEE-53B2-4F79-A508-E323CD524D3B}" presName="node" presStyleLbl="node1" presStyleIdx="1" presStyleCnt="5">
        <dgm:presLayoutVars>
          <dgm:bulletEnabled val="1"/>
        </dgm:presLayoutVars>
      </dgm:prSet>
      <dgm:spPr/>
    </dgm:pt>
    <dgm:pt modelId="{3395E602-89EA-4666-A541-4C6C77397624}" type="pres">
      <dgm:prSet presAssocID="{71130F41-D542-4E45-AD28-A8182B9DA070}" presName="sibTrans" presStyleCnt="0"/>
      <dgm:spPr/>
    </dgm:pt>
    <dgm:pt modelId="{68C998FC-25F3-4C0E-8C4B-4CFC7A22766B}" type="pres">
      <dgm:prSet presAssocID="{BD548E96-FED3-41C5-9D7B-E7B04E2AA6BA}" presName="node" presStyleLbl="node1" presStyleIdx="2" presStyleCnt="5">
        <dgm:presLayoutVars>
          <dgm:bulletEnabled val="1"/>
        </dgm:presLayoutVars>
      </dgm:prSet>
      <dgm:spPr/>
    </dgm:pt>
    <dgm:pt modelId="{3D06945C-B026-4B7C-8502-1D72CB53AE4F}" type="pres">
      <dgm:prSet presAssocID="{6902861A-C607-47D4-BDEC-1584471145BA}" presName="sibTrans" presStyleCnt="0"/>
      <dgm:spPr/>
    </dgm:pt>
    <dgm:pt modelId="{5113B5D1-4FC0-4A68-BFE6-76E4B34C99B6}" type="pres">
      <dgm:prSet presAssocID="{61E730B5-2749-4BE5-842C-EB757FB22B74}" presName="node" presStyleLbl="node1" presStyleIdx="3" presStyleCnt="5">
        <dgm:presLayoutVars>
          <dgm:bulletEnabled val="1"/>
        </dgm:presLayoutVars>
      </dgm:prSet>
      <dgm:spPr/>
    </dgm:pt>
    <dgm:pt modelId="{D4207C7F-DFBA-4CF5-A7CE-C291E1ECAE82}" type="pres">
      <dgm:prSet presAssocID="{5856CA1F-CF8D-4331-963F-9B5A0C95DEF7}" presName="sibTrans" presStyleCnt="0"/>
      <dgm:spPr/>
    </dgm:pt>
    <dgm:pt modelId="{EC35A8B1-0F1B-4DB6-B5BC-C3D0EE2E4FEA}" type="pres">
      <dgm:prSet presAssocID="{1F5FDEAC-7CE7-4A3D-98BD-67E746A90F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E150E01-0DE9-42E9-AF8C-11D7A5803F2C}" srcId="{EE223D05-642A-47CF-AE4E-151AE71E05DF}" destId="{BD548E96-FED3-41C5-9D7B-E7B04E2AA6BA}" srcOrd="2" destOrd="0" parTransId="{43FA74DA-0A0D-4918-9329-6E46397C257F}" sibTransId="{6902861A-C607-47D4-BDEC-1584471145BA}"/>
    <dgm:cxn modelId="{37D91510-6F49-498F-AF1C-5271A248E237}" type="presOf" srcId="{F4EF2BEE-53B2-4F79-A508-E323CD524D3B}" destId="{CC7752AC-75F6-4A5F-8362-CEABA82B79B4}" srcOrd="0" destOrd="0" presId="urn:microsoft.com/office/officeart/2005/8/layout/default"/>
    <dgm:cxn modelId="{27C3292F-B712-4AF9-94FD-17BF5346AF73}" type="presOf" srcId="{61E730B5-2749-4BE5-842C-EB757FB22B74}" destId="{5113B5D1-4FC0-4A68-BFE6-76E4B34C99B6}" srcOrd="0" destOrd="0" presId="urn:microsoft.com/office/officeart/2005/8/layout/default"/>
    <dgm:cxn modelId="{6FF2175C-2E43-4BEF-B1A5-129A7CBD4069}" srcId="{EE223D05-642A-47CF-AE4E-151AE71E05DF}" destId="{F4EF2BEE-53B2-4F79-A508-E323CD524D3B}" srcOrd="1" destOrd="0" parTransId="{3BD34E9F-C437-4638-BEFA-4C2513F4EA02}" sibTransId="{71130F41-D542-4E45-AD28-A8182B9DA070}"/>
    <dgm:cxn modelId="{381AB142-4C50-4409-9668-F898E84CC1A0}" type="presOf" srcId="{1F5FDEAC-7CE7-4A3D-98BD-67E746A90F9D}" destId="{EC35A8B1-0F1B-4DB6-B5BC-C3D0EE2E4FEA}" srcOrd="0" destOrd="0" presId="urn:microsoft.com/office/officeart/2005/8/layout/default"/>
    <dgm:cxn modelId="{AFA2D752-956C-4C5F-ABAC-98F42DFD4B0A}" type="presOf" srcId="{EE223D05-642A-47CF-AE4E-151AE71E05DF}" destId="{D146FD4F-CC3E-4D5C-B86F-381CBDD2119E}" srcOrd="0" destOrd="0" presId="urn:microsoft.com/office/officeart/2005/8/layout/default"/>
    <dgm:cxn modelId="{F82C3EB3-7188-4A3D-AA93-933A485ACC91}" srcId="{EE223D05-642A-47CF-AE4E-151AE71E05DF}" destId="{61E730B5-2749-4BE5-842C-EB757FB22B74}" srcOrd="3" destOrd="0" parTransId="{C5C383A6-CCC2-45F3-A58D-563B3B2CFDF5}" sibTransId="{5856CA1F-CF8D-4331-963F-9B5A0C95DEF7}"/>
    <dgm:cxn modelId="{E20B89CB-5C94-42CB-8478-11F97EC1EBAC}" type="presOf" srcId="{BD548E96-FED3-41C5-9D7B-E7B04E2AA6BA}" destId="{68C998FC-25F3-4C0E-8C4B-4CFC7A22766B}" srcOrd="0" destOrd="0" presId="urn:microsoft.com/office/officeart/2005/8/layout/default"/>
    <dgm:cxn modelId="{67D813DF-55E8-4263-B19B-7D20DC81B403}" srcId="{EE223D05-642A-47CF-AE4E-151AE71E05DF}" destId="{1F5FDEAC-7CE7-4A3D-98BD-67E746A90F9D}" srcOrd="4" destOrd="0" parTransId="{E7463143-0462-4E0E-ABAB-972B986EC206}" sibTransId="{F04297D3-92AE-4A45-9809-2CD38B49566A}"/>
    <dgm:cxn modelId="{AF49A6EA-861E-4260-901A-4C70B6E567D1}" srcId="{EE223D05-642A-47CF-AE4E-151AE71E05DF}" destId="{B3D6DBA6-953B-4D7C-B07C-370918FB10A5}" srcOrd="0" destOrd="0" parTransId="{D03ED686-BFC7-4B81-9FB3-5B5678975F34}" sibTransId="{A3BB729E-0280-4900-B403-C24AC6431D5A}"/>
    <dgm:cxn modelId="{560FD4F8-66ED-4352-ADF3-2CFBFC1C0622}" type="presOf" srcId="{B3D6DBA6-953B-4D7C-B07C-370918FB10A5}" destId="{3111F6F7-0116-4BD4-93B1-C613F9AA38AB}" srcOrd="0" destOrd="0" presId="urn:microsoft.com/office/officeart/2005/8/layout/default"/>
    <dgm:cxn modelId="{38B3F811-ACE0-41A8-B65F-61041A169FC7}" type="presParOf" srcId="{D146FD4F-CC3E-4D5C-B86F-381CBDD2119E}" destId="{3111F6F7-0116-4BD4-93B1-C613F9AA38AB}" srcOrd="0" destOrd="0" presId="urn:microsoft.com/office/officeart/2005/8/layout/default"/>
    <dgm:cxn modelId="{18683748-99D7-4158-8D77-86B34950EBDE}" type="presParOf" srcId="{D146FD4F-CC3E-4D5C-B86F-381CBDD2119E}" destId="{24D679C7-06A1-4226-86B1-B0CCB4806775}" srcOrd="1" destOrd="0" presId="urn:microsoft.com/office/officeart/2005/8/layout/default"/>
    <dgm:cxn modelId="{9C86D0AF-E34A-498A-A1CC-6CFF5C95E366}" type="presParOf" srcId="{D146FD4F-CC3E-4D5C-B86F-381CBDD2119E}" destId="{CC7752AC-75F6-4A5F-8362-CEABA82B79B4}" srcOrd="2" destOrd="0" presId="urn:microsoft.com/office/officeart/2005/8/layout/default"/>
    <dgm:cxn modelId="{073C9681-A603-4DC9-A905-93B24877FD25}" type="presParOf" srcId="{D146FD4F-CC3E-4D5C-B86F-381CBDD2119E}" destId="{3395E602-89EA-4666-A541-4C6C77397624}" srcOrd="3" destOrd="0" presId="urn:microsoft.com/office/officeart/2005/8/layout/default"/>
    <dgm:cxn modelId="{B5E5EDCD-6166-4C6D-A657-6A9AD39A4202}" type="presParOf" srcId="{D146FD4F-CC3E-4D5C-B86F-381CBDD2119E}" destId="{68C998FC-25F3-4C0E-8C4B-4CFC7A22766B}" srcOrd="4" destOrd="0" presId="urn:microsoft.com/office/officeart/2005/8/layout/default"/>
    <dgm:cxn modelId="{89783DBC-CBC1-46B2-A53D-8071B56283A5}" type="presParOf" srcId="{D146FD4F-CC3E-4D5C-B86F-381CBDD2119E}" destId="{3D06945C-B026-4B7C-8502-1D72CB53AE4F}" srcOrd="5" destOrd="0" presId="urn:microsoft.com/office/officeart/2005/8/layout/default"/>
    <dgm:cxn modelId="{BF0ADD10-D8D0-4C88-858D-1EB8973338F1}" type="presParOf" srcId="{D146FD4F-CC3E-4D5C-B86F-381CBDD2119E}" destId="{5113B5D1-4FC0-4A68-BFE6-76E4B34C99B6}" srcOrd="6" destOrd="0" presId="urn:microsoft.com/office/officeart/2005/8/layout/default"/>
    <dgm:cxn modelId="{029089CE-8415-4AB9-927D-A8EC8C5DAE20}" type="presParOf" srcId="{D146FD4F-CC3E-4D5C-B86F-381CBDD2119E}" destId="{D4207C7F-DFBA-4CF5-A7CE-C291E1ECAE82}" srcOrd="7" destOrd="0" presId="urn:microsoft.com/office/officeart/2005/8/layout/default"/>
    <dgm:cxn modelId="{84725714-E1A3-4508-82DB-34F360AEC1D3}" type="presParOf" srcId="{D146FD4F-CC3E-4D5C-B86F-381CBDD2119E}" destId="{EC35A8B1-0F1B-4DB6-B5BC-C3D0EE2E4F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223D05-642A-47CF-AE4E-151AE71E05DF}" type="doc">
      <dgm:prSet loTypeId="urn:microsoft.com/office/officeart/2005/8/layout/default" loCatId="list" qsTypeId="urn:microsoft.com/office/officeart/2005/8/quickstyle/3d5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D6DBA6-953B-4D7C-B07C-370918FB10A5}">
      <dgm:prSet phldrT="[Text]"/>
      <dgm:spPr/>
      <dgm:t>
        <a:bodyPr/>
        <a:lstStyle/>
        <a:p>
          <a:r>
            <a:rPr lang="en-US" b="1" i="0" dirty="0"/>
            <a:t>Iterative Development</a:t>
          </a:r>
          <a:endParaRPr lang="en-US" dirty="0"/>
        </a:p>
      </dgm:t>
    </dgm:pt>
    <dgm:pt modelId="{D03ED686-BFC7-4B81-9FB3-5B5678975F34}" type="parTrans" cxnId="{AF49A6EA-861E-4260-901A-4C70B6E567D1}">
      <dgm:prSet/>
      <dgm:spPr/>
      <dgm:t>
        <a:bodyPr/>
        <a:lstStyle/>
        <a:p>
          <a:endParaRPr lang="en-US"/>
        </a:p>
      </dgm:t>
    </dgm:pt>
    <dgm:pt modelId="{A3BB729E-0280-4900-B403-C24AC6431D5A}" type="sibTrans" cxnId="{AF49A6EA-861E-4260-901A-4C70B6E567D1}">
      <dgm:prSet/>
      <dgm:spPr/>
      <dgm:t>
        <a:bodyPr/>
        <a:lstStyle/>
        <a:p>
          <a:endParaRPr lang="en-US"/>
        </a:p>
      </dgm:t>
    </dgm:pt>
    <dgm:pt modelId="{F4EF2BEE-53B2-4F79-A508-E323CD524D3B}">
      <dgm:prSet phldrT="[Text]"/>
      <dgm:spPr/>
      <dgm:t>
        <a:bodyPr/>
        <a:lstStyle/>
        <a:p>
          <a:r>
            <a:rPr lang="en-US" b="1" i="0" dirty="0"/>
            <a:t>Focus on Value</a:t>
          </a:r>
          <a:endParaRPr lang="en-US" dirty="0"/>
        </a:p>
      </dgm:t>
    </dgm:pt>
    <dgm:pt modelId="{3BD34E9F-C437-4638-BEFA-4C2513F4EA02}" type="parTrans" cxnId="{6FF2175C-2E43-4BEF-B1A5-129A7CBD4069}">
      <dgm:prSet/>
      <dgm:spPr/>
      <dgm:t>
        <a:bodyPr/>
        <a:lstStyle/>
        <a:p>
          <a:endParaRPr lang="en-US"/>
        </a:p>
      </dgm:t>
    </dgm:pt>
    <dgm:pt modelId="{71130F41-D542-4E45-AD28-A8182B9DA070}" type="sibTrans" cxnId="{6FF2175C-2E43-4BEF-B1A5-129A7CBD4069}">
      <dgm:prSet/>
      <dgm:spPr/>
      <dgm:t>
        <a:bodyPr/>
        <a:lstStyle/>
        <a:p>
          <a:endParaRPr lang="en-US"/>
        </a:p>
      </dgm:t>
    </dgm:pt>
    <dgm:pt modelId="{BD548E96-FED3-41C5-9D7B-E7B04E2AA6BA}">
      <dgm:prSet phldrT="[Text]"/>
      <dgm:spPr/>
      <dgm:t>
        <a:bodyPr/>
        <a:lstStyle/>
        <a:p>
          <a:r>
            <a:rPr lang="en-US" b="1" i="0" dirty="0"/>
            <a:t>Customer Collaboration</a:t>
          </a:r>
          <a:endParaRPr lang="en-US" dirty="0"/>
        </a:p>
      </dgm:t>
    </dgm:pt>
    <dgm:pt modelId="{43FA74DA-0A0D-4918-9329-6E46397C257F}" type="parTrans" cxnId="{9E150E01-0DE9-42E9-AF8C-11D7A5803F2C}">
      <dgm:prSet/>
      <dgm:spPr/>
      <dgm:t>
        <a:bodyPr/>
        <a:lstStyle/>
        <a:p>
          <a:endParaRPr lang="en-US"/>
        </a:p>
      </dgm:t>
    </dgm:pt>
    <dgm:pt modelId="{6902861A-C607-47D4-BDEC-1584471145BA}" type="sibTrans" cxnId="{9E150E01-0DE9-42E9-AF8C-11D7A5803F2C}">
      <dgm:prSet/>
      <dgm:spPr/>
      <dgm:t>
        <a:bodyPr/>
        <a:lstStyle/>
        <a:p>
          <a:endParaRPr lang="en-US"/>
        </a:p>
      </dgm:t>
    </dgm:pt>
    <dgm:pt modelId="{61E730B5-2749-4BE5-842C-EB757FB22B74}">
      <dgm:prSet phldrT="[Text]"/>
      <dgm:spPr/>
      <dgm:t>
        <a:bodyPr/>
        <a:lstStyle/>
        <a:p>
          <a:r>
            <a:rPr lang="en-US" b="1" i="0" dirty="0"/>
            <a:t>Embrace Change</a:t>
          </a:r>
          <a:endParaRPr lang="en-US" dirty="0"/>
        </a:p>
      </dgm:t>
    </dgm:pt>
    <dgm:pt modelId="{C5C383A6-CCC2-45F3-A58D-563B3B2CFDF5}" type="parTrans" cxnId="{F82C3EB3-7188-4A3D-AA93-933A485ACC91}">
      <dgm:prSet/>
      <dgm:spPr/>
      <dgm:t>
        <a:bodyPr/>
        <a:lstStyle/>
        <a:p>
          <a:endParaRPr lang="en-US"/>
        </a:p>
      </dgm:t>
    </dgm:pt>
    <dgm:pt modelId="{5856CA1F-CF8D-4331-963F-9B5A0C95DEF7}" type="sibTrans" cxnId="{F82C3EB3-7188-4A3D-AA93-933A485ACC91}">
      <dgm:prSet/>
      <dgm:spPr/>
      <dgm:t>
        <a:bodyPr/>
        <a:lstStyle/>
        <a:p>
          <a:endParaRPr lang="en-US"/>
        </a:p>
      </dgm:t>
    </dgm:pt>
    <dgm:pt modelId="{1F5FDEAC-7CE7-4A3D-98BD-67E746A90F9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E7463143-0462-4E0E-ABAB-972B986EC206}" type="parTrans" cxnId="{67D813DF-55E8-4263-B19B-7D20DC81B403}">
      <dgm:prSet/>
      <dgm:spPr/>
      <dgm:t>
        <a:bodyPr/>
        <a:lstStyle/>
        <a:p>
          <a:endParaRPr lang="en-US"/>
        </a:p>
      </dgm:t>
    </dgm:pt>
    <dgm:pt modelId="{F04297D3-92AE-4A45-9809-2CD38B49566A}" type="sibTrans" cxnId="{67D813DF-55E8-4263-B19B-7D20DC81B403}">
      <dgm:prSet/>
      <dgm:spPr/>
      <dgm:t>
        <a:bodyPr/>
        <a:lstStyle/>
        <a:p>
          <a:endParaRPr lang="en-US"/>
        </a:p>
      </dgm:t>
    </dgm:pt>
    <dgm:pt modelId="{D146FD4F-CC3E-4D5C-B86F-381CBDD2119E}" type="pres">
      <dgm:prSet presAssocID="{EE223D05-642A-47CF-AE4E-151AE71E05DF}" presName="diagram" presStyleCnt="0">
        <dgm:presLayoutVars>
          <dgm:dir/>
          <dgm:resizeHandles val="exact"/>
        </dgm:presLayoutVars>
      </dgm:prSet>
      <dgm:spPr/>
    </dgm:pt>
    <dgm:pt modelId="{3111F6F7-0116-4BD4-93B1-C613F9AA38AB}" type="pres">
      <dgm:prSet presAssocID="{B3D6DBA6-953B-4D7C-B07C-370918FB10A5}" presName="node" presStyleLbl="node1" presStyleIdx="0" presStyleCnt="5">
        <dgm:presLayoutVars>
          <dgm:bulletEnabled val="1"/>
        </dgm:presLayoutVars>
      </dgm:prSet>
      <dgm:spPr/>
    </dgm:pt>
    <dgm:pt modelId="{24D679C7-06A1-4226-86B1-B0CCB4806775}" type="pres">
      <dgm:prSet presAssocID="{A3BB729E-0280-4900-B403-C24AC6431D5A}" presName="sibTrans" presStyleCnt="0"/>
      <dgm:spPr/>
    </dgm:pt>
    <dgm:pt modelId="{CC7752AC-75F6-4A5F-8362-CEABA82B79B4}" type="pres">
      <dgm:prSet presAssocID="{F4EF2BEE-53B2-4F79-A508-E323CD524D3B}" presName="node" presStyleLbl="node1" presStyleIdx="1" presStyleCnt="5">
        <dgm:presLayoutVars>
          <dgm:bulletEnabled val="1"/>
        </dgm:presLayoutVars>
      </dgm:prSet>
      <dgm:spPr/>
    </dgm:pt>
    <dgm:pt modelId="{3395E602-89EA-4666-A541-4C6C77397624}" type="pres">
      <dgm:prSet presAssocID="{71130F41-D542-4E45-AD28-A8182B9DA070}" presName="sibTrans" presStyleCnt="0"/>
      <dgm:spPr/>
    </dgm:pt>
    <dgm:pt modelId="{68C998FC-25F3-4C0E-8C4B-4CFC7A22766B}" type="pres">
      <dgm:prSet presAssocID="{BD548E96-FED3-41C5-9D7B-E7B04E2AA6BA}" presName="node" presStyleLbl="node1" presStyleIdx="2" presStyleCnt="5">
        <dgm:presLayoutVars>
          <dgm:bulletEnabled val="1"/>
        </dgm:presLayoutVars>
      </dgm:prSet>
      <dgm:spPr/>
    </dgm:pt>
    <dgm:pt modelId="{3D06945C-B026-4B7C-8502-1D72CB53AE4F}" type="pres">
      <dgm:prSet presAssocID="{6902861A-C607-47D4-BDEC-1584471145BA}" presName="sibTrans" presStyleCnt="0"/>
      <dgm:spPr/>
    </dgm:pt>
    <dgm:pt modelId="{5113B5D1-4FC0-4A68-BFE6-76E4B34C99B6}" type="pres">
      <dgm:prSet presAssocID="{61E730B5-2749-4BE5-842C-EB757FB22B74}" presName="node" presStyleLbl="node1" presStyleIdx="3" presStyleCnt="5">
        <dgm:presLayoutVars>
          <dgm:bulletEnabled val="1"/>
        </dgm:presLayoutVars>
      </dgm:prSet>
      <dgm:spPr/>
    </dgm:pt>
    <dgm:pt modelId="{D4207C7F-DFBA-4CF5-A7CE-C291E1ECAE82}" type="pres">
      <dgm:prSet presAssocID="{5856CA1F-CF8D-4331-963F-9B5A0C95DEF7}" presName="sibTrans" presStyleCnt="0"/>
      <dgm:spPr/>
    </dgm:pt>
    <dgm:pt modelId="{EC35A8B1-0F1B-4DB6-B5BC-C3D0EE2E4FEA}" type="pres">
      <dgm:prSet presAssocID="{1F5FDEAC-7CE7-4A3D-98BD-67E746A90F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E150E01-0DE9-42E9-AF8C-11D7A5803F2C}" srcId="{EE223D05-642A-47CF-AE4E-151AE71E05DF}" destId="{BD548E96-FED3-41C5-9D7B-E7B04E2AA6BA}" srcOrd="2" destOrd="0" parTransId="{43FA74DA-0A0D-4918-9329-6E46397C257F}" sibTransId="{6902861A-C607-47D4-BDEC-1584471145BA}"/>
    <dgm:cxn modelId="{37D91510-6F49-498F-AF1C-5271A248E237}" type="presOf" srcId="{F4EF2BEE-53B2-4F79-A508-E323CD524D3B}" destId="{CC7752AC-75F6-4A5F-8362-CEABA82B79B4}" srcOrd="0" destOrd="0" presId="urn:microsoft.com/office/officeart/2005/8/layout/default"/>
    <dgm:cxn modelId="{27C3292F-B712-4AF9-94FD-17BF5346AF73}" type="presOf" srcId="{61E730B5-2749-4BE5-842C-EB757FB22B74}" destId="{5113B5D1-4FC0-4A68-BFE6-76E4B34C99B6}" srcOrd="0" destOrd="0" presId="urn:microsoft.com/office/officeart/2005/8/layout/default"/>
    <dgm:cxn modelId="{6FF2175C-2E43-4BEF-B1A5-129A7CBD4069}" srcId="{EE223D05-642A-47CF-AE4E-151AE71E05DF}" destId="{F4EF2BEE-53B2-4F79-A508-E323CD524D3B}" srcOrd="1" destOrd="0" parTransId="{3BD34E9F-C437-4638-BEFA-4C2513F4EA02}" sibTransId="{71130F41-D542-4E45-AD28-A8182B9DA070}"/>
    <dgm:cxn modelId="{381AB142-4C50-4409-9668-F898E84CC1A0}" type="presOf" srcId="{1F5FDEAC-7CE7-4A3D-98BD-67E746A90F9D}" destId="{EC35A8B1-0F1B-4DB6-B5BC-C3D0EE2E4FEA}" srcOrd="0" destOrd="0" presId="urn:microsoft.com/office/officeart/2005/8/layout/default"/>
    <dgm:cxn modelId="{AFA2D752-956C-4C5F-ABAC-98F42DFD4B0A}" type="presOf" srcId="{EE223D05-642A-47CF-AE4E-151AE71E05DF}" destId="{D146FD4F-CC3E-4D5C-B86F-381CBDD2119E}" srcOrd="0" destOrd="0" presId="urn:microsoft.com/office/officeart/2005/8/layout/default"/>
    <dgm:cxn modelId="{F82C3EB3-7188-4A3D-AA93-933A485ACC91}" srcId="{EE223D05-642A-47CF-AE4E-151AE71E05DF}" destId="{61E730B5-2749-4BE5-842C-EB757FB22B74}" srcOrd="3" destOrd="0" parTransId="{C5C383A6-CCC2-45F3-A58D-563B3B2CFDF5}" sibTransId="{5856CA1F-CF8D-4331-963F-9B5A0C95DEF7}"/>
    <dgm:cxn modelId="{E20B89CB-5C94-42CB-8478-11F97EC1EBAC}" type="presOf" srcId="{BD548E96-FED3-41C5-9D7B-E7B04E2AA6BA}" destId="{68C998FC-25F3-4C0E-8C4B-4CFC7A22766B}" srcOrd="0" destOrd="0" presId="urn:microsoft.com/office/officeart/2005/8/layout/default"/>
    <dgm:cxn modelId="{67D813DF-55E8-4263-B19B-7D20DC81B403}" srcId="{EE223D05-642A-47CF-AE4E-151AE71E05DF}" destId="{1F5FDEAC-7CE7-4A3D-98BD-67E746A90F9D}" srcOrd="4" destOrd="0" parTransId="{E7463143-0462-4E0E-ABAB-972B986EC206}" sibTransId="{F04297D3-92AE-4A45-9809-2CD38B49566A}"/>
    <dgm:cxn modelId="{AF49A6EA-861E-4260-901A-4C70B6E567D1}" srcId="{EE223D05-642A-47CF-AE4E-151AE71E05DF}" destId="{B3D6DBA6-953B-4D7C-B07C-370918FB10A5}" srcOrd="0" destOrd="0" parTransId="{D03ED686-BFC7-4B81-9FB3-5B5678975F34}" sibTransId="{A3BB729E-0280-4900-B403-C24AC6431D5A}"/>
    <dgm:cxn modelId="{560FD4F8-66ED-4352-ADF3-2CFBFC1C0622}" type="presOf" srcId="{B3D6DBA6-953B-4D7C-B07C-370918FB10A5}" destId="{3111F6F7-0116-4BD4-93B1-C613F9AA38AB}" srcOrd="0" destOrd="0" presId="urn:microsoft.com/office/officeart/2005/8/layout/default"/>
    <dgm:cxn modelId="{38B3F811-ACE0-41A8-B65F-61041A169FC7}" type="presParOf" srcId="{D146FD4F-CC3E-4D5C-B86F-381CBDD2119E}" destId="{3111F6F7-0116-4BD4-93B1-C613F9AA38AB}" srcOrd="0" destOrd="0" presId="urn:microsoft.com/office/officeart/2005/8/layout/default"/>
    <dgm:cxn modelId="{18683748-99D7-4158-8D77-86B34950EBDE}" type="presParOf" srcId="{D146FD4F-CC3E-4D5C-B86F-381CBDD2119E}" destId="{24D679C7-06A1-4226-86B1-B0CCB4806775}" srcOrd="1" destOrd="0" presId="urn:microsoft.com/office/officeart/2005/8/layout/default"/>
    <dgm:cxn modelId="{9C86D0AF-E34A-498A-A1CC-6CFF5C95E366}" type="presParOf" srcId="{D146FD4F-CC3E-4D5C-B86F-381CBDD2119E}" destId="{CC7752AC-75F6-4A5F-8362-CEABA82B79B4}" srcOrd="2" destOrd="0" presId="urn:microsoft.com/office/officeart/2005/8/layout/default"/>
    <dgm:cxn modelId="{073C9681-A603-4DC9-A905-93B24877FD25}" type="presParOf" srcId="{D146FD4F-CC3E-4D5C-B86F-381CBDD2119E}" destId="{3395E602-89EA-4666-A541-4C6C77397624}" srcOrd="3" destOrd="0" presId="urn:microsoft.com/office/officeart/2005/8/layout/default"/>
    <dgm:cxn modelId="{B5E5EDCD-6166-4C6D-A657-6A9AD39A4202}" type="presParOf" srcId="{D146FD4F-CC3E-4D5C-B86F-381CBDD2119E}" destId="{68C998FC-25F3-4C0E-8C4B-4CFC7A22766B}" srcOrd="4" destOrd="0" presId="urn:microsoft.com/office/officeart/2005/8/layout/default"/>
    <dgm:cxn modelId="{89783DBC-CBC1-46B2-A53D-8071B56283A5}" type="presParOf" srcId="{D146FD4F-CC3E-4D5C-B86F-381CBDD2119E}" destId="{3D06945C-B026-4B7C-8502-1D72CB53AE4F}" srcOrd="5" destOrd="0" presId="urn:microsoft.com/office/officeart/2005/8/layout/default"/>
    <dgm:cxn modelId="{BF0ADD10-D8D0-4C88-858D-1EB8973338F1}" type="presParOf" srcId="{D146FD4F-CC3E-4D5C-B86F-381CBDD2119E}" destId="{5113B5D1-4FC0-4A68-BFE6-76E4B34C99B6}" srcOrd="6" destOrd="0" presId="urn:microsoft.com/office/officeart/2005/8/layout/default"/>
    <dgm:cxn modelId="{029089CE-8415-4AB9-927D-A8EC8C5DAE20}" type="presParOf" srcId="{D146FD4F-CC3E-4D5C-B86F-381CBDD2119E}" destId="{D4207C7F-DFBA-4CF5-A7CE-C291E1ECAE82}" srcOrd="7" destOrd="0" presId="urn:microsoft.com/office/officeart/2005/8/layout/default"/>
    <dgm:cxn modelId="{84725714-E1A3-4508-82DB-34F360AEC1D3}" type="presParOf" srcId="{D146FD4F-CC3E-4D5C-B86F-381CBDD2119E}" destId="{EC35A8B1-0F1B-4DB6-B5BC-C3D0EE2E4F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223D05-642A-47CF-AE4E-151AE71E05DF}" type="doc">
      <dgm:prSet loTypeId="urn:microsoft.com/office/officeart/2005/8/layout/default" loCatId="list" qsTypeId="urn:microsoft.com/office/officeart/2005/8/quickstyle/3d5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D6DBA6-953B-4D7C-B07C-370918FB10A5}">
      <dgm:prSet phldrT="[Text]"/>
      <dgm:spPr/>
      <dgm:t>
        <a:bodyPr/>
        <a:lstStyle/>
        <a:p>
          <a:r>
            <a:rPr lang="en-US" b="1" i="0" dirty="0"/>
            <a:t>Iterative Development</a:t>
          </a:r>
          <a:endParaRPr lang="en-US" dirty="0"/>
        </a:p>
      </dgm:t>
    </dgm:pt>
    <dgm:pt modelId="{D03ED686-BFC7-4B81-9FB3-5B5678975F34}" type="parTrans" cxnId="{AF49A6EA-861E-4260-901A-4C70B6E567D1}">
      <dgm:prSet/>
      <dgm:spPr/>
      <dgm:t>
        <a:bodyPr/>
        <a:lstStyle/>
        <a:p>
          <a:endParaRPr lang="en-US"/>
        </a:p>
      </dgm:t>
    </dgm:pt>
    <dgm:pt modelId="{A3BB729E-0280-4900-B403-C24AC6431D5A}" type="sibTrans" cxnId="{AF49A6EA-861E-4260-901A-4C70B6E567D1}">
      <dgm:prSet/>
      <dgm:spPr/>
      <dgm:t>
        <a:bodyPr/>
        <a:lstStyle/>
        <a:p>
          <a:endParaRPr lang="en-US"/>
        </a:p>
      </dgm:t>
    </dgm:pt>
    <dgm:pt modelId="{F4EF2BEE-53B2-4F79-A508-E323CD524D3B}">
      <dgm:prSet phldrT="[Text]"/>
      <dgm:spPr/>
      <dgm:t>
        <a:bodyPr/>
        <a:lstStyle/>
        <a:p>
          <a:r>
            <a:rPr lang="en-US" b="1" i="0" dirty="0"/>
            <a:t>Focus on Value</a:t>
          </a:r>
          <a:endParaRPr lang="en-US" dirty="0"/>
        </a:p>
      </dgm:t>
    </dgm:pt>
    <dgm:pt modelId="{3BD34E9F-C437-4638-BEFA-4C2513F4EA02}" type="parTrans" cxnId="{6FF2175C-2E43-4BEF-B1A5-129A7CBD4069}">
      <dgm:prSet/>
      <dgm:spPr/>
      <dgm:t>
        <a:bodyPr/>
        <a:lstStyle/>
        <a:p>
          <a:endParaRPr lang="en-US"/>
        </a:p>
      </dgm:t>
    </dgm:pt>
    <dgm:pt modelId="{71130F41-D542-4E45-AD28-A8182B9DA070}" type="sibTrans" cxnId="{6FF2175C-2E43-4BEF-B1A5-129A7CBD4069}">
      <dgm:prSet/>
      <dgm:spPr/>
      <dgm:t>
        <a:bodyPr/>
        <a:lstStyle/>
        <a:p>
          <a:endParaRPr lang="en-US"/>
        </a:p>
      </dgm:t>
    </dgm:pt>
    <dgm:pt modelId="{BD548E96-FED3-41C5-9D7B-E7B04E2AA6BA}">
      <dgm:prSet phldrT="[Text]"/>
      <dgm:spPr/>
      <dgm:t>
        <a:bodyPr/>
        <a:lstStyle/>
        <a:p>
          <a:r>
            <a:rPr lang="en-US" b="1" i="0" dirty="0"/>
            <a:t>Customer Collaboration</a:t>
          </a:r>
          <a:endParaRPr lang="en-US" dirty="0"/>
        </a:p>
      </dgm:t>
    </dgm:pt>
    <dgm:pt modelId="{43FA74DA-0A0D-4918-9329-6E46397C257F}" type="parTrans" cxnId="{9E150E01-0DE9-42E9-AF8C-11D7A5803F2C}">
      <dgm:prSet/>
      <dgm:spPr/>
      <dgm:t>
        <a:bodyPr/>
        <a:lstStyle/>
        <a:p>
          <a:endParaRPr lang="en-US"/>
        </a:p>
      </dgm:t>
    </dgm:pt>
    <dgm:pt modelId="{6902861A-C607-47D4-BDEC-1584471145BA}" type="sibTrans" cxnId="{9E150E01-0DE9-42E9-AF8C-11D7A5803F2C}">
      <dgm:prSet/>
      <dgm:spPr/>
      <dgm:t>
        <a:bodyPr/>
        <a:lstStyle/>
        <a:p>
          <a:endParaRPr lang="en-US"/>
        </a:p>
      </dgm:t>
    </dgm:pt>
    <dgm:pt modelId="{61E730B5-2749-4BE5-842C-EB757FB22B74}">
      <dgm:prSet phldrT="[Text]"/>
      <dgm:spPr/>
      <dgm:t>
        <a:bodyPr/>
        <a:lstStyle/>
        <a:p>
          <a:r>
            <a:rPr lang="en-US" b="1" i="0" dirty="0"/>
            <a:t>Embrace Change</a:t>
          </a:r>
          <a:endParaRPr lang="en-US" dirty="0"/>
        </a:p>
      </dgm:t>
    </dgm:pt>
    <dgm:pt modelId="{C5C383A6-CCC2-45F3-A58D-563B3B2CFDF5}" type="parTrans" cxnId="{F82C3EB3-7188-4A3D-AA93-933A485ACC91}">
      <dgm:prSet/>
      <dgm:spPr/>
      <dgm:t>
        <a:bodyPr/>
        <a:lstStyle/>
        <a:p>
          <a:endParaRPr lang="en-US"/>
        </a:p>
      </dgm:t>
    </dgm:pt>
    <dgm:pt modelId="{5856CA1F-CF8D-4331-963F-9B5A0C95DEF7}" type="sibTrans" cxnId="{F82C3EB3-7188-4A3D-AA93-933A485ACC91}">
      <dgm:prSet/>
      <dgm:spPr/>
      <dgm:t>
        <a:bodyPr/>
        <a:lstStyle/>
        <a:p>
          <a:endParaRPr lang="en-US"/>
        </a:p>
      </dgm:t>
    </dgm:pt>
    <dgm:pt modelId="{1F5FDEAC-7CE7-4A3D-98BD-67E746A90F9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E7463143-0462-4E0E-ABAB-972B986EC206}" type="parTrans" cxnId="{67D813DF-55E8-4263-B19B-7D20DC81B403}">
      <dgm:prSet/>
      <dgm:spPr/>
      <dgm:t>
        <a:bodyPr/>
        <a:lstStyle/>
        <a:p>
          <a:endParaRPr lang="en-US"/>
        </a:p>
      </dgm:t>
    </dgm:pt>
    <dgm:pt modelId="{F04297D3-92AE-4A45-9809-2CD38B49566A}" type="sibTrans" cxnId="{67D813DF-55E8-4263-B19B-7D20DC81B403}">
      <dgm:prSet/>
      <dgm:spPr/>
      <dgm:t>
        <a:bodyPr/>
        <a:lstStyle/>
        <a:p>
          <a:endParaRPr lang="en-US"/>
        </a:p>
      </dgm:t>
    </dgm:pt>
    <dgm:pt modelId="{D146FD4F-CC3E-4D5C-B86F-381CBDD2119E}" type="pres">
      <dgm:prSet presAssocID="{EE223D05-642A-47CF-AE4E-151AE71E05DF}" presName="diagram" presStyleCnt="0">
        <dgm:presLayoutVars>
          <dgm:dir/>
          <dgm:resizeHandles val="exact"/>
        </dgm:presLayoutVars>
      </dgm:prSet>
      <dgm:spPr/>
    </dgm:pt>
    <dgm:pt modelId="{3111F6F7-0116-4BD4-93B1-C613F9AA38AB}" type="pres">
      <dgm:prSet presAssocID="{B3D6DBA6-953B-4D7C-B07C-370918FB10A5}" presName="node" presStyleLbl="node1" presStyleIdx="0" presStyleCnt="5">
        <dgm:presLayoutVars>
          <dgm:bulletEnabled val="1"/>
        </dgm:presLayoutVars>
      </dgm:prSet>
      <dgm:spPr/>
    </dgm:pt>
    <dgm:pt modelId="{24D679C7-06A1-4226-86B1-B0CCB4806775}" type="pres">
      <dgm:prSet presAssocID="{A3BB729E-0280-4900-B403-C24AC6431D5A}" presName="sibTrans" presStyleCnt="0"/>
      <dgm:spPr/>
    </dgm:pt>
    <dgm:pt modelId="{CC7752AC-75F6-4A5F-8362-CEABA82B79B4}" type="pres">
      <dgm:prSet presAssocID="{F4EF2BEE-53B2-4F79-A508-E323CD524D3B}" presName="node" presStyleLbl="node1" presStyleIdx="1" presStyleCnt="5">
        <dgm:presLayoutVars>
          <dgm:bulletEnabled val="1"/>
        </dgm:presLayoutVars>
      </dgm:prSet>
      <dgm:spPr/>
    </dgm:pt>
    <dgm:pt modelId="{3395E602-89EA-4666-A541-4C6C77397624}" type="pres">
      <dgm:prSet presAssocID="{71130F41-D542-4E45-AD28-A8182B9DA070}" presName="sibTrans" presStyleCnt="0"/>
      <dgm:spPr/>
    </dgm:pt>
    <dgm:pt modelId="{68C998FC-25F3-4C0E-8C4B-4CFC7A22766B}" type="pres">
      <dgm:prSet presAssocID="{BD548E96-FED3-41C5-9D7B-E7B04E2AA6BA}" presName="node" presStyleLbl="node1" presStyleIdx="2" presStyleCnt="5">
        <dgm:presLayoutVars>
          <dgm:bulletEnabled val="1"/>
        </dgm:presLayoutVars>
      </dgm:prSet>
      <dgm:spPr/>
    </dgm:pt>
    <dgm:pt modelId="{3D06945C-B026-4B7C-8502-1D72CB53AE4F}" type="pres">
      <dgm:prSet presAssocID="{6902861A-C607-47D4-BDEC-1584471145BA}" presName="sibTrans" presStyleCnt="0"/>
      <dgm:spPr/>
    </dgm:pt>
    <dgm:pt modelId="{5113B5D1-4FC0-4A68-BFE6-76E4B34C99B6}" type="pres">
      <dgm:prSet presAssocID="{61E730B5-2749-4BE5-842C-EB757FB22B74}" presName="node" presStyleLbl="node1" presStyleIdx="3" presStyleCnt="5">
        <dgm:presLayoutVars>
          <dgm:bulletEnabled val="1"/>
        </dgm:presLayoutVars>
      </dgm:prSet>
      <dgm:spPr/>
    </dgm:pt>
    <dgm:pt modelId="{D4207C7F-DFBA-4CF5-A7CE-C291E1ECAE82}" type="pres">
      <dgm:prSet presAssocID="{5856CA1F-CF8D-4331-963F-9B5A0C95DEF7}" presName="sibTrans" presStyleCnt="0"/>
      <dgm:spPr/>
    </dgm:pt>
    <dgm:pt modelId="{EC35A8B1-0F1B-4DB6-B5BC-C3D0EE2E4FEA}" type="pres">
      <dgm:prSet presAssocID="{1F5FDEAC-7CE7-4A3D-98BD-67E746A90F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E150E01-0DE9-42E9-AF8C-11D7A5803F2C}" srcId="{EE223D05-642A-47CF-AE4E-151AE71E05DF}" destId="{BD548E96-FED3-41C5-9D7B-E7B04E2AA6BA}" srcOrd="2" destOrd="0" parTransId="{43FA74DA-0A0D-4918-9329-6E46397C257F}" sibTransId="{6902861A-C607-47D4-BDEC-1584471145BA}"/>
    <dgm:cxn modelId="{37D91510-6F49-498F-AF1C-5271A248E237}" type="presOf" srcId="{F4EF2BEE-53B2-4F79-A508-E323CD524D3B}" destId="{CC7752AC-75F6-4A5F-8362-CEABA82B79B4}" srcOrd="0" destOrd="0" presId="urn:microsoft.com/office/officeart/2005/8/layout/default"/>
    <dgm:cxn modelId="{27C3292F-B712-4AF9-94FD-17BF5346AF73}" type="presOf" srcId="{61E730B5-2749-4BE5-842C-EB757FB22B74}" destId="{5113B5D1-4FC0-4A68-BFE6-76E4B34C99B6}" srcOrd="0" destOrd="0" presId="urn:microsoft.com/office/officeart/2005/8/layout/default"/>
    <dgm:cxn modelId="{6FF2175C-2E43-4BEF-B1A5-129A7CBD4069}" srcId="{EE223D05-642A-47CF-AE4E-151AE71E05DF}" destId="{F4EF2BEE-53B2-4F79-A508-E323CD524D3B}" srcOrd="1" destOrd="0" parTransId="{3BD34E9F-C437-4638-BEFA-4C2513F4EA02}" sibTransId="{71130F41-D542-4E45-AD28-A8182B9DA070}"/>
    <dgm:cxn modelId="{381AB142-4C50-4409-9668-F898E84CC1A0}" type="presOf" srcId="{1F5FDEAC-7CE7-4A3D-98BD-67E746A90F9D}" destId="{EC35A8B1-0F1B-4DB6-B5BC-C3D0EE2E4FEA}" srcOrd="0" destOrd="0" presId="urn:microsoft.com/office/officeart/2005/8/layout/default"/>
    <dgm:cxn modelId="{AFA2D752-956C-4C5F-ABAC-98F42DFD4B0A}" type="presOf" srcId="{EE223D05-642A-47CF-AE4E-151AE71E05DF}" destId="{D146FD4F-CC3E-4D5C-B86F-381CBDD2119E}" srcOrd="0" destOrd="0" presId="urn:microsoft.com/office/officeart/2005/8/layout/default"/>
    <dgm:cxn modelId="{F82C3EB3-7188-4A3D-AA93-933A485ACC91}" srcId="{EE223D05-642A-47CF-AE4E-151AE71E05DF}" destId="{61E730B5-2749-4BE5-842C-EB757FB22B74}" srcOrd="3" destOrd="0" parTransId="{C5C383A6-CCC2-45F3-A58D-563B3B2CFDF5}" sibTransId="{5856CA1F-CF8D-4331-963F-9B5A0C95DEF7}"/>
    <dgm:cxn modelId="{E20B89CB-5C94-42CB-8478-11F97EC1EBAC}" type="presOf" srcId="{BD548E96-FED3-41C5-9D7B-E7B04E2AA6BA}" destId="{68C998FC-25F3-4C0E-8C4B-4CFC7A22766B}" srcOrd="0" destOrd="0" presId="urn:microsoft.com/office/officeart/2005/8/layout/default"/>
    <dgm:cxn modelId="{67D813DF-55E8-4263-B19B-7D20DC81B403}" srcId="{EE223D05-642A-47CF-AE4E-151AE71E05DF}" destId="{1F5FDEAC-7CE7-4A3D-98BD-67E746A90F9D}" srcOrd="4" destOrd="0" parTransId="{E7463143-0462-4E0E-ABAB-972B986EC206}" sibTransId="{F04297D3-92AE-4A45-9809-2CD38B49566A}"/>
    <dgm:cxn modelId="{AF49A6EA-861E-4260-901A-4C70B6E567D1}" srcId="{EE223D05-642A-47CF-AE4E-151AE71E05DF}" destId="{B3D6DBA6-953B-4D7C-B07C-370918FB10A5}" srcOrd="0" destOrd="0" parTransId="{D03ED686-BFC7-4B81-9FB3-5B5678975F34}" sibTransId="{A3BB729E-0280-4900-B403-C24AC6431D5A}"/>
    <dgm:cxn modelId="{560FD4F8-66ED-4352-ADF3-2CFBFC1C0622}" type="presOf" srcId="{B3D6DBA6-953B-4D7C-B07C-370918FB10A5}" destId="{3111F6F7-0116-4BD4-93B1-C613F9AA38AB}" srcOrd="0" destOrd="0" presId="urn:microsoft.com/office/officeart/2005/8/layout/default"/>
    <dgm:cxn modelId="{38B3F811-ACE0-41A8-B65F-61041A169FC7}" type="presParOf" srcId="{D146FD4F-CC3E-4D5C-B86F-381CBDD2119E}" destId="{3111F6F7-0116-4BD4-93B1-C613F9AA38AB}" srcOrd="0" destOrd="0" presId="urn:microsoft.com/office/officeart/2005/8/layout/default"/>
    <dgm:cxn modelId="{18683748-99D7-4158-8D77-86B34950EBDE}" type="presParOf" srcId="{D146FD4F-CC3E-4D5C-B86F-381CBDD2119E}" destId="{24D679C7-06A1-4226-86B1-B0CCB4806775}" srcOrd="1" destOrd="0" presId="urn:microsoft.com/office/officeart/2005/8/layout/default"/>
    <dgm:cxn modelId="{9C86D0AF-E34A-498A-A1CC-6CFF5C95E366}" type="presParOf" srcId="{D146FD4F-CC3E-4D5C-B86F-381CBDD2119E}" destId="{CC7752AC-75F6-4A5F-8362-CEABA82B79B4}" srcOrd="2" destOrd="0" presId="urn:microsoft.com/office/officeart/2005/8/layout/default"/>
    <dgm:cxn modelId="{073C9681-A603-4DC9-A905-93B24877FD25}" type="presParOf" srcId="{D146FD4F-CC3E-4D5C-B86F-381CBDD2119E}" destId="{3395E602-89EA-4666-A541-4C6C77397624}" srcOrd="3" destOrd="0" presId="urn:microsoft.com/office/officeart/2005/8/layout/default"/>
    <dgm:cxn modelId="{B5E5EDCD-6166-4C6D-A657-6A9AD39A4202}" type="presParOf" srcId="{D146FD4F-CC3E-4D5C-B86F-381CBDD2119E}" destId="{68C998FC-25F3-4C0E-8C4B-4CFC7A22766B}" srcOrd="4" destOrd="0" presId="urn:microsoft.com/office/officeart/2005/8/layout/default"/>
    <dgm:cxn modelId="{89783DBC-CBC1-46B2-A53D-8071B56283A5}" type="presParOf" srcId="{D146FD4F-CC3E-4D5C-B86F-381CBDD2119E}" destId="{3D06945C-B026-4B7C-8502-1D72CB53AE4F}" srcOrd="5" destOrd="0" presId="urn:microsoft.com/office/officeart/2005/8/layout/default"/>
    <dgm:cxn modelId="{BF0ADD10-D8D0-4C88-858D-1EB8973338F1}" type="presParOf" srcId="{D146FD4F-CC3E-4D5C-B86F-381CBDD2119E}" destId="{5113B5D1-4FC0-4A68-BFE6-76E4B34C99B6}" srcOrd="6" destOrd="0" presId="urn:microsoft.com/office/officeart/2005/8/layout/default"/>
    <dgm:cxn modelId="{029089CE-8415-4AB9-927D-A8EC8C5DAE20}" type="presParOf" srcId="{D146FD4F-CC3E-4D5C-B86F-381CBDD2119E}" destId="{D4207C7F-DFBA-4CF5-A7CE-C291E1ECAE82}" srcOrd="7" destOrd="0" presId="urn:microsoft.com/office/officeart/2005/8/layout/default"/>
    <dgm:cxn modelId="{84725714-E1A3-4508-82DB-34F360AEC1D3}" type="presParOf" srcId="{D146FD4F-CC3E-4D5C-B86F-381CBDD2119E}" destId="{EC35A8B1-0F1B-4DB6-B5BC-C3D0EE2E4F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223D05-642A-47CF-AE4E-151AE71E05DF}" type="doc">
      <dgm:prSet loTypeId="urn:microsoft.com/office/officeart/2005/8/layout/default" loCatId="list" qsTypeId="urn:microsoft.com/office/officeart/2005/8/quickstyle/3d5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D6DBA6-953B-4D7C-B07C-370918FB10A5}">
      <dgm:prSet phldrT="[Text]"/>
      <dgm:spPr/>
      <dgm:t>
        <a:bodyPr/>
        <a:lstStyle/>
        <a:p>
          <a:r>
            <a:rPr lang="en-US" b="1" i="0" dirty="0"/>
            <a:t>Iterative Development</a:t>
          </a:r>
          <a:endParaRPr lang="en-US" dirty="0"/>
        </a:p>
      </dgm:t>
    </dgm:pt>
    <dgm:pt modelId="{D03ED686-BFC7-4B81-9FB3-5B5678975F34}" type="parTrans" cxnId="{AF49A6EA-861E-4260-901A-4C70B6E567D1}">
      <dgm:prSet/>
      <dgm:spPr/>
      <dgm:t>
        <a:bodyPr/>
        <a:lstStyle/>
        <a:p>
          <a:endParaRPr lang="en-US"/>
        </a:p>
      </dgm:t>
    </dgm:pt>
    <dgm:pt modelId="{A3BB729E-0280-4900-B403-C24AC6431D5A}" type="sibTrans" cxnId="{AF49A6EA-861E-4260-901A-4C70B6E567D1}">
      <dgm:prSet/>
      <dgm:spPr/>
      <dgm:t>
        <a:bodyPr/>
        <a:lstStyle/>
        <a:p>
          <a:endParaRPr lang="en-US"/>
        </a:p>
      </dgm:t>
    </dgm:pt>
    <dgm:pt modelId="{F4EF2BEE-53B2-4F79-A508-E323CD524D3B}">
      <dgm:prSet phldrT="[Text]"/>
      <dgm:spPr/>
      <dgm:t>
        <a:bodyPr/>
        <a:lstStyle/>
        <a:p>
          <a:r>
            <a:rPr lang="en-US" b="1" i="0" dirty="0"/>
            <a:t>Focus on Value</a:t>
          </a:r>
          <a:endParaRPr lang="en-US" dirty="0"/>
        </a:p>
      </dgm:t>
    </dgm:pt>
    <dgm:pt modelId="{3BD34E9F-C437-4638-BEFA-4C2513F4EA02}" type="parTrans" cxnId="{6FF2175C-2E43-4BEF-B1A5-129A7CBD4069}">
      <dgm:prSet/>
      <dgm:spPr/>
      <dgm:t>
        <a:bodyPr/>
        <a:lstStyle/>
        <a:p>
          <a:endParaRPr lang="en-US"/>
        </a:p>
      </dgm:t>
    </dgm:pt>
    <dgm:pt modelId="{71130F41-D542-4E45-AD28-A8182B9DA070}" type="sibTrans" cxnId="{6FF2175C-2E43-4BEF-B1A5-129A7CBD4069}">
      <dgm:prSet/>
      <dgm:spPr/>
      <dgm:t>
        <a:bodyPr/>
        <a:lstStyle/>
        <a:p>
          <a:endParaRPr lang="en-US"/>
        </a:p>
      </dgm:t>
    </dgm:pt>
    <dgm:pt modelId="{BD548E96-FED3-41C5-9D7B-E7B04E2AA6BA}">
      <dgm:prSet phldrT="[Text]"/>
      <dgm:spPr/>
      <dgm:t>
        <a:bodyPr/>
        <a:lstStyle/>
        <a:p>
          <a:r>
            <a:rPr lang="en-US" b="1" i="0" dirty="0"/>
            <a:t>Customer Collaboration</a:t>
          </a:r>
          <a:endParaRPr lang="en-US" dirty="0"/>
        </a:p>
      </dgm:t>
    </dgm:pt>
    <dgm:pt modelId="{43FA74DA-0A0D-4918-9329-6E46397C257F}" type="parTrans" cxnId="{9E150E01-0DE9-42E9-AF8C-11D7A5803F2C}">
      <dgm:prSet/>
      <dgm:spPr/>
      <dgm:t>
        <a:bodyPr/>
        <a:lstStyle/>
        <a:p>
          <a:endParaRPr lang="en-US"/>
        </a:p>
      </dgm:t>
    </dgm:pt>
    <dgm:pt modelId="{6902861A-C607-47D4-BDEC-1584471145BA}" type="sibTrans" cxnId="{9E150E01-0DE9-42E9-AF8C-11D7A5803F2C}">
      <dgm:prSet/>
      <dgm:spPr/>
      <dgm:t>
        <a:bodyPr/>
        <a:lstStyle/>
        <a:p>
          <a:endParaRPr lang="en-US"/>
        </a:p>
      </dgm:t>
    </dgm:pt>
    <dgm:pt modelId="{61E730B5-2749-4BE5-842C-EB757FB22B74}">
      <dgm:prSet phldrT="[Text]"/>
      <dgm:spPr/>
      <dgm:t>
        <a:bodyPr/>
        <a:lstStyle/>
        <a:p>
          <a:r>
            <a:rPr lang="en-US" b="1" i="0" dirty="0"/>
            <a:t>Embrace Change</a:t>
          </a:r>
          <a:endParaRPr lang="en-US" dirty="0"/>
        </a:p>
      </dgm:t>
    </dgm:pt>
    <dgm:pt modelId="{C5C383A6-CCC2-45F3-A58D-563B3B2CFDF5}" type="parTrans" cxnId="{F82C3EB3-7188-4A3D-AA93-933A485ACC91}">
      <dgm:prSet/>
      <dgm:spPr/>
      <dgm:t>
        <a:bodyPr/>
        <a:lstStyle/>
        <a:p>
          <a:endParaRPr lang="en-US"/>
        </a:p>
      </dgm:t>
    </dgm:pt>
    <dgm:pt modelId="{5856CA1F-CF8D-4331-963F-9B5A0C95DEF7}" type="sibTrans" cxnId="{F82C3EB3-7188-4A3D-AA93-933A485ACC91}">
      <dgm:prSet/>
      <dgm:spPr/>
      <dgm:t>
        <a:bodyPr/>
        <a:lstStyle/>
        <a:p>
          <a:endParaRPr lang="en-US"/>
        </a:p>
      </dgm:t>
    </dgm:pt>
    <dgm:pt modelId="{1F5FDEAC-7CE7-4A3D-98BD-67E746A90F9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E7463143-0462-4E0E-ABAB-972B986EC206}" type="parTrans" cxnId="{67D813DF-55E8-4263-B19B-7D20DC81B403}">
      <dgm:prSet/>
      <dgm:spPr/>
      <dgm:t>
        <a:bodyPr/>
        <a:lstStyle/>
        <a:p>
          <a:endParaRPr lang="en-US"/>
        </a:p>
      </dgm:t>
    </dgm:pt>
    <dgm:pt modelId="{F04297D3-92AE-4A45-9809-2CD38B49566A}" type="sibTrans" cxnId="{67D813DF-55E8-4263-B19B-7D20DC81B403}">
      <dgm:prSet/>
      <dgm:spPr/>
      <dgm:t>
        <a:bodyPr/>
        <a:lstStyle/>
        <a:p>
          <a:endParaRPr lang="en-US"/>
        </a:p>
      </dgm:t>
    </dgm:pt>
    <dgm:pt modelId="{D146FD4F-CC3E-4D5C-B86F-381CBDD2119E}" type="pres">
      <dgm:prSet presAssocID="{EE223D05-642A-47CF-AE4E-151AE71E05DF}" presName="diagram" presStyleCnt="0">
        <dgm:presLayoutVars>
          <dgm:dir/>
          <dgm:resizeHandles val="exact"/>
        </dgm:presLayoutVars>
      </dgm:prSet>
      <dgm:spPr/>
    </dgm:pt>
    <dgm:pt modelId="{3111F6F7-0116-4BD4-93B1-C613F9AA38AB}" type="pres">
      <dgm:prSet presAssocID="{B3D6DBA6-953B-4D7C-B07C-370918FB10A5}" presName="node" presStyleLbl="node1" presStyleIdx="0" presStyleCnt="5">
        <dgm:presLayoutVars>
          <dgm:bulletEnabled val="1"/>
        </dgm:presLayoutVars>
      </dgm:prSet>
      <dgm:spPr/>
    </dgm:pt>
    <dgm:pt modelId="{24D679C7-06A1-4226-86B1-B0CCB4806775}" type="pres">
      <dgm:prSet presAssocID="{A3BB729E-0280-4900-B403-C24AC6431D5A}" presName="sibTrans" presStyleCnt="0"/>
      <dgm:spPr/>
    </dgm:pt>
    <dgm:pt modelId="{CC7752AC-75F6-4A5F-8362-CEABA82B79B4}" type="pres">
      <dgm:prSet presAssocID="{F4EF2BEE-53B2-4F79-A508-E323CD524D3B}" presName="node" presStyleLbl="node1" presStyleIdx="1" presStyleCnt="5">
        <dgm:presLayoutVars>
          <dgm:bulletEnabled val="1"/>
        </dgm:presLayoutVars>
      </dgm:prSet>
      <dgm:spPr/>
    </dgm:pt>
    <dgm:pt modelId="{3395E602-89EA-4666-A541-4C6C77397624}" type="pres">
      <dgm:prSet presAssocID="{71130F41-D542-4E45-AD28-A8182B9DA070}" presName="sibTrans" presStyleCnt="0"/>
      <dgm:spPr/>
    </dgm:pt>
    <dgm:pt modelId="{68C998FC-25F3-4C0E-8C4B-4CFC7A22766B}" type="pres">
      <dgm:prSet presAssocID="{BD548E96-FED3-41C5-9D7B-E7B04E2AA6BA}" presName="node" presStyleLbl="node1" presStyleIdx="2" presStyleCnt="5">
        <dgm:presLayoutVars>
          <dgm:bulletEnabled val="1"/>
        </dgm:presLayoutVars>
      </dgm:prSet>
      <dgm:spPr/>
    </dgm:pt>
    <dgm:pt modelId="{3D06945C-B026-4B7C-8502-1D72CB53AE4F}" type="pres">
      <dgm:prSet presAssocID="{6902861A-C607-47D4-BDEC-1584471145BA}" presName="sibTrans" presStyleCnt="0"/>
      <dgm:spPr/>
    </dgm:pt>
    <dgm:pt modelId="{5113B5D1-4FC0-4A68-BFE6-76E4B34C99B6}" type="pres">
      <dgm:prSet presAssocID="{61E730B5-2749-4BE5-842C-EB757FB22B74}" presName="node" presStyleLbl="node1" presStyleIdx="3" presStyleCnt="5">
        <dgm:presLayoutVars>
          <dgm:bulletEnabled val="1"/>
        </dgm:presLayoutVars>
      </dgm:prSet>
      <dgm:spPr/>
    </dgm:pt>
    <dgm:pt modelId="{D4207C7F-DFBA-4CF5-A7CE-C291E1ECAE82}" type="pres">
      <dgm:prSet presAssocID="{5856CA1F-CF8D-4331-963F-9B5A0C95DEF7}" presName="sibTrans" presStyleCnt="0"/>
      <dgm:spPr/>
    </dgm:pt>
    <dgm:pt modelId="{EC35A8B1-0F1B-4DB6-B5BC-C3D0EE2E4FEA}" type="pres">
      <dgm:prSet presAssocID="{1F5FDEAC-7CE7-4A3D-98BD-67E746A90F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E150E01-0DE9-42E9-AF8C-11D7A5803F2C}" srcId="{EE223D05-642A-47CF-AE4E-151AE71E05DF}" destId="{BD548E96-FED3-41C5-9D7B-E7B04E2AA6BA}" srcOrd="2" destOrd="0" parTransId="{43FA74DA-0A0D-4918-9329-6E46397C257F}" sibTransId="{6902861A-C607-47D4-BDEC-1584471145BA}"/>
    <dgm:cxn modelId="{37D91510-6F49-498F-AF1C-5271A248E237}" type="presOf" srcId="{F4EF2BEE-53B2-4F79-A508-E323CD524D3B}" destId="{CC7752AC-75F6-4A5F-8362-CEABA82B79B4}" srcOrd="0" destOrd="0" presId="urn:microsoft.com/office/officeart/2005/8/layout/default"/>
    <dgm:cxn modelId="{27C3292F-B712-4AF9-94FD-17BF5346AF73}" type="presOf" srcId="{61E730B5-2749-4BE5-842C-EB757FB22B74}" destId="{5113B5D1-4FC0-4A68-BFE6-76E4B34C99B6}" srcOrd="0" destOrd="0" presId="urn:microsoft.com/office/officeart/2005/8/layout/default"/>
    <dgm:cxn modelId="{6FF2175C-2E43-4BEF-B1A5-129A7CBD4069}" srcId="{EE223D05-642A-47CF-AE4E-151AE71E05DF}" destId="{F4EF2BEE-53B2-4F79-A508-E323CD524D3B}" srcOrd="1" destOrd="0" parTransId="{3BD34E9F-C437-4638-BEFA-4C2513F4EA02}" sibTransId="{71130F41-D542-4E45-AD28-A8182B9DA070}"/>
    <dgm:cxn modelId="{381AB142-4C50-4409-9668-F898E84CC1A0}" type="presOf" srcId="{1F5FDEAC-7CE7-4A3D-98BD-67E746A90F9D}" destId="{EC35A8B1-0F1B-4DB6-B5BC-C3D0EE2E4FEA}" srcOrd="0" destOrd="0" presId="urn:microsoft.com/office/officeart/2005/8/layout/default"/>
    <dgm:cxn modelId="{AFA2D752-956C-4C5F-ABAC-98F42DFD4B0A}" type="presOf" srcId="{EE223D05-642A-47CF-AE4E-151AE71E05DF}" destId="{D146FD4F-CC3E-4D5C-B86F-381CBDD2119E}" srcOrd="0" destOrd="0" presId="urn:microsoft.com/office/officeart/2005/8/layout/default"/>
    <dgm:cxn modelId="{F82C3EB3-7188-4A3D-AA93-933A485ACC91}" srcId="{EE223D05-642A-47CF-AE4E-151AE71E05DF}" destId="{61E730B5-2749-4BE5-842C-EB757FB22B74}" srcOrd="3" destOrd="0" parTransId="{C5C383A6-CCC2-45F3-A58D-563B3B2CFDF5}" sibTransId="{5856CA1F-CF8D-4331-963F-9B5A0C95DEF7}"/>
    <dgm:cxn modelId="{E20B89CB-5C94-42CB-8478-11F97EC1EBAC}" type="presOf" srcId="{BD548E96-FED3-41C5-9D7B-E7B04E2AA6BA}" destId="{68C998FC-25F3-4C0E-8C4B-4CFC7A22766B}" srcOrd="0" destOrd="0" presId="urn:microsoft.com/office/officeart/2005/8/layout/default"/>
    <dgm:cxn modelId="{67D813DF-55E8-4263-B19B-7D20DC81B403}" srcId="{EE223D05-642A-47CF-AE4E-151AE71E05DF}" destId="{1F5FDEAC-7CE7-4A3D-98BD-67E746A90F9D}" srcOrd="4" destOrd="0" parTransId="{E7463143-0462-4E0E-ABAB-972B986EC206}" sibTransId="{F04297D3-92AE-4A45-9809-2CD38B49566A}"/>
    <dgm:cxn modelId="{AF49A6EA-861E-4260-901A-4C70B6E567D1}" srcId="{EE223D05-642A-47CF-AE4E-151AE71E05DF}" destId="{B3D6DBA6-953B-4D7C-B07C-370918FB10A5}" srcOrd="0" destOrd="0" parTransId="{D03ED686-BFC7-4B81-9FB3-5B5678975F34}" sibTransId="{A3BB729E-0280-4900-B403-C24AC6431D5A}"/>
    <dgm:cxn modelId="{560FD4F8-66ED-4352-ADF3-2CFBFC1C0622}" type="presOf" srcId="{B3D6DBA6-953B-4D7C-B07C-370918FB10A5}" destId="{3111F6F7-0116-4BD4-93B1-C613F9AA38AB}" srcOrd="0" destOrd="0" presId="urn:microsoft.com/office/officeart/2005/8/layout/default"/>
    <dgm:cxn modelId="{38B3F811-ACE0-41A8-B65F-61041A169FC7}" type="presParOf" srcId="{D146FD4F-CC3E-4D5C-B86F-381CBDD2119E}" destId="{3111F6F7-0116-4BD4-93B1-C613F9AA38AB}" srcOrd="0" destOrd="0" presId="urn:microsoft.com/office/officeart/2005/8/layout/default"/>
    <dgm:cxn modelId="{18683748-99D7-4158-8D77-86B34950EBDE}" type="presParOf" srcId="{D146FD4F-CC3E-4D5C-B86F-381CBDD2119E}" destId="{24D679C7-06A1-4226-86B1-B0CCB4806775}" srcOrd="1" destOrd="0" presId="urn:microsoft.com/office/officeart/2005/8/layout/default"/>
    <dgm:cxn modelId="{9C86D0AF-E34A-498A-A1CC-6CFF5C95E366}" type="presParOf" srcId="{D146FD4F-CC3E-4D5C-B86F-381CBDD2119E}" destId="{CC7752AC-75F6-4A5F-8362-CEABA82B79B4}" srcOrd="2" destOrd="0" presId="urn:microsoft.com/office/officeart/2005/8/layout/default"/>
    <dgm:cxn modelId="{073C9681-A603-4DC9-A905-93B24877FD25}" type="presParOf" srcId="{D146FD4F-CC3E-4D5C-B86F-381CBDD2119E}" destId="{3395E602-89EA-4666-A541-4C6C77397624}" srcOrd="3" destOrd="0" presId="urn:microsoft.com/office/officeart/2005/8/layout/default"/>
    <dgm:cxn modelId="{B5E5EDCD-6166-4C6D-A657-6A9AD39A4202}" type="presParOf" srcId="{D146FD4F-CC3E-4D5C-B86F-381CBDD2119E}" destId="{68C998FC-25F3-4C0E-8C4B-4CFC7A22766B}" srcOrd="4" destOrd="0" presId="urn:microsoft.com/office/officeart/2005/8/layout/default"/>
    <dgm:cxn modelId="{89783DBC-CBC1-46B2-A53D-8071B56283A5}" type="presParOf" srcId="{D146FD4F-CC3E-4D5C-B86F-381CBDD2119E}" destId="{3D06945C-B026-4B7C-8502-1D72CB53AE4F}" srcOrd="5" destOrd="0" presId="urn:microsoft.com/office/officeart/2005/8/layout/default"/>
    <dgm:cxn modelId="{BF0ADD10-D8D0-4C88-858D-1EB8973338F1}" type="presParOf" srcId="{D146FD4F-CC3E-4D5C-B86F-381CBDD2119E}" destId="{5113B5D1-4FC0-4A68-BFE6-76E4B34C99B6}" srcOrd="6" destOrd="0" presId="urn:microsoft.com/office/officeart/2005/8/layout/default"/>
    <dgm:cxn modelId="{029089CE-8415-4AB9-927D-A8EC8C5DAE20}" type="presParOf" srcId="{D146FD4F-CC3E-4D5C-B86F-381CBDD2119E}" destId="{D4207C7F-DFBA-4CF5-A7CE-C291E1ECAE82}" srcOrd="7" destOrd="0" presId="urn:microsoft.com/office/officeart/2005/8/layout/default"/>
    <dgm:cxn modelId="{84725714-E1A3-4508-82DB-34F360AEC1D3}" type="presParOf" srcId="{D146FD4F-CC3E-4D5C-B86F-381CBDD2119E}" destId="{EC35A8B1-0F1B-4DB6-B5BC-C3D0EE2E4FE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6F7-0116-4BD4-93B1-C613F9AA38AB}">
      <dsp:nvSpPr>
        <dsp:cNvPr id="0" name=""/>
        <dsp:cNvSpPr/>
      </dsp:nvSpPr>
      <dsp:spPr>
        <a:xfrm>
          <a:off x="0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Iterative Development</a:t>
          </a:r>
          <a:endParaRPr lang="en-US" sz="3200" kern="1200" dirty="0"/>
        </a:p>
      </dsp:txBody>
      <dsp:txXfrm>
        <a:off x="0" y="215197"/>
        <a:ext cx="2619374" cy="1571624"/>
      </dsp:txXfrm>
    </dsp:sp>
    <dsp:sp modelId="{CC7752AC-75F6-4A5F-8362-CEABA82B79B4}">
      <dsp:nvSpPr>
        <dsp:cNvPr id="0" name=""/>
        <dsp:cNvSpPr/>
      </dsp:nvSpPr>
      <dsp:spPr>
        <a:xfrm>
          <a:off x="2881312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Focus on Value</a:t>
          </a:r>
          <a:endParaRPr lang="en-US" sz="3200" kern="1200" dirty="0"/>
        </a:p>
      </dsp:txBody>
      <dsp:txXfrm>
        <a:off x="2881312" y="215197"/>
        <a:ext cx="2619374" cy="1571624"/>
      </dsp:txXfrm>
    </dsp:sp>
    <dsp:sp modelId="{68C998FC-25F3-4C0E-8C4B-4CFC7A22766B}">
      <dsp:nvSpPr>
        <dsp:cNvPr id="0" name=""/>
        <dsp:cNvSpPr/>
      </dsp:nvSpPr>
      <dsp:spPr>
        <a:xfrm>
          <a:off x="5762625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Customer Collaboration</a:t>
          </a:r>
          <a:endParaRPr lang="en-US" sz="3200" kern="1200" dirty="0"/>
        </a:p>
      </dsp:txBody>
      <dsp:txXfrm>
        <a:off x="5762625" y="215197"/>
        <a:ext cx="2619374" cy="1571624"/>
      </dsp:txXfrm>
    </dsp:sp>
    <dsp:sp modelId="{5113B5D1-4FC0-4A68-BFE6-76E4B34C99B6}">
      <dsp:nvSpPr>
        <dsp:cNvPr id="0" name=""/>
        <dsp:cNvSpPr/>
      </dsp:nvSpPr>
      <dsp:spPr>
        <a:xfrm>
          <a:off x="1440656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Embrace Change</a:t>
          </a:r>
          <a:endParaRPr lang="en-US" sz="3200" kern="1200" dirty="0"/>
        </a:p>
      </dsp:txBody>
      <dsp:txXfrm>
        <a:off x="1440656" y="2048759"/>
        <a:ext cx="2619374" cy="1571624"/>
      </dsp:txXfrm>
    </dsp:sp>
    <dsp:sp modelId="{EC35A8B1-0F1B-4DB6-B5BC-C3D0EE2E4FEA}">
      <dsp:nvSpPr>
        <dsp:cNvPr id="0" name=""/>
        <dsp:cNvSpPr/>
      </dsp:nvSpPr>
      <dsp:spPr>
        <a:xfrm>
          <a:off x="4321968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321968" y="2048759"/>
        <a:ext cx="2619374" cy="1571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6F7-0116-4BD4-93B1-C613F9AA38AB}">
      <dsp:nvSpPr>
        <dsp:cNvPr id="0" name=""/>
        <dsp:cNvSpPr/>
      </dsp:nvSpPr>
      <dsp:spPr>
        <a:xfrm>
          <a:off x="0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Iterative Development</a:t>
          </a:r>
          <a:endParaRPr lang="en-US" sz="3200" kern="1200" dirty="0"/>
        </a:p>
      </dsp:txBody>
      <dsp:txXfrm>
        <a:off x="0" y="215197"/>
        <a:ext cx="2619374" cy="1571624"/>
      </dsp:txXfrm>
    </dsp:sp>
    <dsp:sp modelId="{CC7752AC-75F6-4A5F-8362-CEABA82B79B4}">
      <dsp:nvSpPr>
        <dsp:cNvPr id="0" name=""/>
        <dsp:cNvSpPr/>
      </dsp:nvSpPr>
      <dsp:spPr>
        <a:xfrm>
          <a:off x="2881312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Focus on Value</a:t>
          </a:r>
          <a:endParaRPr lang="en-US" sz="3200" kern="1200" dirty="0"/>
        </a:p>
      </dsp:txBody>
      <dsp:txXfrm>
        <a:off x="2881312" y="215197"/>
        <a:ext cx="2619374" cy="1571624"/>
      </dsp:txXfrm>
    </dsp:sp>
    <dsp:sp modelId="{68C998FC-25F3-4C0E-8C4B-4CFC7A22766B}">
      <dsp:nvSpPr>
        <dsp:cNvPr id="0" name=""/>
        <dsp:cNvSpPr/>
      </dsp:nvSpPr>
      <dsp:spPr>
        <a:xfrm>
          <a:off x="5762625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Customer Collaboration</a:t>
          </a:r>
          <a:endParaRPr lang="en-US" sz="3200" kern="1200" dirty="0"/>
        </a:p>
      </dsp:txBody>
      <dsp:txXfrm>
        <a:off x="5762625" y="215197"/>
        <a:ext cx="2619374" cy="1571624"/>
      </dsp:txXfrm>
    </dsp:sp>
    <dsp:sp modelId="{5113B5D1-4FC0-4A68-BFE6-76E4B34C99B6}">
      <dsp:nvSpPr>
        <dsp:cNvPr id="0" name=""/>
        <dsp:cNvSpPr/>
      </dsp:nvSpPr>
      <dsp:spPr>
        <a:xfrm>
          <a:off x="1440656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Embrace Change</a:t>
          </a:r>
          <a:endParaRPr lang="en-US" sz="3200" kern="1200" dirty="0"/>
        </a:p>
      </dsp:txBody>
      <dsp:txXfrm>
        <a:off x="1440656" y="2048759"/>
        <a:ext cx="2619374" cy="1571624"/>
      </dsp:txXfrm>
    </dsp:sp>
    <dsp:sp modelId="{EC35A8B1-0F1B-4DB6-B5BC-C3D0EE2E4FEA}">
      <dsp:nvSpPr>
        <dsp:cNvPr id="0" name=""/>
        <dsp:cNvSpPr/>
      </dsp:nvSpPr>
      <dsp:spPr>
        <a:xfrm>
          <a:off x="4321968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321968" y="2048759"/>
        <a:ext cx="2619374" cy="15716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6F7-0116-4BD4-93B1-C613F9AA38AB}">
      <dsp:nvSpPr>
        <dsp:cNvPr id="0" name=""/>
        <dsp:cNvSpPr/>
      </dsp:nvSpPr>
      <dsp:spPr>
        <a:xfrm>
          <a:off x="0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Iterative Development</a:t>
          </a:r>
          <a:endParaRPr lang="en-US" sz="3200" kern="1200" dirty="0"/>
        </a:p>
      </dsp:txBody>
      <dsp:txXfrm>
        <a:off x="0" y="215197"/>
        <a:ext cx="2619374" cy="1571624"/>
      </dsp:txXfrm>
    </dsp:sp>
    <dsp:sp modelId="{CC7752AC-75F6-4A5F-8362-CEABA82B79B4}">
      <dsp:nvSpPr>
        <dsp:cNvPr id="0" name=""/>
        <dsp:cNvSpPr/>
      </dsp:nvSpPr>
      <dsp:spPr>
        <a:xfrm>
          <a:off x="2881312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Focus on Value</a:t>
          </a:r>
          <a:endParaRPr lang="en-US" sz="3200" kern="1200" dirty="0"/>
        </a:p>
      </dsp:txBody>
      <dsp:txXfrm>
        <a:off x="2881312" y="215197"/>
        <a:ext cx="2619374" cy="1571624"/>
      </dsp:txXfrm>
    </dsp:sp>
    <dsp:sp modelId="{68C998FC-25F3-4C0E-8C4B-4CFC7A22766B}">
      <dsp:nvSpPr>
        <dsp:cNvPr id="0" name=""/>
        <dsp:cNvSpPr/>
      </dsp:nvSpPr>
      <dsp:spPr>
        <a:xfrm>
          <a:off x="5762625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Customer Collaboration</a:t>
          </a:r>
          <a:endParaRPr lang="en-US" sz="3200" kern="1200" dirty="0"/>
        </a:p>
      </dsp:txBody>
      <dsp:txXfrm>
        <a:off x="5762625" y="215197"/>
        <a:ext cx="2619374" cy="1571624"/>
      </dsp:txXfrm>
    </dsp:sp>
    <dsp:sp modelId="{5113B5D1-4FC0-4A68-BFE6-76E4B34C99B6}">
      <dsp:nvSpPr>
        <dsp:cNvPr id="0" name=""/>
        <dsp:cNvSpPr/>
      </dsp:nvSpPr>
      <dsp:spPr>
        <a:xfrm>
          <a:off x="1440656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Embrace Change</a:t>
          </a:r>
          <a:endParaRPr lang="en-US" sz="3200" kern="1200" dirty="0"/>
        </a:p>
      </dsp:txBody>
      <dsp:txXfrm>
        <a:off x="1440656" y="2048759"/>
        <a:ext cx="2619374" cy="1571624"/>
      </dsp:txXfrm>
    </dsp:sp>
    <dsp:sp modelId="{EC35A8B1-0F1B-4DB6-B5BC-C3D0EE2E4FEA}">
      <dsp:nvSpPr>
        <dsp:cNvPr id="0" name=""/>
        <dsp:cNvSpPr/>
      </dsp:nvSpPr>
      <dsp:spPr>
        <a:xfrm>
          <a:off x="4321968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321968" y="2048759"/>
        <a:ext cx="2619374" cy="1571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6F7-0116-4BD4-93B1-C613F9AA38AB}">
      <dsp:nvSpPr>
        <dsp:cNvPr id="0" name=""/>
        <dsp:cNvSpPr/>
      </dsp:nvSpPr>
      <dsp:spPr>
        <a:xfrm>
          <a:off x="0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Iterative Development</a:t>
          </a:r>
          <a:endParaRPr lang="en-US" sz="3200" kern="1200" dirty="0"/>
        </a:p>
      </dsp:txBody>
      <dsp:txXfrm>
        <a:off x="0" y="215197"/>
        <a:ext cx="2619374" cy="1571624"/>
      </dsp:txXfrm>
    </dsp:sp>
    <dsp:sp modelId="{CC7752AC-75F6-4A5F-8362-CEABA82B79B4}">
      <dsp:nvSpPr>
        <dsp:cNvPr id="0" name=""/>
        <dsp:cNvSpPr/>
      </dsp:nvSpPr>
      <dsp:spPr>
        <a:xfrm>
          <a:off x="2881312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Focus on Value</a:t>
          </a:r>
          <a:endParaRPr lang="en-US" sz="3200" kern="1200" dirty="0"/>
        </a:p>
      </dsp:txBody>
      <dsp:txXfrm>
        <a:off x="2881312" y="215197"/>
        <a:ext cx="2619374" cy="1571624"/>
      </dsp:txXfrm>
    </dsp:sp>
    <dsp:sp modelId="{68C998FC-25F3-4C0E-8C4B-4CFC7A22766B}">
      <dsp:nvSpPr>
        <dsp:cNvPr id="0" name=""/>
        <dsp:cNvSpPr/>
      </dsp:nvSpPr>
      <dsp:spPr>
        <a:xfrm>
          <a:off x="5762625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Customer Collaboration</a:t>
          </a:r>
          <a:endParaRPr lang="en-US" sz="3200" kern="1200" dirty="0"/>
        </a:p>
      </dsp:txBody>
      <dsp:txXfrm>
        <a:off x="5762625" y="215197"/>
        <a:ext cx="2619374" cy="1571624"/>
      </dsp:txXfrm>
    </dsp:sp>
    <dsp:sp modelId="{5113B5D1-4FC0-4A68-BFE6-76E4B34C99B6}">
      <dsp:nvSpPr>
        <dsp:cNvPr id="0" name=""/>
        <dsp:cNvSpPr/>
      </dsp:nvSpPr>
      <dsp:spPr>
        <a:xfrm>
          <a:off x="1440656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Embrace Change</a:t>
          </a:r>
          <a:endParaRPr lang="en-US" sz="3200" kern="1200" dirty="0"/>
        </a:p>
      </dsp:txBody>
      <dsp:txXfrm>
        <a:off x="1440656" y="2048759"/>
        <a:ext cx="2619374" cy="1571624"/>
      </dsp:txXfrm>
    </dsp:sp>
    <dsp:sp modelId="{EC35A8B1-0F1B-4DB6-B5BC-C3D0EE2E4FEA}">
      <dsp:nvSpPr>
        <dsp:cNvPr id="0" name=""/>
        <dsp:cNvSpPr/>
      </dsp:nvSpPr>
      <dsp:spPr>
        <a:xfrm>
          <a:off x="4321968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321968" y="2048759"/>
        <a:ext cx="2619374" cy="15716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6F7-0116-4BD4-93B1-C613F9AA38AB}">
      <dsp:nvSpPr>
        <dsp:cNvPr id="0" name=""/>
        <dsp:cNvSpPr/>
      </dsp:nvSpPr>
      <dsp:spPr>
        <a:xfrm>
          <a:off x="0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Iterative Development</a:t>
          </a:r>
          <a:endParaRPr lang="en-US" sz="3200" kern="1200" dirty="0"/>
        </a:p>
      </dsp:txBody>
      <dsp:txXfrm>
        <a:off x="0" y="215197"/>
        <a:ext cx="2619374" cy="1571624"/>
      </dsp:txXfrm>
    </dsp:sp>
    <dsp:sp modelId="{CC7752AC-75F6-4A5F-8362-CEABA82B79B4}">
      <dsp:nvSpPr>
        <dsp:cNvPr id="0" name=""/>
        <dsp:cNvSpPr/>
      </dsp:nvSpPr>
      <dsp:spPr>
        <a:xfrm>
          <a:off x="2881312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Focus on Value</a:t>
          </a:r>
          <a:endParaRPr lang="en-US" sz="3200" kern="1200" dirty="0"/>
        </a:p>
      </dsp:txBody>
      <dsp:txXfrm>
        <a:off x="2881312" y="215197"/>
        <a:ext cx="2619374" cy="1571624"/>
      </dsp:txXfrm>
    </dsp:sp>
    <dsp:sp modelId="{68C998FC-25F3-4C0E-8C4B-4CFC7A22766B}">
      <dsp:nvSpPr>
        <dsp:cNvPr id="0" name=""/>
        <dsp:cNvSpPr/>
      </dsp:nvSpPr>
      <dsp:spPr>
        <a:xfrm>
          <a:off x="5762625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Customer Collaboration</a:t>
          </a:r>
          <a:endParaRPr lang="en-US" sz="3200" kern="1200" dirty="0"/>
        </a:p>
      </dsp:txBody>
      <dsp:txXfrm>
        <a:off x="5762625" y="215197"/>
        <a:ext cx="2619374" cy="1571624"/>
      </dsp:txXfrm>
    </dsp:sp>
    <dsp:sp modelId="{5113B5D1-4FC0-4A68-BFE6-76E4B34C99B6}">
      <dsp:nvSpPr>
        <dsp:cNvPr id="0" name=""/>
        <dsp:cNvSpPr/>
      </dsp:nvSpPr>
      <dsp:spPr>
        <a:xfrm>
          <a:off x="1440656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Embrace Change</a:t>
          </a:r>
          <a:endParaRPr lang="en-US" sz="3200" kern="1200" dirty="0"/>
        </a:p>
      </dsp:txBody>
      <dsp:txXfrm>
        <a:off x="1440656" y="2048759"/>
        <a:ext cx="2619374" cy="1571624"/>
      </dsp:txXfrm>
    </dsp:sp>
    <dsp:sp modelId="{EC35A8B1-0F1B-4DB6-B5BC-C3D0EE2E4FEA}">
      <dsp:nvSpPr>
        <dsp:cNvPr id="0" name=""/>
        <dsp:cNvSpPr/>
      </dsp:nvSpPr>
      <dsp:spPr>
        <a:xfrm>
          <a:off x="4321968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321968" y="2048759"/>
        <a:ext cx="2619374" cy="15716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6F7-0116-4BD4-93B1-C613F9AA38AB}">
      <dsp:nvSpPr>
        <dsp:cNvPr id="0" name=""/>
        <dsp:cNvSpPr/>
      </dsp:nvSpPr>
      <dsp:spPr>
        <a:xfrm>
          <a:off x="0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Iterative Development</a:t>
          </a:r>
          <a:endParaRPr lang="en-US" sz="3200" kern="1200" dirty="0"/>
        </a:p>
      </dsp:txBody>
      <dsp:txXfrm>
        <a:off x="0" y="215197"/>
        <a:ext cx="2619374" cy="1571624"/>
      </dsp:txXfrm>
    </dsp:sp>
    <dsp:sp modelId="{CC7752AC-75F6-4A5F-8362-CEABA82B79B4}">
      <dsp:nvSpPr>
        <dsp:cNvPr id="0" name=""/>
        <dsp:cNvSpPr/>
      </dsp:nvSpPr>
      <dsp:spPr>
        <a:xfrm>
          <a:off x="2881312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Focus on Value</a:t>
          </a:r>
          <a:endParaRPr lang="en-US" sz="3200" kern="1200" dirty="0"/>
        </a:p>
      </dsp:txBody>
      <dsp:txXfrm>
        <a:off x="2881312" y="215197"/>
        <a:ext cx="2619374" cy="1571624"/>
      </dsp:txXfrm>
    </dsp:sp>
    <dsp:sp modelId="{68C998FC-25F3-4C0E-8C4B-4CFC7A22766B}">
      <dsp:nvSpPr>
        <dsp:cNvPr id="0" name=""/>
        <dsp:cNvSpPr/>
      </dsp:nvSpPr>
      <dsp:spPr>
        <a:xfrm>
          <a:off x="5762625" y="215197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Customer Collaboration</a:t>
          </a:r>
          <a:endParaRPr lang="en-US" sz="3200" kern="1200" dirty="0"/>
        </a:p>
      </dsp:txBody>
      <dsp:txXfrm>
        <a:off x="5762625" y="215197"/>
        <a:ext cx="2619374" cy="1571624"/>
      </dsp:txXfrm>
    </dsp:sp>
    <dsp:sp modelId="{5113B5D1-4FC0-4A68-BFE6-76E4B34C99B6}">
      <dsp:nvSpPr>
        <dsp:cNvPr id="0" name=""/>
        <dsp:cNvSpPr/>
      </dsp:nvSpPr>
      <dsp:spPr>
        <a:xfrm>
          <a:off x="1440656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Embrace Change</a:t>
          </a:r>
          <a:endParaRPr lang="en-US" sz="3200" kern="1200" dirty="0"/>
        </a:p>
      </dsp:txBody>
      <dsp:txXfrm>
        <a:off x="1440656" y="2048759"/>
        <a:ext cx="2619374" cy="1571624"/>
      </dsp:txXfrm>
    </dsp:sp>
    <dsp:sp modelId="{EC35A8B1-0F1B-4DB6-B5BC-C3D0EE2E4FEA}">
      <dsp:nvSpPr>
        <dsp:cNvPr id="0" name=""/>
        <dsp:cNvSpPr/>
      </dsp:nvSpPr>
      <dsp:spPr>
        <a:xfrm>
          <a:off x="4321968" y="2048759"/>
          <a:ext cx="2619374" cy="1571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321968" y="2048759"/>
        <a:ext cx="2619374" cy="1571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172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8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376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607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0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35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498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9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581055"/>
            <a:ext cx="11755964" cy="163121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is a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project management methodology 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focused on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iterative development, collaboration, and adaptability.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</a:t>
            </a:r>
            <a:b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</a:br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is a popular approach for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software development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but the core principles can be applied to various professional settings.</a:t>
            </a:r>
            <a:endParaRPr lang="en-US" sz="4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91709-B7B5-E5D8-DD43-CBED2FAFF376}"/>
              </a:ext>
            </a:extLst>
          </p:cNvPr>
          <p:cNvSpPr txBox="1"/>
          <p:nvPr/>
        </p:nvSpPr>
        <p:spPr>
          <a:xfrm>
            <a:off x="4811840" y="2359224"/>
            <a:ext cx="2796920" cy="47000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Agile Principles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CDF68F7C-97B5-1CFB-E027-50EC8A290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5613129"/>
              </p:ext>
            </p:extLst>
          </p:nvPr>
        </p:nvGraphicFramePr>
        <p:xfrm>
          <a:off x="2133600" y="3022418"/>
          <a:ext cx="8382000" cy="383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05F16A0-BA5A-CD7D-8334-00DDEC64EDF9}"/>
              </a:ext>
            </a:extLst>
          </p:cNvPr>
          <p:cNvSpPr/>
          <p:nvPr/>
        </p:nvSpPr>
        <p:spPr>
          <a:xfrm>
            <a:off x="218018" y="567559"/>
            <a:ext cx="11755964" cy="1524000"/>
          </a:xfrm>
          <a:prstGeom prst="wedgeRectCallout">
            <a:avLst>
              <a:gd name="adj1" fmla="val -23030"/>
              <a:gd name="adj2" fmla="val 10457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Iterative Development: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Break down projects into smaller, manageable chunks called "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sprints</a:t>
            </a: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." Each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sprint</a:t>
            </a: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focuses on delivering a specific set of features or functionalities. This allows for continuous feedback and course correction throughout the project.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24D4D-C5D0-127F-FB37-BE15406178A0}"/>
              </a:ext>
            </a:extLst>
          </p:cNvPr>
          <p:cNvSpPr txBox="1"/>
          <p:nvPr/>
        </p:nvSpPr>
        <p:spPr>
          <a:xfrm>
            <a:off x="4686958" y="2438400"/>
            <a:ext cx="2796920" cy="47000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Agile Principles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DDAF317-2942-458C-1291-AEF548152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3456514"/>
              </p:ext>
            </p:extLst>
          </p:nvPr>
        </p:nvGraphicFramePr>
        <p:xfrm>
          <a:off x="2133600" y="3055353"/>
          <a:ext cx="8382000" cy="383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850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05F16A0-BA5A-CD7D-8334-00DDEC64EDF9}"/>
              </a:ext>
            </a:extLst>
          </p:cNvPr>
          <p:cNvSpPr/>
          <p:nvPr/>
        </p:nvSpPr>
        <p:spPr>
          <a:xfrm>
            <a:off x="185921" y="519056"/>
            <a:ext cx="11755964" cy="1524000"/>
          </a:xfrm>
          <a:prstGeom prst="wedgeRectCallout">
            <a:avLst>
              <a:gd name="adj1" fmla="val 7992"/>
              <a:gd name="adj2" fmla="val 1391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Focus on Value: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Prioritize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delivering features that provide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most value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to stakeholders (clients, users, etc.). This ensures the project remains focused on addressing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actual needs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and delivering tangible results early and often.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737EF-7A1E-9450-1E43-D1CB6A9213AF}"/>
              </a:ext>
            </a:extLst>
          </p:cNvPr>
          <p:cNvSpPr txBox="1"/>
          <p:nvPr/>
        </p:nvSpPr>
        <p:spPr>
          <a:xfrm>
            <a:off x="4763158" y="2416235"/>
            <a:ext cx="2796920" cy="47000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Agile Principles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0CEC52A-EF62-8C73-AF06-257856FBD2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35858"/>
              </p:ext>
            </p:extLst>
          </p:nvPr>
        </p:nvGraphicFramePr>
        <p:xfrm>
          <a:off x="2209800" y="3033188"/>
          <a:ext cx="8382000" cy="383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650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05F16A0-BA5A-CD7D-8334-00DDEC64EDF9}"/>
              </a:ext>
            </a:extLst>
          </p:cNvPr>
          <p:cNvSpPr/>
          <p:nvPr/>
        </p:nvSpPr>
        <p:spPr>
          <a:xfrm>
            <a:off x="207436" y="637301"/>
            <a:ext cx="11755964" cy="1524000"/>
          </a:xfrm>
          <a:prstGeom prst="wedgeRectCallout">
            <a:avLst>
              <a:gd name="adj1" fmla="val 24189"/>
              <a:gd name="adj2" fmla="val 14692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Customer Collaboration: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Close collaboration with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stakeholders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is crucial. They are actively involved in the development process, providing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feedback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and influencing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priorities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This helps ensure the project aligns with their expectations.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82934-EAFC-10A5-3405-20B3DFC30D2B}"/>
              </a:ext>
            </a:extLst>
          </p:cNvPr>
          <p:cNvSpPr txBox="1"/>
          <p:nvPr/>
        </p:nvSpPr>
        <p:spPr>
          <a:xfrm>
            <a:off x="4686958" y="2416235"/>
            <a:ext cx="2796920" cy="47000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Agile Principles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DC9D8BC-FF55-413C-ED78-FAFDE828D2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249748"/>
              </p:ext>
            </p:extLst>
          </p:nvPr>
        </p:nvGraphicFramePr>
        <p:xfrm>
          <a:off x="2133600" y="3033188"/>
          <a:ext cx="8382000" cy="383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178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9683675" y="462678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05F16A0-BA5A-CD7D-8334-00DDEC64EDF9}"/>
              </a:ext>
            </a:extLst>
          </p:cNvPr>
          <p:cNvSpPr/>
          <p:nvPr/>
        </p:nvSpPr>
        <p:spPr>
          <a:xfrm>
            <a:off x="218018" y="5077880"/>
            <a:ext cx="11755964" cy="1524000"/>
          </a:xfrm>
          <a:prstGeom prst="wedgeRectCallout">
            <a:avLst>
              <a:gd name="adj1" fmla="val -7474"/>
              <a:gd name="adj2" fmla="val -8319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Embrace Change: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Agile acknowledges that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requirements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may evolve throughout the project. The process is designed to be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adaptable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, allowing for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changes in direction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when necessary. This flexibility helps the project stay relevant and address emerging needs.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5A2B9-0C13-5667-28B0-FBBBF26236C6}"/>
              </a:ext>
            </a:extLst>
          </p:cNvPr>
          <p:cNvSpPr txBox="1"/>
          <p:nvPr/>
        </p:nvSpPr>
        <p:spPr>
          <a:xfrm>
            <a:off x="4655283" y="625345"/>
            <a:ext cx="2796920" cy="47000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Agile Principles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476577B-44EB-D993-0950-EB86613DA7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0041630"/>
              </p:ext>
            </p:extLst>
          </p:nvPr>
        </p:nvGraphicFramePr>
        <p:xfrm>
          <a:off x="2101925" y="1242298"/>
          <a:ext cx="8382000" cy="383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764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F2C4F-3E7F-5472-661D-0F930A6F1D01}"/>
              </a:ext>
            </a:extLst>
          </p:cNvPr>
          <p:cNvSpPr txBox="1"/>
          <p:nvPr/>
        </p:nvSpPr>
        <p:spPr>
          <a:xfrm>
            <a:off x="4610758" y="545835"/>
            <a:ext cx="2796920" cy="47000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Agile Principles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DE8F903-0927-9B94-4659-865F5A6CBE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9977637"/>
              </p:ext>
            </p:extLst>
          </p:nvPr>
        </p:nvGraphicFramePr>
        <p:xfrm>
          <a:off x="2057400" y="1162788"/>
          <a:ext cx="8382000" cy="383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05F16A0-BA5A-CD7D-8334-00DDEC64EDF9}"/>
              </a:ext>
            </a:extLst>
          </p:cNvPr>
          <p:cNvSpPr/>
          <p:nvPr/>
        </p:nvSpPr>
        <p:spPr>
          <a:xfrm>
            <a:off x="218018" y="5057459"/>
            <a:ext cx="11755964" cy="1524000"/>
          </a:xfrm>
          <a:prstGeom prst="wedgeRectCallout">
            <a:avLst>
              <a:gd name="adj1" fmla="val 20345"/>
              <a:gd name="adj2" fmla="val -648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Continuous Improvement: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Agile promotes a culture of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continuous improvement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Teams constantly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reflect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on their processes and identify areas for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improvement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This helps them become more efficient and effective over time.</a:t>
            </a:r>
          </a:p>
        </p:txBody>
      </p:sp>
    </p:spTree>
    <p:extLst>
      <p:ext uri="{BB962C8B-B14F-4D97-AF65-F5344CB8AC3E}">
        <p14:creationId xmlns:p14="http://schemas.microsoft.com/office/powerpoint/2010/main" val="182151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237F5A-06AA-3770-3F27-05247D37A0C2}"/>
              </a:ext>
            </a:extLst>
          </p:cNvPr>
          <p:cNvSpPr/>
          <p:nvPr/>
        </p:nvSpPr>
        <p:spPr>
          <a:xfrm>
            <a:off x="304800" y="637301"/>
            <a:ext cx="11734800" cy="59307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Benefits of Agile:</a:t>
            </a:r>
          </a:p>
          <a:p>
            <a:pPr algn="l"/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Increased Efficiency: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By focusing on delivering working features in short sprints, agile reduces waste and keeps projects on track.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Improved Quality: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Continuous feedback and testing lead to higher quality deliverables.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Enhanced Customer Satisfaction: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Close collaboration with stakeholders ensures the project meets their needs and delivers value.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Better Adaptability: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Agile teams are better equipped to handle changes and unforeseen challenges.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Increased Team Morale: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The collaborative and iterative nature of agile fosters a sense of ownership and engagement among team members.</a:t>
            </a:r>
          </a:p>
        </p:txBody>
      </p:sp>
    </p:spTree>
    <p:extLst>
      <p:ext uri="{BB962C8B-B14F-4D97-AF65-F5344CB8AC3E}">
        <p14:creationId xmlns:p14="http://schemas.microsoft.com/office/powerpoint/2010/main" val="212197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237F5A-06AA-3770-3F27-05247D37A0C2}"/>
              </a:ext>
            </a:extLst>
          </p:cNvPr>
          <p:cNvSpPr/>
          <p:nvPr/>
        </p:nvSpPr>
        <p:spPr>
          <a:xfrm>
            <a:off x="228600" y="899589"/>
            <a:ext cx="11734800" cy="55348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How to Implement Agile Principles:</a:t>
            </a:r>
          </a:p>
          <a:p>
            <a:pPr algn="l"/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Define Sprints: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Establish clear goals and deliverables for each sprint.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Prioritize Backlog: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Maintain a prioritized list of features and tasks (product backlog).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Daily Stand-up Meetings: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Foster communication with short daily meetings to discuss progress and challenges.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Regular Reviews and Retrospectives: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Conduct sprint reviews to showcase progress and retrospectives to identify areas for improvement.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Embrace Transparency: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Encourage open communication and information sharing within the team.</a:t>
            </a:r>
          </a:p>
        </p:txBody>
      </p:sp>
    </p:spTree>
    <p:extLst>
      <p:ext uri="{BB962C8B-B14F-4D97-AF65-F5344CB8AC3E}">
        <p14:creationId xmlns:p14="http://schemas.microsoft.com/office/powerpoint/2010/main" val="329580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237F5A-06AA-3770-3F27-05247D37A0C2}"/>
              </a:ext>
            </a:extLst>
          </p:cNvPr>
          <p:cNvSpPr/>
          <p:nvPr/>
        </p:nvSpPr>
        <p:spPr>
          <a:xfrm>
            <a:off x="184128" y="2126194"/>
            <a:ext cx="11734800" cy="2605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Remember: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Agile is not a one-size-fits-all approach. The specific practices and tools used can be adapted to fit the needs of your project and team.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By understanding and applying agile principles, professionals can improve project outcomes, enhance collaboration, and foster a more responsive and adaptable work environment.</a:t>
            </a:r>
          </a:p>
        </p:txBody>
      </p:sp>
    </p:spTree>
    <p:extLst>
      <p:ext uri="{BB962C8B-B14F-4D97-AF65-F5344CB8AC3E}">
        <p14:creationId xmlns:p14="http://schemas.microsoft.com/office/powerpoint/2010/main" val="406514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91877</TotalTime>
  <Words>644</Words>
  <Application>Microsoft Office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10056</cp:revision>
  <dcterms:created xsi:type="dcterms:W3CDTF">2006-08-16T00:00:00Z</dcterms:created>
  <dcterms:modified xsi:type="dcterms:W3CDTF">2024-05-05T03:35:51Z</dcterms:modified>
</cp:coreProperties>
</file>